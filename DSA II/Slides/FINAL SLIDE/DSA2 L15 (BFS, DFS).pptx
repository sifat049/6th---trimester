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1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4"/>
  </p:notesMasterIdLst>
  <p:sldIdLst>
    <p:sldId id="256" r:id="rId2"/>
    <p:sldId id="442" r:id="rId3"/>
    <p:sldId id="502" r:id="rId4"/>
    <p:sldId id="443" r:id="rId5"/>
    <p:sldId id="444" r:id="rId6"/>
    <p:sldId id="446" r:id="rId7"/>
    <p:sldId id="447" r:id="rId8"/>
    <p:sldId id="448" r:id="rId9"/>
    <p:sldId id="449" r:id="rId10"/>
    <p:sldId id="450" r:id="rId11"/>
    <p:sldId id="451" r:id="rId12"/>
    <p:sldId id="452" r:id="rId13"/>
    <p:sldId id="453" r:id="rId14"/>
    <p:sldId id="455" r:id="rId15"/>
    <p:sldId id="456" r:id="rId16"/>
    <p:sldId id="457" r:id="rId17"/>
    <p:sldId id="458" r:id="rId18"/>
    <p:sldId id="459" r:id="rId19"/>
    <p:sldId id="460" r:id="rId20"/>
    <p:sldId id="461" r:id="rId21"/>
    <p:sldId id="462" r:id="rId22"/>
    <p:sldId id="463" r:id="rId23"/>
    <p:sldId id="464" r:id="rId24"/>
    <p:sldId id="465" r:id="rId25"/>
    <p:sldId id="466" r:id="rId26"/>
    <p:sldId id="467" r:id="rId27"/>
    <p:sldId id="468" r:id="rId28"/>
    <p:sldId id="469" r:id="rId29"/>
    <p:sldId id="470" r:id="rId30"/>
    <p:sldId id="471" r:id="rId31"/>
    <p:sldId id="472" r:id="rId32"/>
    <p:sldId id="473" r:id="rId33"/>
    <p:sldId id="474" r:id="rId34"/>
    <p:sldId id="475" r:id="rId35"/>
    <p:sldId id="476" r:id="rId36"/>
    <p:sldId id="477" r:id="rId37"/>
    <p:sldId id="478" r:id="rId38"/>
    <p:sldId id="479" r:id="rId39"/>
    <p:sldId id="480" r:id="rId40"/>
    <p:sldId id="481" r:id="rId41"/>
    <p:sldId id="482" r:id="rId42"/>
    <p:sldId id="483" r:id="rId43"/>
    <p:sldId id="484" r:id="rId44"/>
    <p:sldId id="485" r:id="rId45"/>
    <p:sldId id="486" r:id="rId46"/>
    <p:sldId id="487" r:id="rId47"/>
    <p:sldId id="488" r:id="rId48"/>
    <p:sldId id="489" r:id="rId49"/>
    <p:sldId id="490" r:id="rId50"/>
    <p:sldId id="491" r:id="rId51"/>
    <p:sldId id="492" r:id="rId52"/>
    <p:sldId id="493" r:id="rId53"/>
    <p:sldId id="494" r:id="rId54"/>
    <p:sldId id="495" r:id="rId55"/>
    <p:sldId id="496" r:id="rId56"/>
    <p:sldId id="497" r:id="rId57"/>
    <p:sldId id="498" r:id="rId58"/>
    <p:sldId id="499" r:id="rId59"/>
    <p:sldId id="500" r:id="rId60"/>
    <p:sldId id="501" r:id="rId61"/>
    <p:sldId id="503" r:id="rId62"/>
    <p:sldId id="528" r:id="rId63"/>
    <p:sldId id="505" r:id="rId64"/>
    <p:sldId id="543" r:id="rId65"/>
    <p:sldId id="504" r:id="rId66"/>
    <p:sldId id="523" r:id="rId67"/>
    <p:sldId id="524" r:id="rId68"/>
    <p:sldId id="525" r:id="rId69"/>
    <p:sldId id="506" r:id="rId70"/>
    <p:sldId id="507" r:id="rId71"/>
    <p:sldId id="508" r:id="rId72"/>
    <p:sldId id="509" r:id="rId73"/>
    <p:sldId id="510" r:id="rId74"/>
    <p:sldId id="511" r:id="rId75"/>
    <p:sldId id="512" r:id="rId76"/>
    <p:sldId id="513" r:id="rId77"/>
    <p:sldId id="526" r:id="rId78"/>
    <p:sldId id="514" r:id="rId79"/>
    <p:sldId id="515" r:id="rId80"/>
    <p:sldId id="516" r:id="rId81"/>
    <p:sldId id="517" r:id="rId82"/>
    <p:sldId id="518" r:id="rId83"/>
    <p:sldId id="527" r:id="rId84"/>
    <p:sldId id="519" r:id="rId85"/>
    <p:sldId id="520" r:id="rId86"/>
    <p:sldId id="521" r:id="rId87"/>
    <p:sldId id="522" r:id="rId88"/>
    <p:sldId id="544" r:id="rId89"/>
    <p:sldId id="529" r:id="rId90"/>
    <p:sldId id="530" r:id="rId91"/>
    <p:sldId id="531" r:id="rId92"/>
    <p:sldId id="537" r:id="rId93"/>
    <p:sldId id="545" r:id="rId94"/>
    <p:sldId id="538" r:id="rId95"/>
    <p:sldId id="540" r:id="rId96"/>
    <p:sldId id="534" r:id="rId97"/>
    <p:sldId id="539" r:id="rId98"/>
    <p:sldId id="556" r:id="rId99"/>
    <p:sldId id="541" r:id="rId100"/>
    <p:sldId id="542" r:id="rId101"/>
    <p:sldId id="535" r:id="rId102"/>
    <p:sldId id="546" r:id="rId103"/>
    <p:sldId id="547" r:id="rId104"/>
    <p:sldId id="548" r:id="rId105"/>
    <p:sldId id="549" r:id="rId106"/>
    <p:sldId id="550" r:id="rId107"/>
    <p:sldId id="551" r:id="rId108"/>
    <p:sldId id="552" r:id="rId109"/>
    <p:sldId id="553" r:id="rId110"/>
    <p:sldId id="554" r:id="rId111"/>
    <p:sldId id="555" r:id="rId112"/>
    <p:sldId id="277" r:id="rId1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FF0000"/>
    <a:srgbClr val="000000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7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1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viewProps" Target="view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notesMaster" Target="notesMasters/notesMaster1.xml"/><Relationship Id="rId119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commentAuthors" Target="commentAuthor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9T03:33:02.6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6693 3516 401 0,'0'0'62'16,"0"0"0"-16,0 0-2 16,0 0 19-16,0 0-32 15,0 0-15-15,0 0 8 16,0 0 5-16,0 0-12 16,0 0-8-16,0 0-5 15,0 0 1-15,0 0-13 16,0 0 0-16,0 0-5 15,2 0-3-15,16 0-3 16,6 11 3-16,8 4-1 16,2 6 5-16,5 0-4 15,-1 2 1-15,-3-4-1 16,2-2-3-16,-3-3 9 16,0-7-10-16,3-7 5 15,6 0-1-15,6-12-1 16,5-23 6-16,13-12-9 15,11-17 7-15,5-10-5 16,7-6 4-16,3-6-1 16,4 1-5-16,-9 0 2 15,-6 9 9-15,-9 8-8 0,-15 14 1 16,-14 11 0-16,-17 14-1 16,-12 14 5-16,-11 5-5 15,-4 8 2-15,0 2-1 16,0 0-24-16,-2 14-75 15,-15 7-22-15,-8 6-92 16</inkml:trace>
  <inkml:trace contextRef="#ctx0" brushRef="#br0" timeOffset="24789.42">5796 962 347 0,'0'0'25'0,"0"0"-10"16,2 0-11-16,0 0 21 15,0 0 11-15,-2-2-7 16,2 2-12-16,-2 0-11 16,0 0-3-16,3 0-4 15,-3 0-1-15,0 0 2 16,2 0-2-16,-2 0 1 16,2 0-1-16,0 0 2 15,-2 0 3-15,3 0-1 16,-3 0 5-16,0 0 4 15,2 0-4-15,0 0 0 16,-2 0-5-16,2 0-5 16,0 0 3-16,2 0-33 15,-2 0-56-15,0 0-4 16,0 0 10-16</inkml:trace>
  <inkml:trace contextRef="#ctx0" brushRef="#br0" timeOffset="26117.39">5977 652 407 0,'0'0'40'0,"0"0"-7"16,0 0-3-16,0 0 18 15,0 0-10-15,0 0-14 16,0 0-9-16,0 0-11 15,0 0-7-15,0 0-1 16,-13 4 8-16,-2 10 5 16,-2 4-8-16,-5 1 2 15,2 1 0-15,4 2-6 0,-2 0 9 16,1 2-8-16,0 1 2 16,-1 4 2-16,4 3-4 15,1-1 2-15,2 2-3 16,4-2-3-16,1 0 12 15,4 0-10-15,0 0 2 16,2-2 1-16,0 1-1 16,0 1 4-16,0-2-5 15,0 0 4-15,0 0-3 16,0-1-5-16,8 0 8 16,3 0-4-16,0-3-3 15,4 0-15-15,0-4 2 16,2-1 3-16,3-3 7 15,0 1 13-15,2-3-1 16,2 2-6-16,2-1 4 16,2 1-1-16,4 1-2 15,1 1 8-15,-1 0-11 16,0 3 8-16,2-5-1 16,1 0-4-16,1-4-3 15,6-2 4-15,-4-4 3 16,5-2 1-16,-2-5 2 15,2 0 0-15,-2 0 0 16,2-8-1-16,-2-7 8 16,-3 1-2-16,0-5 1 15,-2 0 1-15,0-6-2 16,-1-2 4-16,-3 1-6 16,0-9 8-16,-2-2 0 0,-2 0-2 15,-2-4 1 1,-7 1-5-16,-1-3-5 0,-6 5 6 15,-2-1-1-15,-4 2-2 16,-4-2 1-16,-2-2-6 16,0 3 10-16,0-2-12 15,0 0 2-15,-4 2-3 16,-10 3-2-16,-2 2 6 16,-4 4-7-16,-1 0 5 15,-3 2 3-15,-4-1-12 16,0 2 12-16,-4 1-6 15,-3 1-6-15,1 5 11 16,-5 3-6-16,-6 3 6 16,0 5-4-16,-5 2-3 15,3 6 9-15,-2 0-6 16,3 0-4-16,3 0 2 16,5 12-10-16,0 3-2 15,6 3-10-15,4-1 12 16,3 1-19-16,5 4-17 15,3-1-15-15,6 4-50 16,1-2-60-16</inkml:trace>
  <inkml:trace contextRef="#ctx0" brushRef="#br0" timeOffset="26507.14">6077 1321 245 0,'0'0'19'0,"0"0"-18"16,0 0-2-16,0-1-30 16,0 1-103-16</inkml:trace>
  <inkml:trace contextRef="#ctx0" brushRef="#br0" timeOffset="42499.62">16014 14996 247 0,'0'-16'48'0,"0"4"-12"16,0-1-14-16,-2 1 7 15,0 3 23-15,0-3-21 16,0 5-1-16,2-3 0 16,-2 4-4-16,0 2 7 15,2 2-15-15,-2 0 0 16,2 2-6-16,0 0-14 16,0 0 11-16,0 0-20 15,0 0 1-15,6 10 10 16,6 7-2-16,8 5 9 0,1 3-6 15,-1 0-6-15,-3-3 15 16,2-1-14-16,-1-7 5 16,-6-2-2-16,2-6-7 15,-4 0 18-15,0-2-16 16,4-4 9-16,-4 0-1 16,8-6-1-16,3-17 18 15,3-8-16-15,8-7 3 16,2-9 8-16,12-3-8 15,5-8 6-15,5-5-6 16,6-3-2-16,8-3 16 16,3 2-18-16,-3 0 6 15,2 7-3-15,-9 13-8 16,-13 10 16-16,-8 9-18 16,-15 15 6-16,-15 3 2 15,-10 10-7-15,-2 0 14 16,0 12-24-16,-20 17 1 15,-4 12-36-15,-3 4-38 16,-8 2-76-16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9T03:34:02.3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3907 3904 19 0,'6'3'14'16,"-4"-1"-10"-16,-2 2-7 16,0-3 22-16,0 1 64 15,0-1-19-15,-4 2-35 16,-8-2-18-16,0 4-3 16,0-3-7-16,-2-2 2 15,6 1-2-15,0-1 0 16,3 0 8-16,1 0 20 15,4 0 4-15,0 0-9 16,0 0-1-16,0 0-4 16,0 0-12-16,0 0 22 15,0 0 2-15,0 0-20 16,0 0-7-16,0-6 1 16,0-3 9-16,17-4-5 15,11-9 2-15,15-4-11 16,11-10 5-16,14-4-2 15,14-7-1-15,13-1-1 16,6-2 7-16,11-5-8 16,2 3 3-16,5-2-4 15,-2 0 3-15,6 0-2 16,0 1 9-16,1 2-2 16,1 2-7-16,3 6 4 15,-5 4-11-15,-10 6 14 0,-5 8-9 16,-5 6 0-16,-8 7 4 15,-5 5-4-15,-2 2 0 16,-1 5 3-16,-6 0-3 16,-1 0 3-16,-4 0 0 15,-4 5 4-15,-1 2-3 16,3 5 0-16,-7 0 1 16,-1 1 3-16,-2 0 3 15,-1 0-1-15,-5 2 1 16,-4-2-5-16,-5 1-2 15,-3-1-1-15,-8-3 0 16,-8 0 0-16,-6-5 1 16,-11 0-2-16,-3-4-4 15,-7 3 3-15,-1-4-7 16,-2 0 5-16,0 0 24 16,0 0-11-16,0 0-7 15,0 0-10-15,0 0-23 16,0 0-7-16,0 0-33 15,0 0-47-15,2 0 35 16,-2 2-47-16</inkml:trace>
  <inkml:trace contextRef="#ctx0" brushRef="#br0" timeOffset="491.86">6882 3423 320 0,'0'0'0'0,"0"0"5"15,0 0 0-15,0 0 19 16,134-22 3-16,-97 22-5 15,3 0 17-15,0 12-14 16,4-1 11-16,-5 1-23 16,2-2 3-16,-6-4-6 15,-5-2-3-15,-4-3 5 16,-8-1-3-16,0 0 3 16,-7 0-1-16,-3-5 7 15,-3-15 9-15,-5-3-2 16,0-9-8-16,0-4-1 15,-5-10-4-15,-12-7-5 16,-7-1-1-16,-2-8-7 16,-2 2 1-16,0 1 2 15,3 6 2-15,1 11 4 16,5 7 0-16,8 11-3 16,7 9-2-16,4 5-3 15,0 6-6-15,19 4-23 16,13 0-24-16,7 0-48 15,4 14-75-15,-2 7-170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9T03:34:55.0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11588 9299 215 0,'13'5'48'0,"-2"12"0"16,6 3-19-16,-4 3-8 16,3-4 11-16,-4 3 8 15,0-3-31-15,-2-4-4 16,-4-7 26-16,0 2-7 15,-4-6-23-15,0-2-1 16,-2-2 1-16,0 0 6 16,3 0 3-16,-3 0-2 15,2 0-6-15,-2 0 2 16,4 0 0-16,3 0 1 16,-3 0-1-16,5 2-3 15,-5-2 1-15,2 2-1 16,1-2 2-16,-3 0-1 15,1 0-2-15,-1 1 2 16,-2-1 0-16,2 3-2 16,0 0 2-16,3-1-2 15,0 2 2-15,-3-2-1 0,0 2-1 16,0-2 2 0,-2 2-4-16,0-4 4 0,3 0 0 15,-5 0-6-15,2 0 3 16,1 0-1-16,-1 0 8 15,2-4 8-15,4-10-6 16,6-3 1-16,0-10-4 16,12-6-1-16,11-8 3 15,12-9 1-15,10-5 15 16,9-4 15-16,13-3-24 16,6 0-6-16,-3 4 3 15,-4 8-6-15,-14 7 1 16,-15 12-7-16,-11 8 3 15,-21 11-5-15,-6 6-1 16,-13 4-8-16,0 2 8 16,0 0-17-16,-9 12-102 15,-14 5-208-15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9T03:35:42.2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26955 7703 197 0,'-4'-4'32'0,"2"2"-20"16,-3-2-2-16,3 3 5 15,-2-5 10-15,-3 3-11 16,1 0 7-16,-1-1 0 15,3 2-17-15,0-2 30 16,0 2-6-16,2 0-4 16,0-1 7-16,2 3-13 15,0-3 5-15,-3 1 1 16,3 2-4-16,0-1-8 16,0-2-2-16,0 0 2 15,0 3 1-15,0-4-4 16,0 2-1-16,0-2 1 15,0 2-1-15,0-4 3 16,9 1-10-16,1-1 6 16,6 0-2-16,1 1-1 15,5 4-2-15,-2 1 0 16,2 0 2-16,0 3-5 16,-2 15 2-16,-2 5 0 15,-2 5-2-15,-3 3 4 16,-3 2 0-16,1-2-2 15,-4-1 2-15,-3 1-5 16,0 0 5-16,-2-1 0 0,-2-4-6 16,0 0 4-1,0-3-1-15,0-2 2 0,0-5 2 16,2-5-10 0,-2-1 9-16,0-6-4 0,0-2 1 15,2-2 1-15,-2 0-2 16,0 0 7-16,0 0-3 15,0 0 0-15,0-14-4 16,0-5-1-16,0-6 4 16,0-4-2-16,0-6-4 15,0-3 8-15,0-5-6 16,5 2 0-16,4 0 4 16,-1 5-4-16,2-5 3 15,2 4-1-15,2 2-1 16,2 0-2-16,3 1 0 15,0 1 6-15,5 2-3 16,0 6-1-16,1-1 0 16,1 7 1-16,0 1 1 15,0 7 2-15,-2 3-6 16,0 5 5-16,-1 3-2 16,-1 6 1-16,-1 20 1 15,-8 11-4-15,3 8 5 16,-8 1 0-16,-4 2 1 15,0-1 1-15,-4-5-5 16,0-5 9-16,0-4-3 16,0-8-1-16,0-1-1 15,0-7-5-15,-6-1 3 16,-2-8 1-16,0-1-4 16,-2-1 1-16,-3-5 3 15,-2-1 0-15,2 0 0 16,-2 0-7-16,0-4 8 0,2-14-4 15,4-6-1-15,5-1-1 16,4-2-4-16,0-2 6 16,4 4-2-16,18-2-1 15,2 7 6-15,1 3-3 16,3 5 2-16,-6 7 3 16,2 5-6-16,-5 0 6 15,-2 0-2-15,-4 1-2 16,-4 9 2-16,-3 2-7 15,-6-1 8-15,0 1-3 16,0 1-1-16,0 3 7 16,-15-4-12-16,-2 1 4 15,-1-1 1-15,4-5 1 16,2-1-1-16,0-4-4 16,6-2 6-16,4 0 2 15,2-2-4-15,0-11-1 16,0-5-2-16,0 1 0 15,8 1 4-15,4 1-5 16,2 3 6-16,-2 7 0 16,0-1-1-16,-4 2 2 15,-2 4-7-15,-1 0 7 16,-3 0-5-16,-2 4-4 16,0 9-29-16,0 9-36 15,-15-3-76-15,-7 2-143 16</inkml:trace>
  <inkml:trace contextRef="#ctx0" brushRef="#br0" timeOffset="984.63">27089 7757 304 0,'0'0'48'16,"0"0"-2"-16,2-39 0 15,4 32-10-15,3 3-4 16,1 2-11-16,3 2-13 16,2 0-1-16,5 0-3 15,4 19 9-15,-6 6-4 16,-2 8-4-16,-1 7 5 15,-6-1-7-15,-3 6 4 16,-4-4-5-16,-2 0 0 16,0-7 0-16,0-5-3 15,0-9 3-15,0-3 5 16,0-6-8-16,0-4 5 0,0-6-6 16,0 2 5-1,0-3 1-15,0 0-2 0,0-3 9 16,0-11-2-16,-2-10-9 15,0-11 2-15,0-6-6 16,2-7 5-16,0-4-2 16,0-6-4-16,8 4 5 15,10 1-2-15,1 3 3 16,3 5-1-16,-1 4-3 16,4 6 5-16,-1 5-6 15,0 2 6-15,-2 6-4 16,1 4-1-16,1 6 2 15,0 5 2-15,0 7 0 16,-1 0 3-16,0 0-7 16,3 13 7-16,0 12-3 15,-6 6 5-15,-3 4 2 16,-6 7-6-16,-5 1 4 16,-6 2 2-16,0-6 0 15,0-5 0-15,-11-3 0 16,-2-5-5-16,-2-8 2 15,0-4-9-15,0-1 10 16,0-6-3-16,3-2-1 16,-2 0 1-16,4-5-5 15,-2 0 5-15,2 0-3 16,0-9 4-16,3-12-2 16,2-4-5-16,5-5 3 15,0-4 1-15,0 4-7 16,2 5 9-16,14 3-10 15,-2 9 9-15,2 9 3 16,2 4-5-16,-2 0 4 16,-3 0-3-16,0 15 2 0,-4 6 2 15,-5 3-10 1,-4 5 6-16,0 1-2 0,-11 0-39 16,-29-7-205-16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9T03:37:08.1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15996 12930 183 0,'-44'10'12'0,"14"-4"-11"16,10-6 1-16,7 1-2 15,7-1-2-15,2 0-27 16,2 0-5-16,-1 0 23 15,1 0 8-15,0-3-99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9T03:38:05.0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19351 6159 244 0,'-6'-9'26'0,"1"0"-4"0,1 2-6 15,2 2-4-15,0-1-3 16,0 5-4-16,0-2-4 16,2 1 0-16,-2 2 1 15,2 0 0-15,0-1-1 16,0 1 1-16,0 0-4 16,0 0-2-16,0 0-44 15,0 0-64-15</inkml:trace>
  <inkml:trace contextRef="#ctx0" brushRef="#br0" timeOffset="9860.59">26908 7747 213 0,'-11'-5'19'15,"4"3"-2"-15,-3 0-5 16,-1 0 3-16,2 2 2 15,1 0-3-15,-2-2 1 16,2 0 1-16,0 0 0 0,2 2-12 16,2-2-3-1,-1 2 1-15,2 0 3 0,3 0 0 16,0 0 1-16,0-4-1 16,0 2 0-16,0-3 2 15,0 1 5-15,0-2 18 16,0 0 1-16,0 0 7 15,0 3-1-15,0-3-9 16,0 2-2-16,0 2-12 16,0-2 0-16,0 2-2 15,0-2-3-15,0 2-5 16,0 0-3-16,14-1 2 16,0 3-2-16,4 0 0 15,4 0-1-15,-3 0 1 16,2 5-2-16,3 9 3 15,-3 1-2-15,3 2 0 16,-4 1 2-16,2 2-2 16,-6-1 1-16,2 0 0 15,-4 1 0-15,0 2 0 16,-4 0-1-16,-1-1 3 16,2 3-5-16,-3-1 6 15,-3-4-4-15,-1-2 0 16,0-1 1-16,0-4-1 15,-2-6 0-15,-2-1 0 16,3-3 1-16,-3-2-1 16,0 0 1-16,0 0-1 15,0 0 2-15,0 0 20 16,0-13-10-16,0-9-11 16,0-1-2-16,0-8 1 15,0-4-1-15,2 1 0 0,9-3-1 16,1-2 2-1,4 4 0-15,0 0-1 0,4 0 1 16,4-1 0-16,2-2 0 16,6 2-1-16,3-3 1 15,3 3-2-15,3 1 2 16,2 2 1-16,2 2-1 16,5 5 0-16,-5 8 0 15,-2 3 1-15,-4 9-3 16,-5 6 4-16,-6 0-1 15,-4 18-1-15,-5 11 1 16,-8 8-2-16,-1 4 1 16,-3-2 2-16,-3 1 0 15,-1-1-2-15,-1-5 1 16,-2-3-1-16,0-3 0 16,0-5-2-16,0-1-1 15,-9-7 2-15,-8 0-2 16,-1-3 4-16,-2 0-3 15,-4-5 5-15,0 3-5 16,2-6 1-16,1-2-1 16,1-2-3-16,5 0 8 15,2 0-1-15,3-6-2 16,1-8-2-16,4 1 1 16,5-1-2-16,0-3-5 15,0 1 9-15,18 3 0 16,1 0 3-16,3 1-3 0,2 6-1 15,-1 0-1 1,0 3 6-16,1 3-2 0,-2 0-1 16,0 0 0-16,-5 0-3 15,-6 13 1-15,-9 6-5 16,-2 6-41-16,-13 4-38 16,-26-2-148-16</inkml:trace>
  <inkml:trace contextRef="#ctx0" brushRef="#br0" timeOffset="26957.91">15571 2929 282 0,'0'-14'33'16,"0"2"-8"-16,0 1 8 16,0 0 1-16,0-3 23 15,0 4-3-15,0 1 4 16,0 3-31-16,0 0-1 16,0 6 1-16,2 0-24 15,2 0-4-15,1 23-1 16,-1 12 3-16,0 9 5 15,-2 12-5-15,2-4 2 16,1 3 8-16,0-7-8 16,1-7 3-16,0-8-3 15,0-8 4-15,2-4 3 16,-4-6-12-16,-2-8 3 16,0 0-2-16,-2-4-1 15,0-3 6-15,0 0-7 16,0-5 4-16,-8-14 4 15,-8-10-8-15,-2-9 3 0,2-9-5 16,0-5 1-16,6-5 5 16,3-1-3-16,5 0 0 15,2 6-5-15,0 2 4 16,2 8 9-16,13 5-12 16,5 7 8-16,4 4-2 15,2 7-3-15,-1 3 8 16,3 6-6-16,-2 2 1 15,0 6 2-15,-5 2-3 16,-2 0 4-16,-3 10-9 16,-10 11 1-16,-6 4 4 15,0 6 1-15,0-1 2 16,-18 1-1-16,-9-1-6 16,-3-1 10-16,4-1-8 15,2-6 5-15,2-4-3 16,8-4-6-16,6-5 10 15,0-5-7-15,8-4-2 16,0 0-13-16,0 0-32 16,28-7-57-16,12-15-28 15,9-9-58-15</inkml:trace>
  <inkml:trace contextRef="#ctx0" brushRef="#br0" timeOffset="27231.73">16156 2617 299 0,'0'0'-2'16,"0"0"-2"-16,0 0 4 0,0 0-1 15,29 0 2 1,-9 0 13-16,6 0 4 0,0 0 22 15,2 0-20-15,-2 0-14 16,-5 0 4-16,-1 0-12 16,-8 4 3-16,0 4-1 15,-8 1-5-15,-4 5-6 16,0 5-47-16,-16 6-11 16,-16 8-28-16</inkml:trace>
  <inkml:trace contextRef="#ctx0" brushRef="#br0" timeOffset="27443.77">16141 2913 128 0,'0'0'79'16,"0"0"-36"-16,0 0-19 16,0 0 11-16,0 0 17 15,0 0 1-15,-22 14-3 16,40-16-13-16,1-8-4 16,2-2-15-16,5 1-8 15,0 0-3-15,2 1-8 16,5 2 5-16,-1 2-8 15,0 4 4-15,4-1-2 16,1 0-31-16,-5 3-44 16,-2 0-51-16,-6-1-149 15</inkml:trace>
  <inkml:trace contextRef="#ctx0" brushRef="#br0" timeOffset="28377.96">17030 2354 278 0,'0'0'43'0,"0"0"1"0,0 0-10 15,0 0 18-15,0-26 2 16,0 25-13-16,0 1-3 16,0-2-25-16,0 2-3 15,0 0-12-15,0 2 1 16,2 21 0-16,-2 12-2 15,0 7 12-15,0 7-12 16,0 5 6-16,0 4-1 16,0 0 0-16,0-2 25 15,0 0-8-15,0 3-4 16,0-7-2-16,4 0 0 16,-2-3 0-16,2-5-6 15,3-6-4-15,0-2 4 16,7-7-5-16,2-4 2 15,0-6-3-15,6-3-4 16,2-6 12-16,2-5-11 16,-1-5 3-16,8 0 0 15,2 0-6-15,5-5 12 16,1-13-18-16,0-2 0 0,-4 3-45 16,-5-1-23-1,-10 0-41-15,-14 4-58 0</inkml:trace>
  <inkml:trace contextRef="#ctx0" brushRef="#br0" timeOffset="28668.26">17120 3002 266 0,'0'0'30'16,"0"0"-5"-16,0 0-4 16,0 0 38-16,0 0-15 15,43-46-16-15,-9 22-5 16,8-5 4-16,2 1-1 16,4-3-10-16,-1 1-13 15,-1 4 0-15,-8 4-3 16,-6 5-1-16,-10 7 3 15,-9 4-53-15,-13 6-42 16,0 0-76-16</inkml:trace>
  <inkml:trace contextRef="#ctx0" brushRef="#br0" timeOffset="34309.31">15700 4213 236 0,'-4'-4'49'0,"0"-1"-17"16,1 2 31-16,-1-2-17 16,-3 1 10-16,1 1-10 15,0-1-14-15,-1 3-8 16,-8-1 1-16,-3-1-4 15,-10 3-20-15,-6 0 2 16,-7 0 3-16,-13 5-6 16,-6 9 3-16,-9 4-4 15,-5 5-5-15,-11 1 12 16,-5 1-9-16,-9 0 4 16,-7-2 0-16,-9 2-7 15,-8 0 10-15,-5-1-9 0,-1 0 3 16,9-5-2-1,9-2-5-15,12-3 16 0,21-3-10 16,18-5 6-16,19 0-3 16,15-4-2-16,16 2 7 15,8-1-13-15,2 1-9 16,2 2 12-16,23-2-7 16,10 0 16-16,14-2-7 15,13 0 2-15,12-2 10 16,7 0-9-16,10 0 2 15,1 0-1-15,-2 0-3 16,1 0 11-16,-7 0-12 16,-7 0 5-16,-17 0-1 15,-8 0-3-15,-17 0 10 16,-18 0-11-16,-15-2 1 16,-2-4 2-16,-35-2 3 15,-22-1 0-15,-23 0-7 16,-19 2 0-16,-17 2 8 15,-13 2-9-15,-12 3 5 16,-7 0-5-16,-11 0-6 16,0 0 0-16,4 0-2 15,10 8-1-15,18-2 7 16,25-2 1-16,31-2 14 16,25-1-10-16,24 3 3 15,20 0-1-15,2 0-13 16,30 2 15-16,22 0-10 15,21-1 6-15,23-1 8 16,17-2-7-16,16-2 6 16,18 0-6-16,7-3-1 15,5-17 6-15,4-4-2 0,-4-4 1 16,-9-1 1-16,-12-1-8 16,-22 5 14-16,-28 5-12 15,-29 2 4-15,-31 4-3 16,-28 5-2-16,-8 1 4 15,-47 2 0-15,-29 4-3 16,-22 0-1-16,-23 2-5 16,-19 0-3-16,-14 0-8 15,-9 10-12-15,-10 5 8 16,-4 10-4-16,8 2 21 16,20-1 1-16,26-2 0 15,37-10 11-15,44-5-7 16,46-9 6-16,22 0 9 15,67-29-5-15,33-4 0 16,27-2-11-16,20 0 7 16,14 6-1-16,1 7-2 15,-6 9 12-15,-8 7-14 16,-11 4 4-16,-11 2 0 16,-22 0-1-16,-16 0 5 15,-21 0-6-15,-23 0-3 16,-28 0 5-16,-23-2-4 15,-11 2 1-15,-28 0-1 16,-43 0 1-16,-35 0 6 16,-29 17-16-16,-33 11 5 15,-22 4-5-15,-20 6-22 16,-10-3 7-16,8-4 4 0,22-10 9 16,24-8 0-1,33-9 6-15,41-4 10 16,38 0-6-16,32 0 4 15,22-9 20-15,34-1-21 0,42-6 4 16,31-3-5-16,31-5 5 16,28-1 21-16,19-4-12 15,15 2-5-15,4 2-3 16,-1 3-1-16,-14 4 10 16,-14 10-14-16,-21 0 10 15,-23 4-7-15,-26 2-6 16,-31-1 9-16,-27 3-12 15,-29 0 3-15,-18 0 1 16,-33 0-6-16,-40 0 17 16,-30 0-13-16,-32 0-1 15,-30 7 6-15,-18 6-10 16,-12 3 7-16,-18 1-4 16,0 1-9-16,7-3 11 15,16-5-19-15,29-2 6 16,28-5 11-16,36 0-2 15,41-3 14-15,30 0-10 16,26 1 2-16,10 3-13 16,46 2 15-16,26-2-1 15,28 0 0-15,24-2-2 16,21-2 5-16,12 0-1 16,8 0 0-16,-2-8 3 15,-9-2-6-15,-13-1 10 16,-20 3-9-16,-28 2 3 15,-31 0-2-15,-32 2-6 16,-36 3 11-16,-12-1-15 16,-61 2 17-16,-32 0-11 0,-35 0-2 15,-27 0 7-15,-29 9-8 16,-21 9 1-16,-9 1 1 16,1-1-9-16,18 0-2 15,26-10 0-15,38-2 9 16,45-6 12-16,42 0-7 15,41 0 12-15,18-14 7 16,64-10-21-16,36-2 12 16,44 0-12-16,30-8 9 15,21 4 3-15,18 1-5 16,4 2 8-16,-3 4-14 16,-12 3 6-16,-18 2-2 15,-14 7-3-15,-34 1 8 16,-26 4-13-16,-37 6 5 15,-38 0 1-15,-28 0-4 16,-16 0-5-16,-54 4 13 16,-39 8-6-16,-37 7 7 15,-35 5-11-15,-29 2 4 16,-24 5-1-16,-16 0-5 16,1-4 14-16,16-3-13 15,29-13 9-15,34-3-2 16,39-6-3-16,46-2 10 15,37 0-10-15,34 0 5 16,6 0-5-16,53-6 2 16,26-2 5-16,33 1-5 15,21 1 0-15,13 0 7 16,9 2-6-16,5 2 4 16,-2 2-1-16,-9 0-4 15,-10 0 9-15,-4 0-10 0,-23 0 5 16,-19 0-3-16,-26 0-3 15,-32 0 8-15,-34 8-13 16,-16 2-4-16,-57 3 18 16,-34 5-6-16,-33 3 2 15,-22 6-9-15,-22 6 2 16,-16 2 4-16,-6-2-2 16,12-1 3-16,22-4-4 15,38-9 0-15,33-7 9 16,53-8-6-16,41-4 16 15,34 0 4-15,55-10-19 16,24-9 8-16,29-5-6 16,20-5 5-16,12 1 8 15,7-1-7-15,-1-4 6 16,-8 4-14-16,-15 3 6 16,-18 5-1-16,-28 4-6 15,-31 7 5-15,-28 2-11 16,-27 6 2-16,-21 2 3 15,-4 0-20-15,-27 16 21 16,-21 5-17-16,-22 0-112 16,-15 0-209-16</inkml:trace>
  <inkml:trace contextRef="#ctx0" brushRef="#br0" timeOffset="38979.33">9374 8059 299 0,'45'-52'5'0,"10"-1"4"16,2 3-12-16,3 0 2 15,2 0-11-15,-5 5-14 16,-12 8-17-16,-15 10-62 16</inkml:trace>
  <inkml:trace contextRef="#ctx0" brushRef="#br0" timeOffset="41774.05">8126 6822 144 0,'0'0'20'15,"0"0"10"-15,101-106 11 16,-43 51-6-16,9-9-9 16,11-9 1-16,-1 2 22 0,-1 4-16 15,-10 9-20 1,-12 16-7-16,-15 15-9 0,-21 13 3 15,-18 10 3-15,0 4-20 16,-22 0 11-16,-24 20-7 16,-12 7 5-16,-11 10 17 15,-4 9-13-15,-7 6 7 16,-2 3-2-16,1-1-4 16,5-4 9-16,8-1-6 15,9-11 1-15,17-9 3 16,16-10-1-16,13-5 7 15,13-9-15-15,9-5 2 16,27 0 7-16,16-19 5 16,16-12 0-16,17-21-3 15,13-14 14-15,21-10 1 16,10-10-6-16,8-1 16 16,5 3-12-16,-6 15-11 15,-16 13 1-15,-20 17-11 16,-25 15 3-16,-23 11-1 15,-31 13-1-15,-21 0 1 16,0 10-42-16,-49 23 45 16,-27 12 1-16,-21 8-4 15,-16 15 5-15,-10 4-9 16,-5 1 2-16,13-2 5 16,13-8-4-16,25-15 3 15,19-11-2-15,24-13-1 16,14-11 6-16,20-7-6 15,0-6-15-15,26 0 11 0,26-25 6 16,21-22 15-16,25-18-15 16,27-14 3-16,18-17-1 15,5-3-5-15,-1-1 12 16,-6 8-10-16,-14 9 1 16,-17 11 5-16,-17 15-9 15,-18 16 7-15,-21 16-7 16,-28 21-4-16,-26 4 4 15,-7 29-44-15,-47 27 49 16,-24 16-3-16,-20 17-4 16,-23 10 11-16,-12 1-10 15,-7 1 4-15,4-9-1 16,12-17-3-16,16-14 11 16,33-20-9-16,30-14 2 15,21-17 3-15,24-10 2 16,8 0-2-16,42-31 5 15,23-16-5-15,26-19 3 16,17-15 6-16,17-14-3 16,20-11-5-16,9-4-3 15,8-3 11-15,0-1-10 16,2 7 12-16,-4 8-1 16,-15 15-10-16,-24 16 5 15,-32 18-14-15,-31 17 4 16,-32 15 3-16,-34 14-4 15,-6 4-12-15,-50 12 23 16,-25 21-7-16,-25 17 0 16,-19 12-1-16,-17 19 1 15,-13 17-5-15,-8 9-4 16,-5 4 10-16,-4 3-11 16,15-9 9-16,22-16-2 0,29-23-3 15,33-22 17-15,36-22-17 16,37-22 7-16,25 0-26 15,45-37 28-15,20-19 9 16,26-16-17-16,20-19 7 16,19-11 1-16,14-14-3 15,10 3 7-15,6-3-9 16,11 6 3-16,-4 7 6 16,-7 8-2-16,-20 13-1 15,-22 13 4-15,-32 17-7 16,-37 17 5-16,-38 16-11 15,-36 15 3-15,-30 4-16 16,-46 33 25-16,-33 21 0 16,-29 18-12-16,-21 19 5 15,-15 15 0-15,-13 16-3 16,-1 9 10-16,3 1-15 16,19-10 4-16,22-16 5 15,31-22-5-15,30-27 6 16,36-23-4-16,30-23 0 15,17-11 3-15,30-15-25 16,35-34 33-16,29-16-9 16,27-24-1-16,32-18 9 15,16-14-7-15,23-8 3 16,12 3-4-16,5 7-1 16,-14 12 6-16,-18 19-12 15,-32 19 5-15,-42 23 3 16,-45 19-3-16,-45 23 2 15,-24 4-20-15,-58 27 23 0,-37 23 3 16,-29 19-7-16,-26 14 2 16,-20 19-3-16,-8 14-2 15,-4 12 11-15,0 1-12 16,15 5 2-16,10-10 1 16,26-12-6-16,19-23 15 15,34-23-11-15,28-23 3 16,35-28 1-16,26-15 0 15,19-27-20-15,51-33 25 16,26-18-8-16,27-17 6 16,21-18-3-16,18-2 4 15,5-1-6-15,10 6 1 16,2 8 8-16,-4 10-9 16,-6 7 1-16,-14 15 0 15,-25 15-2-15,-29 11 9 16,-35 19-9-16,-45 18 1 15,-28 7-4-15,-65 31-8 16,-45 29 26-16,-38 23-17 16,-32 21 4-16,-18 21 3 15,-8 12-2-15,4 4 2 16,18-9-9-16,22-14 3 16,32-21 3-16,35-29-1 15,33-28 5-15,33-23-5 16,30-17-1-16,16-13 0 15,52-41 1-15,31-26 5 16,36-22 0-16,27-20-2 16,27-15 14-16,24-5-6 15,17 3-4-15,3 5 3 16,0 10-10-16,-21 16 13 0,-27 17-6 16,-39 20-1-16,-45 24 0 15,-42 18-4-15,-46 25-2 16,-23 4-22-16,-65 45 28 15,-45 27 5-15,-41 30-13 16,-36 24 4-16,-24 25-2 16,-8 8-6-16,13 5 15 15,23-11-11-15,32-24-3 16,39-27 2-16,43-33 0 16,39-30 13-16,39-32-11 15,14-7-9-15,59-46 14 16,37-23 0-16,37-25 6 15,31-14-2-15,26-14 5 16,25 0 0-16,9 7-3 16,-4 9-3-16,-24 17-8 15,-32 21-5-15,-40 18 12 16,-48 19-7-16,-51 19 0 16,-32 12-5-16,-43 28-15 15,-49 22 37-15,-37 18-16 16,-26 13 0-16,-20 11 0 15,-8 10 1-15,15-6 4 16,22-8-7-16,32-13 3 16,36-17 2-16,35-20-4 15,33-18 5-15,10-20-10 16,49 0-20-16,23-33 25 16,28-13-26-16,31-16 1 15,26-10-24-15,20-1-29 0,-4-3-20 16,-14 6-138-1</inkml:trace>
  <inkml:trace contextRef="#ctx0" brushRef="#br0" timeOffset="46526.44">7704 6411 65 0,'0'17'29'16,"-2"-4"15"-16,0 2-18 15,-2-2-7-15,2-1-6 16,0-2 5-16,0-4-5 16,0-2-3-16,-4-4 27 15,2 0 29-15,-2-15-11 16,2-15-50-16,4-10-3 16,0-13 1-16,0-8-3 15,0-6 3-15,0-4-4 16,8-1-2-16,-4 1 9 15,2 1-8-15,-4 4 4 16,-2 3-5-16,0 4 0 16,2 11 10-16,-2 9-12 15,0 11 7-15,0 11-2 16,0 9-3-16,2 8 9 16,2 0-20-16,2 12 6 15,3 25 5-15,0 19 3 16,-5 26 6-16,-2 19-7 15,-2 26 3-15,0 13 11 16,0-3 2-16,-15-10-3 16,0-20 1-16,1-24 5 15,0-29 12-15,8-23-8 16,-1-14 1-16,2-17-13 16,-1 0 17-16,0-28 52 15,0-26-75-15,-3-22-2 0,-2-19 3 16,0-15-4-1,-4-12 4-15,2-10-8 0,0 7 0 16,0-1 1-16,1 10-1 16,0 8 1-16,8 19-4 15,0 17 2-15,2 15 9 16,2 22-9-16,0 16 7 16,13 17-6-16,10 2-5 15,5 27 12-15,1 30-15 16,1 22 9-16,-4 25 2 15,-8 24 0-15,-6 13 9 16,-8 2-16-16,-2-12 6 16,-2-19 1-16,0-27 0 15,0-26 7-15,0-27-10 16,0-19 3-16,0-13 5 16,-8-4 5-16,-2-37 25 15,-4-24-43-15,3-24 4 16,-4-24 13-16,4-14-11 15,0-15 2-15,3 1-5 16,4 1-2-16,-1 15 9 16,3 11-18-16,0 22 7 15,-2 21 9-15,1 23-3 16,1 17 10-16,2 21-12 16,0 10-10-16,0 31 3 15,0 35 7-15,0 37 8 16,0 34-3-16,-2 36-2 15,-15 26 10-15,-3 2-14 16,2-15 3-16,0-33 3 16,8-36-2-16,4-39 9 15,6-35-10-15,0-28 3 0,0-15 3 16,0-9-8-16,0-46 13 16,10-28-6-16,-4-29 2 15,2-28-1-15,-1-14-2 16,-2-10 2-16,-1 9-8 15,-2 9 0-15,4 17 2 16,-2 22-7-16,3 24-9 16,4 28 13-16,2 26 3 15,6 29 6-15,-2 18-19 16,3 52 6-16,-4 26 13 16,-6 41-3-16,-8 24 6 15,-2 17-11-15,0-5 3 16,-6-22-2-16,-8-31 3 15,6-39 7-15,4-37-8 16,-1-32 5-16,5-12 27 16,0-45 14-16,0-31-32 15,2-29-12-15,15-26-6 16,7-22 0-16,0-7-14 16,-2 11 11-16,-4 24 3 15,-4 26-3-15,-2 30 16 16,-3 31-9-16,4 26 4 15,-2 12-7-15,-3 53-14 16,1 25 31-16,-5 30-11 16,-4 27 3-16,0 16-2 15,0 1-6-15,-4-15 8 16,-7-17-6-16,3-25 2 16,-1-24 4-16,5-22-1 15,4-12 0-15,0-17-5 16,8-17-1-16,23-17-21 0,5-57-211 15</inkml:trace>
  <inkml:trace contextRef="#ctx0" brushRef="#br0" timeOffset="48658.05">22792 7532 17 0,'-7'0'4'15,"-1"18"-2"-15</inkml:trace>
  <inkml:trace contextRef="#ctx0" brushRef="#br0" timeOffset="56727.3">26100 11771 184 0,'-10'-29'40'16,"0"5"-3"-16,-2 1-1 15,4 4 19-15,2-1 12 16,-5 3-20-16,4-1-15 16,-1 0 4-16,1 8-6 15,1 0-4-15,0 3-6 16,3 3-11-16,1 3-1 16,2-1 9-16,-2 2-13 15,2 0 4-15,0 0-4 16,0 0-6-16,0 0 14 15,0 0-16-15,0 6 6 16,0 12-2-16,2 3-2 16,0 6 10-16,-2 4-12 15,0 2 3-15,0 7 4 16,0-1-3-16,0 5 4 16,0 6-6-16,0 7-1 0,5 7 10 15,-3 8-7-15,2 7 3 16,0 6-2-16,-2 6-3 15,3-2 15-15,-5-1-11 16,2-4 2-16,0 4-3 16,-2-5-2-16,2-2 14 15,-2 2-17-15,4 3 6 16,1-3 0-16,1 0-2 16,3-2 4-16,1 1-7 15,0-3 1-15,-2-2 7 16,-2 5-6-16,2-1 3 15,2 2-4-15,-6 5-3 16,2-3 12-16,2 4-11 16,0 1 6-16,-4-3-3 15,0 1-5-15,-2-2 16 16,0-10-14-16,-2 0 5 16,0-10 1-16,0-6-2 15,0-6 8-15,0-5-14 16,0-7 6-16,0-5 2 15,0-4-2-15,0-4 2 16,0-4-7-16,0-8 0 16,0-3 9-16,0-4-10 15,0 2-27-15,0-9-11 16,0-3-19-16,-4 0-75 16,-2-21-136-16</inkml:trace>
  <inkml:trace contextRef="#ctx0" brushRef="#br0" timeOffset="58340.97">26166 11565 274 0,'0'0'24'16,"0"0"-10"-16,0 0-13 15,0-25 17-15,10 19-3 16,12 0-7-16,-1 0 4 16,5 2-9-16,4-5 1 15,9 1 10-15,8-1 0 16,9-3-3-16,17-3 0 16,11-3-6-16,13-1 12 15,13-5-15-15,8 1 7 16,4-5-5-16,3 1-2 15,-2-2 7-15,3 1-8 16,-7 3 0-16,0 0 3 16,-1-1-4-16,1 3 6 15,-3 0-8-15,-7 4 0 16,3-2 5-16,-2 1-4 16,0-1 4-16,0 1-4 15,-1 0-3-15,3-3 10 16,0 4-7-16,-4-1 2 0,-3-1-2 15,-3 4 0-15,-10 2 10 16,-7 3-11 0,-9 3 1-16,-9 3 4 0,-9 2-5 15,-4 2 7-15,-5 0-9 16,-1 0 4-16,-4-4-1 16,-2 2 2-16,-1-3 1 15,-5 1-4-15,0-2 0 16,-3 0 8-16,-7 5-6 15,-3-1 1-15,-8 0 1 16,-2 4-6-16,-4 0 13 16,-5 0-14-16,-2 0 3 15,0 0-2-15,0 0 4 16,-2 0 10-16,5 4-7 16,0 7 11-16,-1 7 5 15,0-1-12-15,0 8 3 16,2 4-10-16,-1 7 4 15,4 3 6-15,-1 8-8 16,2 6 5-16,4 3-1 16,-2 4-3-16,4 3 12 15,-1 3-12-15,4 2 6 16,1 2-7-16,-1-3-3 16,5 1 16-16,0-6-13 15,-1 2 4-15,3-2-3 16,-1-2-1-16,4 0 7 15,-1 4-11-15,0 1 4 16,4 2 4-16,0 2-5 16,2 1 6-16,-1 3-6 15,-1-1-2-15,-4-4 7 16,0 0-7-16,-2-6 4 16,-4 2-3-16,-3-7-3 0,2 2 15 15,-2 1-17-15,1-2 8 16,0 1-1-16,-2-4-4 15,4 1 10-15,0-2-10 16,2 3 1-16,-3-7 5 16,3-3-4-16,-3-2 5 15,-2-5-9-15,-1-7 1 16,-4-4 8-16,0-6-8 16,-6-6 5-16,-4-3-3 15,0-5-4-15,-4-5 12 16,0-2-11-16,0-2 10 15,0 0 3-15,0 0-11 16,-6 0 12-16,-8 0-22 16,-14 0-28-16,-14 0-45 15,-15 6-62-15,-19 11-59 16</inkml:trace>
  <inkml:trace contextRef="#ctx0" brushRef="#br0" timeOffset="59524.27">26279 15216 252 0,'0'0'40'16,"0"0"-33"-16,0-34 5 16,0 24-5-16,0 0 0 15,14-1 8-15,4-5 7 16,8 3 5-16,11-5 4 16,4 1-14-16,10-5-7 15,10-2 10-15,12-1-9 16,11-4 13-16,17 0-13 15,4-2 6-15,8-3-5 16,5-1-7-16,5 0 6 16,4-1-11-16,-1 1 1 15,10-2 1-15,4-6 0 0,3-3 3 16,0-3-9 0,3-1 4-16,3-5 6 15,-3 1-8-15,0 7 3 0,1-2-4 16,-1 6 0-16,-11 5 9 15,-10 1-9-15,-13 2 3 16,-11 5 3-16,-8-4-9 16,-9 7 16-16,-9 2-14 15,-1 2 7-15,-8 4-3 16,-1 1-1-16,-5 4 7 16,-4-1-11-16,-1 3 4 15,-3 1 3-15,0-3-2 16,-7 2 3-16,-2-1-6 15,-6 0 0-15,-5 1 9 16,-4 1-8-16,0 3 4 16,-2-3-3-16,1 4-3 15,5-5 12-15,4 0-11 16,2 4 3-16,1-3 1 16,-1 3-4-16,2-1 9 15,-2 1-11-15,-2 1 4 16,-1 1 2-16,1-2-1 15,2 2 4-15,0 0-5 16,0 0 1-16,1 0 10 16,3 1-11-16,-6-1 3 15,-2 0 0-15,-6 3-4 16,-6-2 12-16,-9 1-15 16,-7 1 10-16,-4 1 11 15,-2-4 38-15,0 0-32 0,0 0-21 16,2-3 5-1,9-3-6-15,2-3 1 0,5-1 3 16,-2 2-7-16,-2 2 1 16,-4 4 4-16,-4 2-3 15,-4 6 3-15,-2 0-7 16,0 0-11-16,-8 6-9 16,-24 14-7-16,-16 6-8 15,-21 3-37-15,-19 2-65 16,-21-2-181-16</inkml:trace>
  <inkml:trace contextRef="#ctx0" brushRef="#br0" timeOffset="60660.43">26716 11433 167 0,'0'0'55'15,"0"0"-14"-15,0 0-8 16,0-50-12-16,0 42 24 16,0 2 6-16,0 1-15 15,0 1-4-15,0 1-14 16,0 3-20-16,0 0 7 15,5 0-13-15,5 18 10 16,3 11 1-16,0 6 2 16,2 16 21-16,0 5-7 15,6 7-8-15,1 7 0 16,2 4-10-16,0-1 5 16,-5-1-6-16,5 6 0 15,-5 4 7-15,-2 1-5 0,1 9 7 16,0 1 1-16,2 0-10 15,2-2 15-15,-3-2-12 16,5-2 1-16,-3-9 4 16,3-3-8-16,-3 2 12 15,3-4-17-15,-4-2 7 16,-4-2-1-16,6 1 2 16,-4-4 3-16,5 2-8 15,-1-4 2-15,1-2 8 16,1 0-9-16,-1-5 4 15,-1 2-3-15,0-3-4 16,-3-2 12-16,0-2-13 16,1 1 5-16,-1-8 0 15,1 2-4-15,-1-2 13 16,0-4-13-16,1 0 8 16,-2-3-3-16,0-1-2 15,-3 1 7-15,0 0-10 16,-2-2 5-16,0-1 1 15,2 0-2-15,-2 1 3 16,2-7-6-16,-2 2 1 16,2-2 8-16,3-1-8 15,-6-5 3-15,2-4-2 16,-4-7-4-16,0-2 9 16,-3-8-8-16,-2-2 1 15,-1 0 0-15,2 0-7 16,-2-25 1-16,3-20-39 15,-3-18-78-15,-4-33-31 16</inkml:trace>
  <inkml:trace contextRef="#ctx0" brushRef="#br0" timeOffset="61473.91">27308 11275 171 0,'0'0'82'15,"0"187"3"-15,0-78-26 16,0 2 0-16,7-1-22 16,5-2 6-16,4-1-19 0,2 2-7 15,4 3 7 1,4-3-7-16,2 0-1 0,0-4 0 15,4-4-7-15,1-7-1 16,-1-7-5-16,4-2-3 16,1 3 10-16,-3-1-10 15,1-4 7-15,0 0-5 16,-3-3-3-16,-2-3 14 16,0-6-14-16,0 0 2 15,0-4 1-15,1-1-4 16,-3 0 7-16,-1-4-8 15,1-1 1-15,-4 0 3 16,0-7-1-16,-1 0 3 16,0-6-5-16,-3-5-1 15,0-8 8-15,-4-4-9 16,0-8 6-16,-6-5-3 16,-3-7-4-16,-1-1 11 15,-3-6-10-15,-3-3 5 16,0 2-1-16,2-2-2 15,-2 1 6-15,0-2-21 16,2 0 2-16,-2 0-3 16,0 0 0-16,0-3 2 15,2-23-49-15,0-10-64 16,-2-19-65-16</inkml:trace>
  <inkml:trace contextRef="#ctx0" brushRef="#br0" timeOffset="62207.78">27729 11155 149 0,'0'0'30'0,"0"0"20"16,0 0 6-16,0 123-28 16,0-72 7-16,0 11-11 15,12 8 32-15,2 12-6 16,6 8-12-16,6 11-1 15,-3 9-16-15,5 10-6 16,-2 10 8-16,2 7-12 16,0-3 2-16,2-2-5 15,5-11-7-15,3-6 11 0,1-13-12 16,6-7 5 0,-1 0-4-16,1 2-2 0,-3-3 12 15,0 4-12 1,-2-4 3-16,-1-3-1 0,0-1-3 15,-2-6 7-15,1 0-11 16,-4-7 4-16,-1-2 3 16,-3-1-2-16,-4-6 3 15,-7-3-4-15,0-3-1 16,-3-5 9-16,-6-5-9 16,-4-7 4-16,1-6-1 15,-4-11-4-15,-3-6 11 16,0-9-12-16,0-7 2 15,0-6-21-15,0 0 1 16,0-1 24-16,0-23-34 16,0-14-62-16,-12-17-19 15,0-23-102-15</inkml:trace>
  <inkml:trace contextRef="#ctx0" brushRef="#br0" timeOffset="62943.43">28341 11162 132 0,'0'0'39'15,"0"0"-8"-15,21 119 0 16,-12-56 46-16,4 9-27 16,0 9-4-16,4 9-3 15,0 10 3-15,5 9-17 16,2 7-7-16,4 8-2 15,2 11-4-15,2 5-4 16,4-7-5-16,1-9-2 16,1-6 3-16,1-11-2 15,0-9 2-15,-2-8-4 16,-3 2-5-16,-2-1 9 16,-2 3-8-16,-4-8 3 15,2-4-3-15,-2-5-7 16,-3-8 16-16,-1-2-12 15,2-8 3-15,-7 0-1 16,2-1-1-16,-6-7 8 16,2 1-14-16,0-6 7 15,1-5 2-15,-2 0-2 0,2-7 6 16,3-3-10 0,-2-2 1-16,-3-4 8 0,-2-6-6 15,-6-5 2-15,-4-8-1 16,-2-4-4-16,0-2 6 15,0 0-2-15,-4-6-11 16,-4-16-48-16,0-10-25 16,-4-15-12-16,2-18-95 15</inkml:trace>
  <inkml:trace contextRef="#ctx0" brushRef="#br0" timeOffset="63743.43">28831 10917 216 0,'0'0'32'0,"0"0"-33"16,0 0 5-16,0 0 36 16,-2 32-10-16,4 1-1 15,10 13 24-15,-4 13-26 16,-2 13 34-16,0 15-13 15,1 15-15-15,2 9 7 16,6 11-5-16,4 5-4 16,9 5-19-16,7-2-11 15,11-3 7-15,8 4-5 16,7-12 6-16,3-4-3 16,3-7-5-16,-3-1 9 15,-6-7-10-15,-6-3 3 16,-7 0-3-16,-3-2-5 15,-10-4 12-15,0-7-12 16,-2 0 7-16,-2-8-3 16,0-7 1-16,-2-3 6 15,-1-2-10-15,-3 0 2 16,2-6 2-16,-5-3-2 16,1-2 4-16,-5 0-9 15,4-3 6-15,1-6 5 16,-4-1-9-16,2-4 8 15,0-4-5-15,-4-7-3 16,-1 2 12-16,-2-7-12 16,-3-5 4-16,-1-1-16 15,-1-5-13-15,-1-1 10 0,-3-3-14 16,-2-1-7 0,0-3-30-16,-2-4-40 0,-26 0-30 15</inkml:trace>
  <inkml:trace contextRef="#ctx0" brushRef="#br0" timeOffset="64624.2">26374 12241 302 0,'0'0'63'0,"0"0"-55"15,0 0-14-15,0-8 12 16,2 8-11-16,20 0 4 16,10 0 5-16,16-5 14 15,18-11 4-15,25-9-8 16,27-12-5-16,19-7 11 15,18-10-3-15,20-5 1 16,8-1-1-16,12 2-11 16,-3-2 6-16,2 4-11 15,8 2 2-15,2 2 0 16,0-1-2-16,-5 4 4 16,-10 6-9-16,-17 0 3 15,-21 6-1-15,-20 7 1 16,-22 4 5-16,-14 4-7 15,-13 4 1-15,-4 1 7 16,-7 2-6-16,-11 4 1 0,-11-2-1 16,-10 6-4-1,-13 2 7-15,-11 0-34 0,-15 5-10 16,0 0-21-16,-6 10 53 16,-22 8-8-16,-15 2-93 15</inkml:trace>
  <inkml:trace contextRef="#ctx0" brushRef="#br0" timeOffset="65240.02">25911 13050 265 0,'0'0'10'15,"0"0"-13"-15,0 0 1 16,0 0 2-16,0 0 7 16,-21 2-6-16,21 2 1 15,0-4 16-15,0 0-12 16,2 0-5-16,24 0 29 16,13 0 19-16,17-16-19 15,17-5-7-15,24-9-7 16,25-12-6-16,25-8 0 0,24-8 10 15,17-8-9 1,12-7-4-16,9-3 1 0,2-3-5 16,6-7 7-16,-4 2-11 15,17-9 6-15,17 4-2 16,12 8-1-16,3 5 3 16,-10 12-8-16,-7 8-2 15,-23 9 5-15,-24 9-2 16,-28 1 1-16,-26 2-4 15,-23 6 1-15,-25 4 10 16,-23 3-9-16,-23 7 3 16,-24 5-14-16,-24 6-19 15,-2 4-4-15,-30 0-19 16,-26 22 8-16,-21 7-23 16,-20 8-55-16</inkml:trace>
  <inkml:trace contextRef="#ctx0" brushRef="#br0" timeOffset="66006.83">26128 13716 139 0,'0'0'56'16,"0"0"-17"-16,0 0-2 15,0 0-19-15,66-6-11 16,-60 6-3-16,-6 0-7 15,0 6 9-15,0 4-5 16,-6 1 3-16,-3-1-4 16,2-4 1-16,7-2 5 15,7-4-11-15,34 0 12 16,26-24 25-16,25-8-8 16,37-17-5-16,34-17-14 15,27-15-3-15,18-8 2 16,23-11-3-16,15 3 5 15,-1 0 2-15,2 3 14 16,15 6 3-16,7 1-12 16,-7-1-6-16,-9-2-2 15,-6-3-4-15,-15 0 7 16,-10 0-4-16,-16 2 4 16,-12 8 1-16,-11 8 2 0,-17 11 4 15,-22 9-10 1,-32 12 2-16,-32 8 3 0,-29 13 0 15,-27 6 2-15,-22 8-2 16,-2 2 17-16,-26 6-14 16,-13 0-18-16,-1 0 8 15,-6 6-6-15,1 12-3 16,-2 7 13-16,-7 10-38 16,-7 7-39-16,-14 9-61 15,-17 2-61-15</inkml:trace>
  <inkml:trace contextRef="#ctx0" brushRef="#br0" timeOffset="66692.73">26106 14302 317 0,'0'0'11'16,"0"0"-13"-16,0 0 2 15,0 0-1-15,-12 9 6 16,8-8 32-16,4-1 13 15,0 0-40-15,18-4-10 16,16-15 10-16,22-8-8 16,25-13 4-16,31-18-1 15,41-12-2-15,30-13 15 16,24-10 16-16,19-3 3 16,13 1-8-16,1 9-7 15,-3 9-6-15,0 0-15 16,10 10 1-16,11-1 1 15,3 0-4-15,-3-2 2 16,3-9-3-16,-8 2 0 16,-7-4 7-16,-21 3-6 15,-18 5 6-15,-22 5-6 16,-22 4 1-16,-24 9 8 16,-30 2-14-16,-23 8 8 15,-19 10-6-15,-22 8 2 16,-15 7-3-16,-13 13-11 15,-13 5 5-15,-4 2 6 16,-12 2-6-16,-27 21-49 16,-19 6-57-16,-22 6-43 15</inkml:trace>
  <inkml:trace contextRef="#ctx0" brushRef="#br0" timeOffset="67424.38">26180 14727 223 0,'0'0'5'15,"0"0"-7"-15,0 0 2 16,0 0 3-16,0 0-2 15,141-56 18-15,-90 34 4 16,13-9-7-16,18-5 1 16,21-13-11-16,27-15 0 15,21-14 11-15,25-14-1 16,30-9 8-16,26-7-5 16,19 0 7-16,15 4-9 15,25 9-8-15,7 5-1 16,-5 12-9-16,-9 4 0 15,-8 9 5-15,-21-1-8 16,-24 2-13-16,-20 4-7 0,-13 1 3 16,-15-2 18-16,-15 1-4 15,-16 4 5-15,-18 2 1 16,-18 4-1-16,-15 7 6 16,-15 2-5-16,-15 8 2 15,-11 8 0-15,-15 4-1 16,-8 7 8-16,-9 4-5 15,-11 7-1-15,-4 3-1 16,-6 0-4-16,-3 0 0 16,-2 0 5-16,-2 0-2 15,2 0 6-15,-2 0 12 16,0 0 14-16,0 0-12 16,0 0-4-16,0 0 11 15,0 0-22-15,0 0 0 16,0 0-5-16,0 2-10 15,-15 11-31-15,-12-1-22 16,-13 2-130-16</inkml:trace>
  <inkml:trace contextRef="#ctx0" brushRef="#br0" timeOffset="70324.37">26368 11762 271 0,'-3'6'20'0,"3"6"-24"16,0 5 21-16,0 5-3 0,0 0 12 16,0 8 3-1,0-3-18-15,0 4 0 0,0-2 1 16,0 4-6-16,0 0 12 16,0 1-12-16,0 2 2 15,0-2-3-15,0 0-4 16,3-3 5-16,3 1-8 15,3 0 3-15,-3-2 1 16,1-1-2-16,-3 4 5 16,-2-1-6-16,0-4-1 15,-2-3 7-15,2-6-7 16,0-3 4-16,1-8-5 16,-3-4-3-16,2-2 8 15,0-2-3-15,7 0 6 16,-3 0 4-16,5-6 3 15,2-2 1-15,1-2-16 16,6 3 5-16,0 1-2 16,3-4-1-16,7 1 5 15,5-7-7-15,8-4 1 16,5 1 4-16,3-1-4 16,5-2 3-16,4 3-4 15,4 1-2-15,1 1 11 16,1-1-9-16,4-1 4 15,-3 2-2-15,-1-7-7 16,-3 3 10-16,-3 0-9 16,-8 5 6-16,-10 3-3 15,-9 2 0-15,-14 7 4 16,-6 4-10-16,-9 0-3 16,-4 0-2-16,0 0 16 15,0 0 7-15,0 3-6 16,-2 4 0-16,-4 5 6 0,2 0-9 15,1 7 1-15,1 6 3 16,2 8 0-16,-2 10 14 16,-1 6-7-16,3 5 1 15,-2-1-5-15,2 0 6 16,0-5 11-16,0-1-21 16,0-6 6-16,0-5 3 15,0 0 0-15,2-3 2 16,8 3-13-16,-2-7-2 15,0 0 3-15,2-6-2 16,-2-3 4-16,-4-5-4 16,2-3-1-16,-2-5 5 15,-2-1-7-15,2-2 3 16,0-2 3-16,-2 4-5 16,2-2 6-16,2 2-8 15,0-3 7-15,4 3 0 16,-2 3-3-16,0-2 6 15,3 0-7-15,-2 4 2 16,4-4 0-16,-5 5 0 16,3-3 5-16,2 2-8 15,2-2 0-15,2-4 8 16,5-1-14-16,6-4 7 16,8 0 1-16,7 0-1 15,9-9 5-15,4-6-3 16,4-4-5-16,1 0-1 15,-3 5 1-15,-2-3 7 16,-5 6-12-16,-7-1-9 0,-10 6-3 16,-6 6 13-16,-9-3 8 15,-6 0-3-15,-7 3-2 16,-3 0-3-16,-3 0-8 16,0 0 26-16,-5 0-2 15,-10 0-5-15,-2 0 6 16,4 4-8-16,-2 4 4 15,5-2-3-15,-2 1-6 16,8 3 11-16,-4 2-23 16,-8 0-43-16,-3-6-131 15</inkml:trace>
  <inkml:trace contextRef="#ctx0" brushRef="#br0" timeOffset="77159.32">8137 5686 313 0,'0'-18'41'15,"-4"7"-10"-15,-5 1-26 16,3-1 2-16,-1 3 19 16,1 2 11-16,-1-5-4 15,5 6-19-15,-2 3-6 16,0-4-1-16,2 3-6 16,-1-1 0-16,-1-1 17 15,-3 3-11-15,5-3 3 16,-2 4-1-16,2-2-3 15,-2 1 9-15,2 1-10 16,2-1 1-16,-2 2 0 16,2-3-3-16,-2 3 8 15,2 0-8-15,-4-1-1 16,4 1 1-16,0-2-5 16,0 2 4-16,0 0-3 15,0 0-2-15,0 0 7 16,4 9-5-16,6 10 3 15,0 5-1-15,4 1-3 16,-4 2 13-16,1-3-16 16,-4-1 7-16,-1-4 2 15,-2-6-9-15,0-1 15 16,1-4-13-16,-3 0 2 16,-2-2 2-16,2-3-4 15,0 5 5-15,-2 0-9 16,0 3-25-16,0 6-33 15,0-3-56-15,7 5-24 0</inkml:trace>
  <inkml:trace contextRef="#ctx0" brushRef="#br0" timeOffset="77657.13">10544 6617 192 0,'0'0'15'0,"0"0"5"16,0 0-8-16,-49-116 9 16,38 81 4-16,-2 4-2 15,5 2 29-15,-1 4-31 16,3 7 4-16,3 5-13 15,1 7 1-15,2 6 29 16,0 0-25-16,0 0-19 16,0 13-2-16,0 11 6 15,9 5 9-15,-2 3-10 16,-3-1 3-16,0 3 1 16,0-5-3-16,1-1 5 0,-1-4-10 15,0 1-2-15,1-6 1 16,1-7-110-16,3-12-173 15</inkml:trace>
  <inkml:trace contextRef="#ctx0" brushRef="#br0" timeOffset="78086.52">13387 4979 214 0,'0'0'-5'0,"0"0"8"15,0 0 14-15,0 0-10 0,23 116-1 16,-16-81 1 0,-2 2-2-16,-3-2 4 0,0-2-8 15,-2-8 6-15,0-6-193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9T03:40:47.0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10095 9383 504 0,'0'-5'31'0,"0"1"-19"16,0 2 12-16,0 0 11 15,0 0-9-15,0 2-6 16,0 0-11-16,0 0-2 15,0 0-6-15,0 0-10 16,0 0 7-16,0 21-1 16,2 4 12-16,4 6 8 15,3 4-12-15,-2 0 0 16,3-6-1-16,1-4-4 16,0-7 3-16,2-6-3 15,-1-1 3-15,4-5-4 16,-2-6 2-16,8 0-2 0,6 0 0 15,13-28 8 1,5-9 12-16,16-13-3 0,11-9-1 16,13-11 3-1,15-2-2-15,9 1 0 0,6-3-9 16,5 6 2 0,-10 2-7-16,-5 8-1 0,-13 4 2 15,-14 13-4-15,-17 6 5 16,-16 9-3-16,-12 8 0 15,-15 10-5-15,-14 8-38 16,-5 0-11-16,-15 12 10 16,-28 15-86-16,-17 6-268 15</inkml:trace>
  <inkml:trace contextRef="#ctx0" brushRef="#br0" timeOffset="566.73">10439 9703 414 0,'0'0'40'0,"0"0"-27"0,0 0-5 15,0 0 6-15,-4-4 8 16,8 4 10-16,9 6-12 16,-2 0-9-16,8 0-1 15,1-5 0-15,6-1 0 16,6 0 5-16,6-1-3 16,14-23 15-16,13-7-12 15,10-10 7-15,15-11-6 16,10-10 0-16,3-6-7 15,0-3-4-15,-3-1 2 16,-4 5-5-16,-9 3 1 16,-11 7-4-16,-11 11 5 15,-13 9 1-15,-14 11-5 16,-10 9-1-16,-13 6 3 16,-8 9-5-16,-5 2-4 15,-2 0-10-15,0 6-78 16,-20 13-145-16</inkml:trace>
  <inkml:trace contextRef="#ctx0" brushRef="#br0" timeOffset="61215.33">5106 10399 301 0,'-10'0'52'16,"0"-5"-23"-16,1-1 20 15,1 0-11-15,-1 0-10 16,0 1-1-16,3-1 0 16,2 0 5-16,0 3-17 15,1-2-2-15,-1 1 5 16,2 3-6-16,0 1 7 15,2 0-7-15,-3 0-3 16,3 0-3-16,0 0-9 16,0 0 3-16,0 11-2 15,0 19-4-15,-2 9 15 16,0 10-12-16,-2 4 3 16,4 5 1-16,-2-2-6 15,2 1 13-15,0-7-11 16,0 0 2-16,0-2 3 15,0-2-4-15,0-2 6 0,8-5-7 16,1 0 0-16,4-3 7 16,-2 0-6-16,2-5 4 15,-3-4-3-15,1-2-4 16,0-5 12-16,-2-5-9 16,-1-1 2-16,-2-5 2 15,-4-3-7-15,3 0 13 16,-5-6-12-16,3 0 3 15,-1 0 3-15,0 0-5 16,4 0 9-16,4-1-11 16,8-16 5-16,6-2 3 15,8-4-5-15,0 0 4 16,11-1-3-16,3-1-3 16,3 4 10-16,5 0-9 15,0 3 5-15,4 2-2 16,-3 5-4-16,1 2 13 15,-2 4-14-15,0 1 5 16,2 1-1-16,-1 2-4 16,2-5 10-16,1 0-13 15,4-3 4-15,3 0 3 16,1-3-5-16,6 1 7 16,3-1-9-16,-3 0 2 15,4 1 5-15,-3 1-5 16,1 2 1-16,-5-1-6 15,-3-1-3-15,-6 3 12 16,-1-3-8-16,-1 4 7 16,-4-4-1-16,-1 2-3 0,1 3 13 15,0-3-12-15,-3 2 0 16,-1 2-4-16,-2-2 0 16,-4 6 15-16,-3 0-15 15,-2 0 7-15,-6 0 4 16,-1 0-1-16,0 0 2 15,2 0-8-15,-4-1 4 16,5-3 7-16,-1-2-8 16,2-2 3-16,-3 4 2 15,-1-2-6-15,3 6 12 16,-3-1-11-16,-1 1 3 16,1 0 0-16,2 0-4 15,3 0 13-15,-3 0-14 16,2 0 6-16,3 0 0 15,-4 0-3-15,-1 0 5 16,-4 0-5-16,3 0-5 16,-5 1 10-16,-5 5-4 15,-2 0 4-15,1 1-8 16,-3 3 1-16,-1 0 9 16,-6 0-9-16,4-1 5 15,-6 3-3-15,-1 0-1 16,0-2 9-16,-1-3-8 15,-4 1 2-15,3 2 1 16,0-5-6-16,-3-3 12 16,-2 4-11-16,4 0 1 15,-2-3 7-15,3 0-6 16,0-1 4-16,-3 1-4 0,0 0 0 16,-2-2 7-16,0 1-8 15,0-2 5-15,1 3-3 16,-3-3-3-16,0 0 14 15,0 0-9-15,0 0 3 16,0 0-2-16,0-6-8 16,0-2 15-16,0-4-15 15,0-1 7-15,0 1 1 16,0-6-4-16,0 1 6 16,0 0-9-16,0-7 5 15,0 2 4-15,0-4-6 16,0-4 6-16,-7-2-5 15,-3-6-4-15,1-7 14 16,-4-2-12-16,3 1 3 16,-6-1 0-16,2 2-3 15,-4 7 10-15,0 6-10 16,2 4 4-16,-4 3 3 16,3 2-4-16,0 5 12 15,2 1-9-15,1 5-2 16,4 1 5-16,2 1-4 15,-4 2 2-15,6 3-3 16,2 3-1-16,0-1 10 16,4 2-11-16,-2 1 6 15,2 0-2-15,0 0-6 16,0 0 12-16,-2 0-13 16,-3 0 4-16,0 0 2 15,-1 0-6-15,-4 0 13 16,-6 0-15-16,-1 1 5 15,-2 5 3-15,-5 1-2 0,1 2 6 16,-3-3-10-16,-2-3 0 16,2 1 6-16,0 2-2 15,0-2 5-15,3 2-7 16,-1 0-4-16,0 0 12 16,4 1-8-16,-5 1 1 15,2 0 3-15,-3 4-6 16,-5-3 13-16,-1 2-15 15,-4 1 8-15,-1 0-2 16,-8-1-3-16,2-1 12 16,-1 2-15-16,-2-5 5 15,0-1 4-15,-1 2-5 16,-1-2 7-16,-3-2-8 16,1 0-2-16,3 1 12 15,-2-5-11-15,-1 3 8 16,5-3-4-16,-3 3-6 15,0-3 15-15,-2 3-13 16,0 0 5-16,1 2-2 16,-1 1-4-16,5 0 15 15,-3 2-15-15,6-3 5 16,-4 6 2-16,3-2-3 16,0 1 5-16,-2 2-8 15,0-2 3-15,2-1 3 16,2 3-3-16,3-3 3 15,-4-3-3-15,4 2-2 16,1 2 8-16,1-3-7 16,2 3 3-16,-4-2-2 15,2 3-8-15,2-1 19 0,-1-2-16 16,-1-1 10-16,4-1-3 16,-1-2-6-1,3-4 12-15,0 0-11 0,2 0 1 16,2 0 7-16,0 0-6 15,2 0 7-15,3 0-8 16,-3-4-1-16,1-2 10 16,1 0-8-16,1 1 4 15,-3-3-2-15,4-2-4 16,-4 1 13-16,4-1-13 16,-2-2 6-16,2 5 0 15,1-5-6-15,4 6 12 16,2 1-13-16,3-1 6 15,1 2 0-15,4 2-4 16,3 2 9-16,0 0-8 16,2 0-3-16,0-2 10 15,-2 2-9-15,0 0 7 16,2 0-7-16,0 0-5 16,0 0 15-16,0 0-12 15,0 0 6-15,0 2-1 16,0 6-6-16,0 1-5 15,0 3-22-15,0-4 4 16,0 1 14-16,0-7 2 16,2 2 10-16,0-2-5 15,-2 2 5-15,0-4 5 16,0 0 0-16,0 0 3 16,0 0-5-16,0 2 1 15,0-2 8-15,0 0-7 16,0 4 1-16,0 3-4 0,0 7-11 15,0 0-66 1,0 1-290-16</inkml:trace>
  <inkml:trace contextRef="#ctx0" brushRef="#br0" timeOffset="73182.59">11338 12864 273 0,'-4'-7'55'0,"-2"-3"-12"15,2 4-19-15,0 2 15 16,1 0 0-16,-2 3 4 15,3-2-7-15,2 2-20 16,-2 1 1-16,2 0-24 16,0 0 5-16,0 0 1 15,0 7-3-15,0 5 15 16,0 2-13-16,0-3 5 16,7-1-2-16,10-6-1 15,5-4-2-15,10 0-1 16,9-16 20-16,9-15-6 15,8-8-2-15,8-8-2 16,3 0-2-16,4-7-7 16,1 1 14-16,-4 5-14 15,-3 1 4-15,-7 8 1 16,-6 8-6-16,-9 8-9 16,-11 9-16-16,-12 13-26 15,-14 1-32-15,-8 10-9 16,0 18-106-16</inkml:trace>
  <inkml:trace contextRef="#ctx0" brushRef="#br0" timeOffset="73548.88">11599 13027 290 0,'0'0'7'16,"0"0"-9"-16,0 0 7 16,0 0-2-16,0 0 4 15,9 0 4-15,15 0-6 16,4-13 37-16,8-7-11 15,7-9-7-15,9-6 16 16,4-4-17-16,6-5-10 16,5-5-1-16,-1 1-11 15,1-2 9-15,-5 2-10 16,-4 3 0-16,-10 8-13 16,-12 12-10-16,-12 5-74 15,-11 14-67-15</inkml:trace>
  <inkml:trace contextRef="#ctx0" brushRef="#br0" timeOffset="86282.7">23868 6609 229 0,'0'-6'72'16,"-5"0"-31"-16,-3 1 1 15,3-1 0-15,1 0-8 16,0 2-2-16,1-2 5 15,-1 3-10-15,0-1 2 16,2-2-7-16,0 2-3 16,0 2 2-16,2 2-15 15,-2-4 5-15,2 4 0 16,0-2-1-16,0 2-4 16,0 0-8-16,-3 0-1 15,3 0 1-15,0 0 1 16,0 0 0-16,0 0-4 15,0 10 0-15,0 3 11 0,0 7-3 16,0-1 2 0,0 5-1-16,3-3-2 15,-3 2 9-15,4-6-10 0,-2 2 5 16,2-2-5 0,0-3-2-16,3 0 7 0,-3-3-8 15,1 0 4-15,-1-3-2 16,0-2 0-16,0 0 4 15,-1-3-6-15,1-1-5 16,-2-1 10-16,2-1-3 16,0 0 0-16,5 0 4 15,0 0-8-15,-3-12 20 16,7 1-16-16,-2-4 2 16,7-1-3-16,-2 0-1 15,6-7 8-15,4 0-8 16,6-2 2-16,9-4 0 15,1-3 0-15,8-3 3 16,9-4-5-16,3 0 5 16,2 0 1-16,5 5 2 15,1 0 1-15,-2 8-3 16,-8 2-4-16,-6 9 7 16,-9 3-8-16,-13 4 4 15,-10 4-1-15,-9 3-6 16,-7 1 12-16,-4 0-13 15,-2 0 6-15,0 0-2 16,0 0 0-16,0 0 10 16,0 0-7-16,0 0-2 15,0 0 2-15,0 13-2 16,0 14-19-16,-17 6-38 16,-19 8-121-16</inkml:trace>
  <inkml:trace contextRef="#ctx0" brushRef="#br0" timeOffset="88547.93">23252 7639 301 0,'-8'-14'43'15,"-2"2"-2"-15,4-1-2 16,2 4-3-16,0-1 14 15,0 3-19-15,2 0 2 16,2 3-6-16,0 4-3 16,-2-2-7-16,2 1-13 15,0 1 4-15,0 0-16 16,0 0 1-16,0 3-2 16,6 12 6-16,6 6 11 15,-2-1-11-15,2 2 5 16,-4 0-1-16,0-3 2 15,0-4 2-15,-2-4-8 16,1-2 2-16,-1-4 7 16,1 1-8-16,1-4 2 15,1 0-1-15,2-2-3 16,6 0 11-16,7 0-8 16,4-10 2-16,12-7 6 15,6-5-10-15,11-4 10 0,11-9-9 16,7-5 2-1,9-6 5-15,6-2-1 0,5 0 2 16,-1-3-5-16,-5 11-2 16,-10 7 13-16,-15 8-12 15,-20 12 1-15,-20 13 0 16,-24 0-17-16,0 22-55 16,-40 13 21-16,-11 4-112 15</inkml:trace>
  <inkml:trace contextRef="#ctx0" brushRef="#br0" timeOffset="91564.58">26589 4836 441 0,'-6'-10'75'15,"4"4"-41"-15,-3 2 16 16,3 1-25-16,2-1 2 15,-4 2-1-15,-2 2-15 16,-1 0 0-16,-2 23-12 16,3 10 6-16,-2 7 12 15,5 5-9-15,3 4-3 16,0-5 110-16,0-3-233 16,3-6 121-16,11-6-6 15,6-10 0-15,3-7 0 16,3-8-5-16,2-4 18 15,0 0-19-15,2-12 23 16,-4-9-4-16,-2-7-11 16,-3-3 12-16,-8-2-14 15,0 0 4-15,-7 2 1 16,-4-1 0-16,1 4 4 16,-3 7-9-16,0 6-3 15,0 5 13-15,0 4-5 16,2 6-3-16,7 0-2 15,1 12-11-15,4 11 23 0,0 9-8 16,4 5 4 0,-1 1-1-16,0 1-4 0,2-1 10 15,1-5-14-15,2-6 8 16,-4-2-3-16,0-3-1 16,-4-5-13-16,2-4-63 15,-6-2-72-15,4-8-80 16</inkml:trace>
  <inkml:trace contextRef="#ctx0" brushRef="#br0" timeOffset="92381.93">27200 4947 411 0,'0'0'79'0,"0"0"-9"16,0 0-25-16,0 0-3 0,0-15-7 15,0 12-7-15,0 1-9 16,0 0-3-16,0 0 7 15,0 0-12-15,0 2 5 16,-2-2 2-16,2 0-4 16,0 0 7-16,0-4-12 15,0 0-3-15,0-5-3 16,0-4-1-16,18-7 9 16,8-5-8-16,10-10 7 15,7-7 6-15,11-8 1 16,2-11 4-16,10-10 0 15,1-8-10-15,6-5 9 16,3-7-16-16,1 1 9 16,3 1-7-16,2 3-5 15,-7 6 8-15,-3 9-5 16,-6 12-1-16,-11 11-1 16,-11 11-2-16,-12 9 6 15,-6 13-7-15,-12 7 1 16,-3 7 8-16,-4 3-6 15,-3 0 0-15,-2 0-3 16,0 0-6-16,0 0 13 16,1 0-10-16,-3 1-1 15,2 3 5-15,-2-2-8 16,0 2 14-16,2-2-15 16,-2 2 7-16,0-2 2 0,0 2-2 15,0-2 7 1,0 2-9-16,0-3 2 15,0 5 2-15,-2 2-5 16,-11 0-17-16,0 1-37 16,-2 3-24-16,2 2-22 0,0 1-6 15,3 1-44-15,-4-3-64 16</inkml:trace>
  <inkml:trace contextRef="#ctx0" brushRef="#br0" timeOffset="92748.32">28033 3866 376 0,'0'0'64'0,"0"0"-31"16,0 0-2-16,0 0 22 15,0 0-1-15,86-91-19 16,-60 78-3-16,-2 1-7 16,-3 2-6-16,-4 4 6 15,-4 6-15-15,-2 0-5 16,0 0 0-16,-5 16-9 16,0 13 3-16,-6 8 6 15,0 6 0-15,0 2 3 16,-6 2-2-16,-13-2-2 15,0-4-4-15,-1-9-4 16,5-3 15-16,5-11-45 0,3-5-19 16,4-5-72-1,3-8-68-15</inkml:trace>
  <inkml:trace contextRef="#ctx0" brushRef="#br0" timeOffset="93057.19">28654 3481 420 0,'0'0'55'0,"0"0"4"15,0 0-6-15,0 0-24 16,0 0-1-16,-53-19-1 15,40 30-16-15,-4 18-9 16,-5 8 4-16,1 9 9 16,0 3-4-16,1 1 8 15,8-6-17-15,2-3 1 16,10-6-5-16,0-10-3 16,0-6 12-16,20-4-30 15,10-14-33-15,4-1-37 16,7-1-83-16</inkml:trace>
  <inkml:trace contextRef="#ctx0" brushRef="#br0" timeOffset="93418.56">28861 3591 275 0,'0'0'28'16,"0"0"7"-16,0 0-6 16,0 0 5-16,30 104 14 15,1-100-4-15,1-4-11 16,4 0 10-16,-1 0-16 16,-5-11-9-16,-4-3 8 15,-7-5-5-15,-6-2 2 16,-9-3-5-16,-4 2-4 15,0-2 0-15,0-1-7 16,-10 3 4-16,-10 7-15 16,-1 5 1-16,-3 6-1 15,-4 4-1-15,0 0 5 16,2 14 1-16,5 5-36 16,4 5-18-16,10-6-98 15,7-8-144-15</inkml:trace>
  <inkml:trace contextRef="#ctx0" brushRef="#br0" timeOffset="93663.9">29201 3204 458 0,'0'0'97'15,"0"0"-28"-15,0 0-5 16,0 0-20-16,0 0-30 15,0 2-25-15,2 37 16 16,2 10 14-16,-1 8-14 0,2 3 3 16,-3-2-11-1,2-6 9-15,0-6-16 0,7-6-25 16,0-13-32-16,6-9-81 16,4-7-81-16</inkml:trace>
  <inkml:trace contextRef="#ctx0" brushRef="#br0" timeOffset="94397.59">29531 3403 364 0,'0'0'77'0,"0"0"-32"16,0 0-35-16,0 0 18 15,0 0 6-15,-56 132-19 16,51-100 1-16,5-4-5 15,0-6 6-15,0-4-5 16,0-7-13-16,13-5 6 16,-2-3 8-16,0-3-4 15,-1 0 4-15,-1 0 4 16,0-16-6-16,-5-2 7 16,0-5-14-16,-2-4 1 15,2-2 0-15,-2-1-7 16,6 5 17-16,-4 0-13 15,4 7 1-15,6 6 2 16,2 8-8-16,2 4 6 16,5 0-6-16,1 4 3 15,0 12 1-15,-2-1 0 16,-6 4 3-16,2-3-7 16,-6-2 0-16,2-3 11 15,-8 0-8-15,2-8 2 16,-6-1-1-16,1-2-3 15,-3 0 12-15,0 0-5 0,0-2 15 16,0-18-13-16,0-7-6 16,6-11 13-16,3-5-15 15,6-3 10-15,4-7 0 16,3 6 2-16,8 1 3 16,1 11-8-16,5 6-4 15,2 10 1-15,1 11-4 16,-1 8 0-16,0 0-2 15,-4 8-3-15,-4 17 13 16,-6 3-11-16,-7 1 4 16,-9 1-9-16,-8-3-6 15,0 1 19-15,-10 0-16 16,-16-3-1-16,0-5 32 16,1-5-17-16,1-5 4 15,6-6-6-15,6-4 5 16,5-2 4-16,7-22-5 15,0-5-2-15,0-3-6 16,5 1 3-16,11 5 1 16,6 9-14-16,-2 17-56 15,-8 0 0-15,-8 27-27 16,-4 20-80-16</inkml:trace>
  <inkml:trace contextRef="#ctx0" brushRef="#br0" timeOffset="95313.93">27198 5036 428 0,'0'0'84'16,"0"0"-17"-16,0 0-23 16,-8-16 6-16,8 13-17 15,0 2-17-15,0 1-7 16,0-2-13-16,0 2 0 15,0-3 0-15,22 2-3 16,12-6 13-16,15-5 19 16,15-6-8-16,18-2 7 15,13-6 0-15,15-3-5 16,11-2 1-16,6 0 8 16,1 0-1-16,-1 2-18 15,0 0 1-15,-13 4-9 16,-11 4-4-16,-21 4 10 15,-15 2-14-15,-22 6 11 16,-17 3-1-16,-13 6-2 16,-13 0 3-16,-2 0 13 15,0 0 1-15,0 0-15 16,0 0-11-16,-6 0 5 16,-5 0-4-16,-4 0-23 15,-5 0-32-15,-6 7-47 16,-4 7-44-16,-2-4-160 15</inkml:trace>
  <inkml:trace contextRef="#ctx0" brushRef="#br0" timeOffset="95703.53">28360 4580 520 0,'0'0'100'16,"0"0"-35"-16,0 0-50 16,0 0 6-16,0 0 8 15,89-56-2-15,-51 56-10 16,3 0-19-16,-4 0 8 16,-5 15 6-16,-2 9-9 15,-9 5 12-15,-5 2 2 16,-10 3-11-16,-6 4 13 15,0 1 2-15,-2-7-4 16,-20 1-2-16,-2-4-11 16,-4-4 15-16,1-1-12 15,1-7 2-15,2-2 1 16,2-3-7-16,8-4 4 16,0-5-10-16,6 1 4 15,4-4-2-15,2 0-8 16,2 0-59-16,0 2-68 15,0-2-36-15,8 0-30 16</inkml:trace>
  <inkml:trace contextRef="#ctx0" brushRef="#br0" timeOffset="97730.93">29159 4243 495 0,'0'0'89'0,"2"-11"-28"16,0 7-7-16,-2 2-7 15,4 0-13-15,-4-1 0 16,2 3-18-16,0 0-13 16,0 0 6-16,-2 0-11 15,2 0 3-15,-2 0-7 16,4 18 2-16,4 6 16 15,-2 9 1-15,4 5-8 16,4 9-1-16,2 1-2 16,2 2 5-16,-3 3 3 15,2 1-6-15,-4 0 34 16,0-3-32-16,-2-3 4 16,-1-5 0-16,-1-5-1 15,-2-5 7-15,-3-6-14 16,0-4 2-16,-4-5-3 15,0-4-2-15,0-2 9 16,0-3-8-16,-19 1 1 16,-5-3 5-16,-6-1-5 0,-2 0 4 15,-4-5-8-15,0-1 2 16,2 0 2-16,2 0-4 16,4-1 3-16,5-17-6 15,7-1-3-15,8-8 10 16,8 0-17-16,0-4 13 15,12 2-2-15,19 2 4 16,7-1 7-16,6 8-13 16,-2 0 21-16,4 9 0 15,-5 0 3-15,-3 5 0 16,-6 6-12-16,-4 0 1 16,-4 0 2-16,-6 0-1 15,-1 0-2-15,-4 5-8 16,-5 1-3-16,-6 6 9 15,-2 5-28-15,0 4-61 16,-17 6-49-16,-22 0-151 16</inkml:trace>
  <inkml:trace contextRef="#ctx0" brushRef="#br0" timeOffset="99364.33">27377 5067 414 0,'0'0'84'15,"0"0"-21"-15,0-22-5 16,0 16-19-16,0 1-4 15,-2 0-1-15,2 2-11 16,0 0-1-16,0 3-11 16,0 0-3-16,0 0 7 15,0 0-9-15,0 0-4 16,0 0-4-16,0 0-6 16,0 5 14-16,4 6-7 15,6 6 6-15,2 0 6 0,-2 1-11 16,1 4 12-16,-2-1-12 15,1 0 5-15,-1 1-2 16,0-1-2-16,-1 0 5 16,1-2-6-16,-3 2-1 15,3-2 10-15,-3-2-9 16,1-2 1-16,-3-2 1 16,4 3-5-16,-3-4 11 15,2 0-10-15,-3-1 3 16,2 1 0-16,0-1 0 15,4 5 11-15,-2-1-9 16,2 5 6-16,2 1 4 16,0 2-3-16,6 2 4 15,-1 3-12-15,0 0 3 16,2 3 8-16,1 4-8 16,1-2 0-16,0 2-3 15,1 0-5-15,2 0 14 16,4-1-12-16,2 2 2 15,5-4-1-15,-1-1 0 16,4 0 9-16,2-4-8 16,-2 0 0-16,1-1-1 15,-1-3-1-15,2-2 9 16,-4-1-12-16,0-2 3 16,-1-5 2-16,1-1-2 15,-2-1 9-15,1-6-11 16,-3-2-1-16,1-3 19 15,2 0-11-15,-5 0 1 16,0 0 5-16,-2 0-8 16,-1 0 11-16,-1 0-16 15,-4-6 7-15,-3 1-3 0,-2 3-1 16,-5-3 9-16,-6 4-14 16,-2 1 6-16,-2 0 1 15,-2 0 2-15,0 0 1 16,0 0-8-16,0-6-4 15,0 3 5-15,0 1-42 16,0 2-24-16,-6 0-37 16,-6 0-96-16,2 11-107 15</inkml:trace>
  <inkml:trace contextRef="#ctx0" brushRef="#br0" timeOffset="99847.78">29175 5660 498 0,'0'0'88'16,"0"0"-32"-16,0 0-12 15,0 0-26-15,-115-46 5 16,85 46-5-16,2 0-10 16,-3 14-3-16,6 15 0 15,1 2 10-15,2 8-12 16,9 5 12-16,7 1 13 16,6 0-17-16,0 5 0 15,0 3 0-15,19 4-10 16,3-1 42-16,2 6-1 0,-1-4-25 15,-2 2-2-15,1-6-4 16,-4-2 4-16,-4-5-13 16,-5-9 7-16,0-5 0 15,-7-7-6-15,-2-5 4 16,0-7-8-16,0-5 1 16,-2-3 7-16,-14 0-5 15,2-6 0-15,-4 0-3 16,1 0-3-16,0 0-7 15,-1-2-59-15,2-16-34 16,-4-9-41-16,-1-10-99 16</inkml:trace>
  <inkml:trace contextRef="#ctx0" brushRef="#br0" timeOffset="100051.69">28823 6217 589 0,'0'0'50'0,"0"0"-45"16,0 0 41-16,0 0-15 15,141-61 9-15,-89 44-23 16,2 0-8-16,-7 1-8 16,-3 4-4-16,-6 3-34 15,-10-1-49-15,-10-2-131 16</inkml:trace>
  <inkml:trace contextRef="#ctx0" brushRef="#br0" timeOffset="101447.92">29806 4567 322 0,'0'0'57'16,"0"0"4"-16,0 0-5 16,0 0-1-16,0 0-16 15,0 0-5-15,-2 0 9 0,2 0-19 16,0 0 0-16,0 0-6 16,0 0-13-16,4 0-2 15,22-14-7-15,6-1 28 16,5-5-3-16,6 0-7 15,0 0 0-15,-4 2-6 16,-7 5 5-16,-4 0-1 16,-8 7-9-16,-8-1 2 15,-4 2-4-15,-8 5-5 16,0 0 5-16,0 0-4 16,-8 0 1-16,-16 0 1 15,-6 13-7-15,-6 3 12 16,-1-1-6-16,3 1-7 15,4-6 5-15,6 1 5 16,9-5 6-16,4-5-9 16,7 2 1-16,4-3 4 15,0 0-4-15,2 0-8 16,24-6-5-16,4-6 21 16,6-4 3-16,1 2-8 15,-1 0 2-15,0 1-5 16,-12 2 2-16,-2 6 9 15,-4-1-10-15,-8 3 0 16,-5 0-2-16,-3 3-5 16,-2 0 10-16,0 0-9 15,-13 0 4-15,-13 3 10 16,-4 6-6-16,-6 3-5 16,-3-4 4-16,2 1-4 15,10-1 5-15,5 0-2 0,6 9-1 16,4-6-41-16,3 1-161 15</inkml:trace>
  <inkml:trace contextRef="#ctx0" brushRef="#br0" timeOffset="111579.93">29595 4226 479 0,'2'-10'57'0,"-2"3"-7"15,0-4-5-15,0 4-4 0,0 1-6 16,0 0-16-16,0 3-8 15,0-3-1 1,0 3-7-16,-2 0 7 0,-6-1-9 16,-4 1-9-16,-2 0 13 15,-4 2-10-15,-3-1 8 16,-5 2-3-16,-2 0-10 16,-2 0 17-16,-2 0-12 15,0 0 5-15,0 2-1 16,1 4-2-16,1 1 8 15,-2 0-8-15,0 5-1 16,-3 6 5-16,0 5-2 16,-3 2 3-16,1 6-4 15,1 2-5-15,0 0 12 16,3 0-12-16,3 0 9 16,2-2 0-16,2-3-6 15,2 0 13-15,8-5-10 16,0-2 4-16,6 1-5 15,5-1 2-15,0 0 7 16,3 2-10-16,0 5 3 16,2-2 0-16,0-1 1 15,0 3 2-15,12-6-7 16,2 2 3-16,4-2 5 16,0-1-3-16,2 4-3 15,2-4 3-15,1 1-4 16,1-1 17-16,4 0-21 15,2 1 10-15,2-4-2 16,3-1-5-16,1-1 13 16,6-4-10-16,-4 0-1 15,0-2 7-15,4-4-6 0,-4-4 6 16,-1-2-13-16,3 0 11 16,0 0 2-16,0 0 2 15,-1-11-1-15,1-2-3 16,0 0 4-16,-6-2 4 15,-4-2-5-15,-2-1 4 16,-2-1-2-16,-3-3-4 16,-3 0 13-16,0-1-12 15,-6-2 4-15,0-6-3 16,-2-2 4-16,-3-1 0 16,-3-7-11-16,-1 0-1 15,-1-2 7-15,-4-1-5 16,0 1 4-16,0 1-3 15,-11 0-6-15,-8 2 16 16,-3 5-13-16,-4 5 7 16,-2 5-6-16,0 3-3 15,3 5 11-15,3 5-13 16,3 5 4-16,6 2 1 16,2 5-4-16,5 0 3 15,1 14-62-15,5 19-19 16,-2 15 3-16,-4 10-107 15,-7 10-193-15</inkml:trace>
  <inkml:trace contextRef="#ctx0" brushRef="#br0" timeOffset="113247.93">29455 5680 415 0,'0'0'47'0,"0"0"3"0,0 0-4 15,-21-27-18-15,15 21-9 16,-4 1-1-16,2-2 7 16,0 1-7-16,-1 0 2 15,-4-1-10-15,-3-3-3 16,-2 2 7-16,-2-1-8 15,-8 4 3-15,0 0-8 16,-2 4-3-16,-5 1 7 16,-3 0-9-16,2 0 6 15,-1 0-2-15,-2 0 1 16,0 1 5-16,1 6-12 16,-1 5 5-16,-4 0-1 15,0 0 3-15,-1 5 3 16,2 1-6-16,-1-1-3 15,4 1 9-15,2 1-6 16,5 0 4-16,2 3-2 16,2 3-4-16,2 2 12 15,3-2-11-15,-1 5 3 16,4 0 2-16,6-2-5 16,0 6 11-16,6-5-14 15,0 4 6-15,1 0 1 16,2 2-2-16,-1 0 6 15,2-1-6-15,0 2-3 16,4 6 10-16,-3-6-7 16,3 5 7-16,0 2-3 15,0-3 4-15,5 1 4 0,7-3-8 16,4 2 5-16,6-8-3 16,0-1-5-16,4-4 9 15,5-3-11-15,-1-1 5 16,0-1-2-16,0-3 3 15,-2 0 2-15,0-1-10 16,-2-2 2-16,0 2 5 16,0-7-3-16,-3 1-3 15,3-2 1-15,2-2-5 16,0-4 15-16,2-1-11 16,0-3 13-16,5 0-11 15,1 0-3-15,0 0 13 16,2 0-13-16,-2-1 10 15,1-7-5-15,-3-1-1 16,-2 2 5-16,-2 0-7 16,-2-4-2-16,0 3 8 15,-2-1-5-15,2-1 3 16,-3-2-3-16,4 0-5 16,-4-1 21-16,-3 0-16 15,-2-2 3-15,-3 3-2 16,-2-1-5-16,0 0 18 15,-2-3-4-15,0-3 2 16,-1-3-6-16,4-3-4 16,-4 0 8-16,2-1-11 15,-4 0 1-15,3 1 4 16,-4 0 3-16,-1 1 3 16,-1 3-8-16,-1 1-3 15,-3 1 16-15,3-2-6 16,-4-3 1-16,0 1-6 15,3-2-11-15,-3-3 20 16,0 2-12-16,0-1-2 16,-2 2 2-16,0-4-5 15,0 0 15-15,0 1-15 0,0 2 4 16,0-2 2-16,-9 5-1 16,3 0 5-16,-3 2-6 15,1-1-1-15,-3 1 11 16,3 2-6-16,-1 2-3 15,0-1 2-15,1 2-5 16,-1 3 14-16,2-1-11 16,-1 4-2-16,4 3 6 15,-2-1-5-15,0 2 11 16,2 2-18-16,2 0 7 16,0 4-1-16,0-1 2 15,2 1 3-15,0 0-10 16,0 0 3-16,0 0 4 15,0 0-21-15,0 1-23 16,0 15 7-16,0 7-21 16,0 14-4-16,0 4-64 15,0 6-111-15</inkml:trace>
  <inkml:trace contextRef="#ctx0" brushRef="#br0" timeOffset="121847.05">22426 8839 329 0,'-6'-3'47'16,"3"0"-8"-16,1 2-8 15,0-1 8-15,2 2-11 16,-2 0-21-16,2 0 3 15,-2 0-16-15,0 3 14 16,-1 9 4-16,3 1-7 0,0-1 4 16,0 0-9-16,0-2 2 15,5-3 0-15,8-3-8 16,2-4 12-16,6 0-9 16,7 0 5-16,4-13 13 15,10-14-3-15,7-12 13 16,9-7 5-16,13-11 4 15,15-10 5-15,8-11-10 16,17-5 0-16,5 0-10 16,2 3-11-16,-4 7 7 15,-9 10-17-15,-13 18 1 16,-22 12 2-16,-19 11-1 16,-16 9 2-16,-18 8-7 15,-13 4-13-15,-4 1-1 16,0 0 16-16,-17 1-24 15,-13 17-50-15,-9 10-58 16,-12 1-125-16</inkml:trace>
  <inkml:trace contextRef="#ctx0" brushRef="#br0" timeOffset="122323.13">23015 8781 254 0,'0'0'33'0,"0"0"11"16,0 0 22-16,0 0 6 15,145-131-11-15,-91 82-3 16,10-7-2-16,7-4-7 16,5-1-9-16,-1 6-10 15,-3 7-8-15,-6 9-6 16,-13 10-16-16,-12 9 4 16,-16 9-8-16,-7 5-20 15,-10 6-28-15,-8 0-34 16,0 0-15-16,0 2-11 15,-10 12-144-15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9T03:43:52.3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20495 6528 335 0,'0'0'41'15,"0"0"2"-15,-121-6-5 16,71 6 0-16,-4 0 0 16,-4 0-7-16,-5 2-1 15,1 10-12-15,-1 1-3 16,1 1 6-16,4 3-9 15,-2 5-4-15,1-2-3 16,-1 6-5-16,5 4 10 16,1 1-11-16,2 1 2 15,7 2 4-15,0 1-3 16,6 4 16-16,3 0-14 16,1 5-2-16,-1 3 1 15,-1 2-1-15,2 2 2 16,-3 4-5-16,4 1 0 15,-1 3 6-15,7 2-5 16,2 5 3-16,4 4-3 16,6-1-3-16,9-2 10 15,7 2-8-15,0-3 0 16,0-6 2-16,5-1-4 0,13-1 10 16,6 1-10-16,2 1 5 15,6 2 1-15,3-2-1 16,5-1 6-16,2 4-9 15,5 1 6-15,5-4 5 16,0 0-9-16,3-2 8 16,7-6-8-16,6 0-3 15,0-6 9-15,5-2-5 16,7-6 3-16,4-3 1 16,4-8 1-16,0-6 8 15,-2-7-13-15,0-9 0 16,-1-5 2-16,-4 0-7 15,1 0 10-15,-2 0-8 16,1-9 1-16,3-1 1 16,0-3-1-16,7-1 3 15,-4-4-6-15,4-1 2 16,1 0 4-16,-4-2-4 16,1-1 3-16,-5 3-5 15,0-4 0-15,-5 2 8 16,1-1-8-16,-1-1 3 15,3-2-1-15,-2-1-4 16,2 3 13-16,0 2-10 16,-3-2 1-16,3-1 3 15,0 2-3-15,-3-3 5 16,3-7-7-16,0-1 3 16,-1-5 2-16,3 1-4 15,1-6 6-15,-4 1-7 16,3 0 1-16,-4 0 8 15,-5 0-9-15,-1 1 4 16,-8-1-1-16,-1-4-3 0,-7 3 11 16,0-3-12-16,-5-1 5 15,-3 0-2-15,-5-1-1 16,-6 1 8-16,-7 0-8 16,-9-1-1-16,-7 2 2 15,-12 0 0-15,-4-3 4 16,0 2-6-16,-15-3 0 15,-15 3 7-15,-7-6-6 16,-2-2 4-16,-3 1 1 16,-4-1-9-16,1 0 14 15,2 1-10-15,-4-1 3 16,-1 1 0-16,-1 2-4 16,-7-1 9-16,-4 3-13 15,-7 6 4-15,-9 3 7 16,-1 6-5-16,-9 6 8 15,-6 4-4-15,-7 5-2 16,-5 7 2-16,-5 1-3 16,-8 4 1-16,3 3-1 15,-3 2-3-15,2 3 7 16,3 0-4-16,5 0 1 16,-1 0-2-16,1 1-1 15,1 14 9-15,1 0-11 16,4 1 4-16,6-2 1 15,5 1-3-15,10-1 10 16,11 2-10-16,9-5 3 16,8 3 0-16,11-3-1 15,11-1 4-15,8-2-8 0,12-3 0 16,4 4 8-16,4 0-75 16,-4 1-7-1,-4 3-56-15,-10 7-225 0</inkml:trace>
  <inkml:trace contextRef="#ctx0" brushRef="#br0" timeOffset="5586.02">19968 13880 361 0,'0'-11'51'0,"0"3"-18"0,-8-1 3 15,2 1-11-15,0-2 3 16,-6 3 14-16,2-4-19 16,-3 4 1-16,0 1 0 15,-6-1-9-15,1 1-1 16,-1 2-7-16,-2 1 0 16,-1 3 19-16,0 0-26 15,3 0 1-15,-4 0-1 16,1 6-7-16,-2 7 17 15,-1 6-14-15,1 0 4 16,-2 5 2-16,0 1-7 16,2 1 14-16,3 0-14 15,2 3 3-15,-3 0 5 16,3 2-5-16,1 5 6 16,0 3-7-16,-4 3-1 15,-2 9 10-15,0 1-9 16,3 3 5-16,-3-1-3 15,2 3-4-15,1-2 14 16,0 1-13-16,1-1 5 16,2-3-1-16,4 3-5 15,6-4 13-15,-2 3-12 16,2 3 4-16,4-3 1 16,2 0-5-16,2 2 12 15,0-2-13-15,0 0 2 16,0 3 4-16,0-3-4 15,0 3-2-15,2 0-10 16,4-1 4-16,0 2 15 0,4 3-12 16,-4-5 7-16,6-1 1 15,2-2-6-15,0-1 13 16,2-4-17-16,3-1-1 16,5 2 1-16,-5-3 2 15,5 4 14-15,-1-2-14 16,1 2 4-16,6 0 4 15,0-3-3-15,5 2 8 16,-1 1-11-16,2 0 3 16,6-2 10-16,-2-2-12 15,1-4 6-15,5 3-1 16,-2-4-7-16,4-5 19 16,2 0-18-16,-1-4 5 15,5-1 2-15,0-2-7 16,4-4 19-16,-1-1-21 15,6-5 3-15,-3-2 9 16,8-5-12-16,-2 0 14 16,5-7-12-16,4-3 3 15,5-2 8-15,4 0-7 16,4 0 8-16,3 0-11 16,3-12 1-16,5-1 14 15,0-4-19-15,4-3 6 16,1 3 0-16,-3-6-7 15,-3 1 16-15,-1 1-15 16,3-3 1-16,-4 2 6 16,3-6-5-16,2 1 11 0,1 0-13 15,-1-3-1 1,0-2 1-16,-3 1-2 0,-1 1 8 16,-1-1-4-16,-4-2 1 15,-5 2 12-15,4-4-9 16,-5 6 4-16,0-4-3 15,-1 0-5-15,-4 0 9 16,-1 2-10-16,0 0 7 16,-5-1 2-16,-3 3-7 15,-2-1 14-15,-1 3-11 16,-5 0 0-16,1 0 5 16,-1 2-4-16,-2-4 7 15,3 1-10-15,-3 2 3 16,3-4 6-16,-3 2-6 15,-4-2 4-15,0-1 0 16,-1-6-6-16,-8-2 14 16,-2-2-13-16,-4 0 4 15,-2-6 3-15,-4-1 0 16,-5-3 9-16,0 1-9 16,-4-1 2-16,-2 0 5 15,-4 2-6-15,-5 2 4 16,-7 3-10-16,-3-1 5 15,-7 0 6-15,0 4-10 16,0-6 7-16,-15 0-3 16,-7-1-4-16,-3 1 16 15,-3 3-17-15,-4-2 3 16,-6 1 7-16,-6 2-2 16,-4 4 11-16,-7 1-21 15,-8-1 7-15,-1 3 2 16,-8 0-8-16,2 5 13 0,-3-1-16 15,1 3 5-15,-3-2 4 16,1 8-5-16,0-5 6 16,-4 5-7-16,-4 2-3 15,0 1 12-15,-2 5-10 16,1-2 6-16,-1 0-3 16,2 4-4-16,3-1 15 15,-3-1-17-15,5 2 8 16,-1 1 0-16,1 0-8 15,-1 3 14-15,-6 2-12 16,-5-3 6-16,-3 2-2 16,-7 0-1-16,0 0 9 15,0 3-13-15,3-1 3 16,1 0 4-16,5 2-3 16,-1 0 6-16,3 0-7 15,2 0-5-15,-5 1 17 16,3 0-15-16,2 0 7 15,-4-3-2-15,-2 4-6 16,1-2 14-16,-1 2-14 16,1 0 6-16,1 0 1 15,-3 2-5-15,5 0 13 16,4 0-14-16,2 0 3 16,3 0 5-16,3 0-4 15,3 0 9-15,0 2-8 16,9 6 1-16,4-2 9 15,5 2-10-15,10-2 7 16,8-1-2-16,13-3-6 16,12 2 14-16,6-4-16 15,6 0 4-15,0 2-5 16,0 2-56-16,2-1-14 16,0 3-133-16</inkml:trace>
  <inkml:trace contextRef="#ctx0" brushRef="#br0" timeOffset="20467.45">23075 11871 344 0,'-34'-13'38'0,"-6"2"-6"16,-4 4 24-16,-5 6-21 16,-5-1-18-16,-4 2 21 15,-5 0-12-15,1 0-13 16,-4 10-5-16,-3 7-1 16,-5 0 5-16,-3 3-4 15,-3 2 2-15,1-1 5 16,-1-1-11-16,7 1 7 15,2-1 0-15,4-3-5 16,9 2 17-16,0 5-9 0,7 0-7 16,1 1 2-1,9 1-7-15,5 3 10 0,6-4-14 16,2 3 3-16,6 1 1 16,5-2-3-16,2 4 5 15,0 0-5-15,4 4-3 16,2-1 10-16,7 3-8 15,2-2 3-15,0 0-1 16,0 0-4-16,15-4 12 16,9-1-12-16,8-1 3 15,12 1 1-15,2-4-1 16,11-1 7-16,7-3-9 16,14-7 5-16,11 1 4 15,15-8-2-15,13-2 12 16,5-2-13-16,14-4-1 15,4 0 4-15,7 0 0 16,6 0 0-16,4 0-6 16,10 0-4-16,-2-10 11 15,5-8-12-15,-4-3 8 16,-5-7 0-16,-8 1-11 16,-11-4 19-16,-9-6-18 15,-12-1 7-15,-15 0 0 16,-19-1 0-16,-13-2 6 15,-16-2-13-15,-18-2 7 16,-14-6 0-16,-13 1 7 16,-11-4-3-16,-2-3-4 15,-10 4-3-15,-23-1 11 16,-14 1-10-16,-14 1 1 0,-11 0 2 16,-11 4-6-16,-9 3 12 15,-5 2-11-15,-6 2 4 16,5 8 0-16,-4 8-4 15,3 9 8-15,0 13-12 16,2 3 9-16,1 0 6 16,5 19-7-16,7 8 2 15,11 2-5-15,13 0-4 16,8-6-69-16,4-11-119 16</inkml:trace>
  <inkml:trace contextRef="#ctx0" brushRef="#br0" timeOffset="104813.93">19207 9128 521 0,'-9'-14'50'0,"-1"7"-23"0,3-1 1 16,1 2 2-16,-1 2 4 16,3 2-7-16,0 2-7 15,2 0-16-15,-3 0-8 16,1 10-1-16,-2 19-4 16,-5 12 23-16,2 11-8 15,-1 11-3-15,1 13-1 16,0 5-3-16,3 9 3 15,-2 10 1-15,-2 11-6 16,2 6 6-16,0 6-5 16,3 3 1-16,5 3 9 15,0-7-4-15,0-4 6 16,9-4-4-16,10-4-5 16,4-5 6-16,1-2-12 15,4 2 9-15,0 5-1 16,1 5-3-16,-1 4 2 15,-8-1-6-15,2-2 10 16,-6-7-2-16,-2-5-8 16,-1-9 4-16,0-6-1 15,2-1 3-15,-2-4 1 16,0 8-7-16,0-3 8 0,0 2-4 16,-1-3-1-1,0-4 4-15,2-10-7 0,-2-7 5 16,2-13-1-16,-3-7-2 15,0-10 7-15,0-8-12 16,0-6 4-16,-1-5-3 16,-1-5 0-16,1-3-3 15,4-2 3-15,-4-5 2 16,6 2 6-16,-4 1-3 16,8-3 1-16,-6 0-5 15,4 3 3-15,1-1 3 16,-2 2-8-16,-4 0 7 15,0 5-6-15,-4 2 2 16,-5 4 3-16,-2 3-7 16,-2-4 11-16,0 2-5 15,0-1 2-15,0-1 3 16,0-1-6-16,0-3 5 16,2 5-1-16,0-1-2 15,5-1 2-15,2 1-4 16,1 2 4-16,6-2-1 15,6 1-7-15,0-5 8 16,11 3-2-16,4-2-1 16,8-6 0-16,9-2-2 15,6-3 4-15,11-3 2 16,2 0-2-16,9-6 1 16,8-13-6-16,7-10 10 15,-1-1-2-15,8 3-6 16,3-3 2-16,4 5 2 15,0 2 1-15,-1 5 3 16,1 3-8-16,2-1 6 16,-1 1-3-16,4-3 0 0,-2 3 1 15,-2 1-10-15,-3 3 13 16,-3-1-4-16,-3 4 0 16,-8 3 0-16,-3-1-2 15,-6 1 5-15,-4 5-3 16,-3-1 1-16,-1 1 0 15,-3 0-2-15,-1 0 4 16,3 0-1-16,3 6-5 16,6 0 4-16,2-1-5 15,4 1 2-15,1-2 5 16,1 0-11-16,-3 2 8 16,-5-2-6-16,-4 0-3 15,-7-4 3-15,-5 3-2 16,-8-3 5-16,-7 0-8 15,1 3 4-15,-2-3 6 16,0 0-5-16,-1 0 10 16,-1 0-7-16,2 0-1 15,-2 0 9-15,-1 0 15 16,1 0-11-16,-2 0-5 16,1 3-3-16,1 1 7 15,2-2-4-15,-1-2 13 16,5 0-9-16,0 0-13 15,5 0 12-15,-1-6-10 16,-1-3 7-16,3-1 3 16,-2-2-10-16,1 2 4 15,-3 1 5-15,0-1-5 16,-2 3 2-16,3-1-4 0,-1-1-1 16,2 1 0-1,3-4-3-15,4-6-2 0,2-5 3 16,0-1 0-16,-2-1 10 15,-1 2-14-15,-5 2 14 16,-7 4-1-16,-6 3-6 16,-12 2 22-16,-6 1-23 15,-2-1 5-15,-4 0-1 16,-2-1 1-16,4-3 5 16,2-4-4-16,1 1 6 15,-1-3-6-15,0-1-2 16,0-1 9-16,-7 5-4 15,-3 1 1-15,-6 5 0 16,0 3 0-16,-4 4 6 16,-1 1-11-16,4 1-3 15,-3-1 3-15,6 2-8 16,-4 1 8-16,4-2-2 16,-4-6-1-16,6-1 3 15,-3-3-7-15,-2-3 8 16,0-6-1-16,-1-8-6 15,2-5 6-15,-6-8-5 16,-4-6 4-16,0-8 4 16,-2-9-14-16,-2-2 11 15,4-8 0-15,0-2-7 16,0-5 9-16,2-5-13 16,-2-2 11-16,0-4-2 15,-2-5-4-15,-2-5 4 16,0-3-7-16,0-9 4 15,0 3 9-15,0-4-9 16,-6-2 3-16,-10-2-3 0,-4-4 0 16,-4 0 6-16,-4-1-6 15,0 3 3-15,-2 0-4 16,-3 8 5-16,3 12-3 16,2 3-11-16,-2 9 12 15,5 4 0-15,1 4-4 16,7 5 0-16,0 1-5 15,3 7 11-15,4 7-3 16,0 8-2-16,-2 9 3 16,2 10-7-16,-6 7 7 15,6 7 5-15,-5 1-6 16,2 5 3-16,-2-3-1 16,0 5 1-16,-2-1 4 15,-5 1-8-15,-4 1 4 16,-8 4-1-16,-11 4 0 15,-11 5 5-15,-16 1-12 16,-13 0 11-16,-7 0-4 16,-12 0-2-16,-1 1-4 15,-8 5-5-15,2-2 11 16,-3 2-5-16,-1 0-5 16,-3 0 12-16,-3 5-4 15,-5 5-1-15,1-1 7 16,-2 6-6-16,0-1 3 15,4 4 0-15,7-4-1 16,7 2 4-16,-1-6-11 16,3 1 13-16,-1-2-8 15,-5 1 2-15,-4 1-3 16,-6 0 0-16,-2 5 4 0,-5 3-1 16,-7 4-1-16,-7 8 0 15,-7-2 1-15,-2 5 2 16,0-5 1-16,8 2-10 15,2-2 12-15,12-6-5 16,7 0-2-16,-3 0 6 16,2 0-10-16,3-2 9 15,-3 2-4-15,8-4-4 16,3-6 5-16,11-1-5 16,6-4 7-16,9-3-2 15,6-5-3-15,5 2 3 16,1-1-2-16,1 2 1 15,-3 2 3-15,1 1-6 16,-1-1 3-16,2 3-3 16,0 2 3-16,3-3 3 15,8-3-6-15,7-1 7 16,8-3-4-16,8 0 1 16,7-5 7-16,7 2-8 15,9-1 4-15,4-2-3 16,6 1-2-16,0-1 1 15,5 3-4-15,2-1 3 16,2 1-9-16,0 3-33 16,0 2-5-16,17 1-15 15,16 2-109-15</inkml:trace>
  <inkml:trace contextRef="#ctx0" brushRef="#br0" timeOffset="105747.47">21259 9643 405 0,'0'-6'60'0,"0"0"-16"15,0 1-21-15,0 5-8 16,0 0 13-16,0 0-4 15,0 0-11-15,0 21 19 16,10 8-7-16,-2 7 1 16,2 5-9-16,2 5-7 15,2-5 4-15,6-5-6 16,3-2-1-16,9-13 1 16,10-7-11-16,7-14 8 15,16 0 2-15,6-23 4 16,13-15 4-16,11-9-16 15,3-6 4-15,7-3 3 16,1 0-4-16,2 0 3 16,-10 3-5-16,0 3 0 15,-15 2 5-15,-7 7-9 16,-14 10 4-16,-13 6-19 16,-19 13-19-16,-12 12-32 15,-18 0-55-15,-2 12-105 16</inkml:trace>
  <inkml:trace contextRef="#ctx0" brushRef="#br0" timeOffset="106165.59">21557 10182 376 0,'0'0'17'0,"0"0"-13"16,0 0 11-16,0 0 11 16,0 0-19-16,-41 46 1 15,41-25 1-15,0 0-4 16,4-2 7-16,11-3 14 15,11-10 26-15,8-6-36 16,12 0 20-16,16-29 21 16,13-14-33-16,20-14 2 15,13-4-5-15,10-9-5 16,9-7-1-16,-2 2-5 16,-7 1-5-16,-8 6 2 15,-12 4-6-15,-18 12 3 16,-19 12-4-16,-17 14 2 15,-16 13-7-15,-16 13-50 16,-12 0-56-16,-12 7-44 16,-28 17-212-16</inkml:trace>
  <inkml:trace contextRef="#ctx0" brushRef="#br0" timeOffset="107464.63">25165 11083 353 0,'0'0'86'16,"0"0"-15"-16,0 0-4 15,-20-21-12-15,18 19-15 16,0 2-21-16,-2 0-15 15,4 0-14-15,-2 13 15 16,2 7 9-16,0 3-8 16,0-3-2-16,0-1-4 15,10-4 6-15,6-3-5 16,10-7 4-16,4-5 2 16,12 0 3-16,8-5-7 15,6-15 16-15,9-9-12 16,6 0-2-16,-1-3-3 15,2-1 2-15,1-3 1 16,-9 4-9-16,-8 5 8 0,-15 5-2 16,-13 7-16-1,-12 7-14-15,-16 8-28 16,-3 0-20-16,-32 8-46 16,-10 13-90-16</inkml:trace>
  <inkml:trace contextRef="#ctx0" brushRef="#br0" timeOffset="107718.38">25124 11381 277 0,'0'0'90'0,"0"0"10"16,129-33-17-16,-66 3-15 15,9-4-25-15,8-4-17 16,9-1-15-16,3-4-6 16,1 1 0-16,-5 3-8 15,-11 7 8-15,-10 5-4 16,-20 9-49-16,-19 5-56 16,-19 9-90-16</inkml:trace>
  <inkml:trace contextRef="#ctx0" brushRef="#br0" timeOffset="107931.52">25571 11207 420 0,'0'0'8'16,"0"0"20"-16,143-74 34 0,-77 48-23 15,5 0-25 1,-7 9-6-16,-5 4-2 16,-16 8-27-16,-19 5-110 15,-24 0-189-15</inkml:trace>
  <inkml:trace contextRef="#ctx0" brushRef="#br0" timeOffset="108715.39">21398 12301 410 0,'0'0'62'0,"0"0"-18"15,0 0-7-15,0 0-27 16,0 0 5-16,36-21 31 15,12 13-2-15,18-2-17 16,20-5-11-16,22-4 7 16,21-5-8-16,26-5 2 15,15-5-6-15,13 2 5 16,6-2 2-16,0 2-9 16,-8 5-1-16,-13 4-4 15,-14 8-3-15,-15 5 5 16,-19 4-7-16,-25 2 2 15,-22 2 2-15,-21 2-12 16,-24-2-9-16,-22 2-2 16,-6 0-7-16,-26 0 19 15,-26 8-25-15,-10 3-22 16,-19 1-41-16,-18-4-44 16,-7-2-125-16</inkml:trace>
  <inkml:trace contextRef="#ctx0" brushRef="#br0" timeOffset="108981.92">21819 12377 276 0,'0'0'16'0,"142"-19"39"15,-28-2 35-15,17-4-46 16,18-5 17-16,10-1-2 16,6-2-28-16,4 2-7 15,-8 2-13-15,-10 5-4 16,-14 6-1-16,-11 8-11 16,-28 4-14-16,-25 3-57 15,-29 3-94-15</inkml:trace>
  <inkml:trace contextRef="#ctx0" brushRef="#br0" timeOffset="109213.88">22864 12293 445 0,'109'-40'36'15,"22"-3"-5"-15,19 2-1 16,11 0 4-16,4 4-4 16,-11 5 0-16,-12 9-16 15,-15 9-11-15,-19 8-7 16,-22 4-85-16,-28 2-134 16</inkml:trace>
  <inkml:trace contextRef="#ctx0" brushRef="#br0" timeOffset="203995.51">5060 11343 282 0,'0'-17'72'16,"0"6"-15"-16,-2-1-15 0,-5 5-12 15,5 0-4-15,-2-1 9 16,2 2-10-16,2 0-3 16,-4 5 0-16,2-3-4 15,-1 4-3-15,1 0-8 16,0 0-4-16,2 0 0 16,-2 0-1-16,2 0 3 15,-2 0-4-15,-1 11-2 16,3 15 4-16,0 12-2 15,0 6 3-15,0 9-2 16,0 3-1-16,3 3 2 16,10 5-2-16,2 6 0 15,2 6 0-15,0 7-2 16,3 6 3-16,-2 6-1 16,6 4 1-16,2 2 3 15,4-3-4-15,3-2 5 16,1-6-3-16,2-3 2 15,0-5-1-15,-4-4-2 16,0 0 4-16,-2 1-2 16,-5 2-1-16,-1 0 0 15,0 2 0-15,0 2-1 16,-3-3 2-16,3-2-4 16,0-2 5-16,-1-3-2 15,-4-1 2-15,1-5-4 16,-2-2-3-16,-6-4 4 15,1 0-1-15,-4 0-2 16,-1-1 2-16,-2-1-3 16,-4-3 3-16,-2 5 0 0,0-3-4 15,0 0 3 1,0 0 0-16,0-1 0 16,-2 2 2-16,-6-3-4 0,2-2 3 15,-3-2-2-15,-4-2-1 16,3-1 0-16,-4-1 0 15,0 5 2-15,-2-1 0 16,1-1 0-16,-2 4 1 16,-2-3-1-16,1 0 1 15,-3-1-1-15,2 0-1 16,-5-6 1-16,0 2 0 16,0-1 0-16,3-3 2 15,-5-2-5-15,4-4 5 16,1-7-2-16,4-3-1 15,1-4 1-15,6-7-1 16,4-5 2-16,2-1-3 16,2-4-8-16,2-5-1 15,0 0 4-15,0-2-4 16,4-1 2-16,8 0 7 16,4 0 7-16,3 0-5 15,2-1 2-15,7-8 3 16,7-2-5-16,7-1 3 15,10-5 0-15,9-1-3 16,9-4 2-16,12-2-2 16,9-1 1-16,8 0 1 15,9-2-3-15,3 2 2 16,7 1-1-16,5 3-6 16,-2 3 11-16,-1 1-10 0,-5 3 6 15,-2-1-1 1,-1 1-4-16,-5 1 8 15,3-3-5-15,3 4-1 0,2 2 5 16,6 1-4-16,1-3 2 16,3 8 0-16,3-8 0 15,-1 3 0-15,6 1-2 16,0-9 1-16,5 4-6 16,6-4 9-16,6-1-7 15,5-1 2-15,2-3 4 16,3 3-2-16,1-4-1 15,0 1 4-15,1 3-6 16,4-5 6-16,-1 5 0 16,-2 1-3-16,-3-2 1 15,-3 2-1-15,-2 1 0 16,-2 4 1-16,2-1-3 16,-4 3 2-16,-4 1 0 15,0 2 0-15,-3 2 3 16,-4 2-6-16,-6 3 4 15,1-2 0-15,-2 1 0 16,-3 2 0-16,-3-1-2 16,-7-2 1-16,-1 2 2 15,-10 1-5-15,-3 0 4 16,-7 0-3-16,0 0 2 16,-3 0 1-16,-3 0-2 15,5 0 2-15,-1 5 0 16,-1 1 0-16,3 0 3 15,-5-2-6-15,3 2 5 16,-3-4-2-16,1 2 1 16,4-4 0-16,1 0-2 0,0 0 2 15,1 0-1-15,2 0 0 16,-5-4-1-16,-8-2 0 16,-5 0 1-16,-2 4 1 15,-5-2-6-15,-6 3 6 16,-1-2 1-16,0 1-2 15,-2 2 5-15,-2 0-10 16,-3 0 9-16,-5 0-5 16,-5 0-1-16,-8 0 3 15,-7 0-3-15,-4 0 2 16,-8 0 1-16,-5 0-4 16,-4 0 4-16,-6 0-3 15,-3 0 2-15,-4 0 2 16,-3 0-5-16,-2 0 7 15,0 0 19-15,0 0 16 16,0-5-21-16,-2-5-18 16,-8-4 3-16,-2-3-4 15,0-6 0-15,0-8 2 16,-1-10-1-16,-2-6-2 16,2-12 3-16,-2-11-5 15,4-7 4-15,-2-7-1 16,5-5 0-16,-1-6 2 15,1-5-5-15,1-7 4 16,3-4 0-16,-3-4-2 16,3-3 0-16,0-2 0 15,-2-2 1-15,1-3-3 16,2 0 1-16,-1-1 1 16,2-4-2-16,-2-5 1 15,0-3-1-15,0 3-4 0,0 4 4 16,-2 7 0-16,2 8 1 15,-2 11 4-15,4 14-3 16,-2 3 3-16,0 9 0 16,-6 6-3-16,0 3 1 15,-1 10-3-15,-4 6 3 16,2 4 2-16,-4 11 2 16,4 4 1-16,0 6-6 15,2-1 4-15,-1 8-2 16,3-1-2-16,0-1 3 15,1 5-1-15,2-5 1 16,1 1 2-16,2-6-6 16,1 0 4-16,0-4-1 15,0 0-2-15,0-2 1 16,-4 1-1-16,-3-1 1 16,2 0 2-16,-3 0-4 15,-1 4 2-15,-4 0-1 16,2 2 1-16,-2 1 3 15,-2 5-5-15,-3 4 5 16,-6 4-2-16,1 3 2 16,-5 6 1-16,0 5-3 15,-5 1 2-15,1 0 0 16,-1 0-2-16,-3 6 2 16,-1 3-4-16,-6 1 2 15,-4 3 2-15,-5-1-4 16,-5 1 2-16,-1 0-1 15,-2 2 1-15,-5 0 1 0,3-2-5 16,-8 1 5 0,3 0 0-16,-1-3-3 15,-3-3 3-15,-5 2-3 0,0 1 2 16,-3-1 1-16,-3-1-2 16,-5 1 1-16,-3-2-2 15,-1 1 3-15,-3-4-1 16,1-2-3-16,1 0 5 15,5 0-4-15,-1-3 3 16,3 0 2-16,2 0-7 16,1 0 6-16,-8 0-2 15,-1 0 0-15,-8 3 0 16,-3-3-4-16,-5 3 5 16,-5-3-2-16,-5 5-2 15,3-4 3-15,-3 2-1 16,2 0 0-16,-8 1 3 15,0-1-7-15,-5 1 6 16,-3 3-1-16,0-2 0 16,-1 1 1-16,5 0-5 15,11 0 6-15,-5 0-1 16,3-5-4-16,-1 4 4 16,3-3-1-16,-4 0-2 15,-3-2 1-15,5 3-3 16,-5 0 4-16,2-3 0 15,3 5-1-15,-9-4 3 16,-1 5-5-16,-3-2 5 16,0-1-3-16,-1 1 1 15,0 1 1-15,12-2-3 16,3 1 2-16,6 0 2 0,1-1-5 16,-1 2 6-16,2-4-6 15,-3 6 4-15,0-5-2 16,4 1-3-1,-2 1 6-15,7 1-5 0,1-2 1 16,1 3 5-16,0-4-8 16,-3 4 8-16,1-3-4 15,-1 3 0-15,1-3 2 16,1 0-3-16,8 3 3 16,1-2-1-16,5 0-3 15,-1 0 3-15,4 0-1 16,1 0 1-16,-3 2 0 15,5-1-1-15,0 5 0 16,5-5-1-16,1 5 0 16,1-2 2-16,5-1-4 15,2 3 4-15,3-6 1 16,1 0-4-16,3-2 3 16,3 0-2-16,4-2 5 15,2 0 2-15,7 2-3 16,1-2 1-16,8 3-2 15,3-2 0-15,5-1 1 16,6 0-4-16,8 0 4 16,2 0 0-16,8 0 4 15,2 0-1-15,2 0-6 16,2 0-1-16,0 0 1 16,0 0-3-16,0 0 3 15,0 0-3-15,0 0 4 16,0 0 2-16,0 0-4 0,2 0 2 15,4 0 0 1,-2 0 0-16,2 0 2 0,2-1-5 16,0-6 5-16,-4-1-1 15,0 2 0-15,0-1 2 16,1-1-1-16,-2 2 3 16,-3 2 0-16,2 0-2 15,-2 4 2-15,0-2-1 16,0 2 3-16,0-3 2 15,0 1-3-15,0 2-3 16,0-4-1-16,0 2-3 16,0 2 1-16,0 0-3 15,0 0 3-15,0 0-2 16,0 0-12-16,4 0-36 16,4 2-30-16,1 13-30 15,0-1-37-15,-5-4-179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9T03:43:30.0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10609 6416 468 0,'0'0'47'0,"0"0"-7"15,0 0 1-15,-114-74-12 16,95 60-9-16,2 1 17 16,3 1 1-16,4 2-11 15,4 3-2-15,-1 1-4 16,0 0-5-16,5 4 9 16,0-2-1-16,0 4-10 15,2 0-6-15,0 0-4 16,0 0-1-16,0 0-6 15,20 12-3-15,5 10 9 16,3 10-4-16,4 7 3 16,0-1 3-16,-2 4-6 15,-4-6 2-15,-4-5 0 16,-2-6 2-16,-8-6-1 16,1-7-6-16,-4-2 7 15,0-8-6-15,1-2-1 16,4-2-1-16,4-27 6 15,10-15 11-15,12-19-10 16,7-18 2-16,11-20 2 16,10-8-3-16,15-8 4 15,1-2-5-15,-1 6-1 16,-5 12 2-16,-10 15-5 16,-16 23 5-16,-19 16-4 15,-13 18-2-15,-10 18 0 0,-8 9-37 16,-2 2-17-16,0 15-27 15,-12 16-91-15,-13 12-213 16</inkml:trace>
  <inkml:trace contextRef="#ctx0" brushRef="#br0" timeOffset="2748.98">18067 6235 384 0,'-5'-7'60'15,"5"-1"-27"-15,-2-1-8 16,0 2 18-16,2 1 9 15,0-1-16-15,0 1-3 16,0 2-18-16,0 2 3 16,0 1-5-16,0 1 1 15,0 0 1-15,0 0-11 16,0 0 2-16,0 0 2 16,0 0-5-16,0 0 1 15,0 0-6-15,2 19-3 16,11 12 7-16,4 9 8 15,3 11-1-15,-1-1-7 16,-4-2 0-16,3-6 10 16,-8-12-10-16,1-6 4 15,-2-11-2-15,-5-5-4 0,2-6 10 16,3-2-7-16,2 0 11 16,6-26 19-16,11-17 10 15,12-14-16-15,18-21-6 16,22-15 2-16,19-12 9 15,16-12 0-15,13-2-3 16,8 2-11-16,-2 6-10 16,-7 14 11-16,-20 18-21 15,-25 19 3-15,-24 19-1 16,-24 18-5-16,-18 12 11 16,-16 11-11-16,0 0 1 15,-24 13-23-15,-2 18-44 16,0 6-45-16,0 5-58 15,2 4-104-15</inkml:trace>
  <inkml:trace contextRef="#ctx0" brushRef="#br0" timeOffset="3615.93">25821 6073 646 0,'0'0'73'0,"0"0"-23"0,0 0 9 16,-32-23-7-1,27 23-21-15,3 11-19 0,2 16-19 16,0 8 12-16,0 3-2 16,7-1-9-16,19-7 17 15,15-17-18-15,21-13 6 16,24-19 19-16,30-39 16 15,35-25 18-15,34-28-25 16,12-12 3-16,10-6-3 16,-10 8-15-16,-22 14 3 15,-34 22-20-15,-45 21 1 16,-31 26 14-16,-31 14-13 16,-20 18-2-16,-14 6-16 15,-8 13 1-15,-20 24-29 16,-14 16-56-16,-14 11-67 15,-23 18-108-15</inkml:trace>
  <inkml:trace contextRef="#ctx0" brushRef="#br0" timeOffset="4318.08">22725 9571 463 0,'0'0'99'0,"0"0"-17"15,0 0-27-15,0 0-11 16,-32-36-26-16,32 36-7 16,0 11-5-16,4 14-3 15,14 5 25-15,3 4 0 16,11-5-22-16,13-10 8 16,20-19-5-16,27-7 35 15,35-51 20-15,34-31-7 16,24-27 2-16,18-15-28 15,1-2-5-15,-16 10-15 16,-27 23-12-16,-38 25 10 16,-35 23-14-16,-39 25 1 15,-27 21-16-15,-22 6-63 16,0 35 21-16,-30 21-45 0,-11 13-95 16,-9 18-182-16</inkml:trace>
  <inkml:trace contextRef="#ctx0" brushRef="#br0" timeOffset="4965.63">25124 12959 570 0,'0'0'57'0,"0"0"1"16,0 0-27-16,0 0-15 15,43 5 28-15,29-28 1 16,24-21 56-16,31-24-45 15,20-17-3-15,10-13-5 16,0-3-21-16,-18 3-4 16,-27 16-24-16,-30 16-4 15,-31 21 11-15,-31 14-21 16,-20 18-9-16,-28 13-15 16,-43 8-62-16,-41 34-18 15,-43 18-89-15,-46 22-259 16</inkml:trace>
  <inkml:trace contextRef="#ctx0" brushRef="#br0" timeOffset="5532.5">17426 14595 528 0,'0'0'81'0,"0"0"-43"16,0 0-26-16,0 0 14 15,0 0 7-15,26-4-5 16,18 34 21-16,13 4-6 16,7 2-18-16,7-6 5 15,9-12-20-15,0-17-2 16,-1-1-1-16,1-18-7 16,1-24 20-16,-3-14-21 15,-3-6 6-15,-9-6-2 16,-5 4-7-16,-16 8-14 15,-15 10-33-15,-15 11-21 16,-15 12 5-16,-2 9-8 16,-43 14-90-16,-23 0-122 15</inkml:trace>
  <inkml:trace contextRef="#ctx0" brushRef="#br0" timeOffset="6383.9">8826 14822 483 0,'0'0'93'15,"0"0"-27"-15,0 0-42 16,0 0-17-16,-46 58 11 15,70-23 1-15,12 4 4 16,12-9-15-16,9-9 9 16,9-15 2-16,9-6-7 15,13-24 5-15,5-23-1 16,5-19-5-16,8-15 9 16,-3-8-17-16,-12-3 0 15,-16 9-9-15,-21 7-35 16,-22 13-9-16,-24 13-13 15,-8 5-16-15,-32 10-45 16,-32 4-173-16</inkml:trace>
  <inkml:trace contextRef="#ctx0" brushRef="#br0" timeOffset="7132.72">4607 10907 354 0,'0'0'98'16,"0"0"-33"0,0 0-11-16,0 0 1 0,0 0-13 15,0-14-17-15,0 14-17 16,0 0-13-16,0 3 13 16,0 10-5-16,2 0 0 15,10 5 2-15,4-1-7 16,2-5 12-16,8 0-14 15,5-6 3-15,13-6 2 16,14-3-7-16,18-30 19 16,23-25-2-16,20-19 18 15,16-30 10-15,9-15-4 16,5-14-12-16,0 2-17 16,-10 5-8-16,-14 19 13 15,-15 21-15-15,-20 25 6 16,-23 23-10-16,-25 25-32 15,-18 16-5-15,-22 3-45 16,-2 36-25-16,-21 13-199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9T03:44:19.7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5510 11209 207 0,'0'0'-5'15,"0"0"9"-15,4-2-3 16,-4 2 1-16,0 0-32 15</inkml:trace>
  <inkml:trace contextRef="#ctx0" brushRef="#br0" timeOffset="238.72">5510 11209 508 0</inkml:trace>
  <inkml:trace contextRef="#ctx0" brushRef="#br0" timeOffset="851.81">5510 11209 508 0,'-84'44'76'0,"77"-51"-29"0,3 1-16 0,0 3 10 16,0 0-16-16,4-3 4 15,0 6-14-15,0-3-5 16,0 3-8-16,6-3-2 0,11 3 5 16,9 0-5-16,4 0-2 15,6 0 8-15,2 9-9 16,-2 7 4-16,3 6 0 15,-5-1-2-15,-2 1 7 16,0-3-9-16,-4-3 3 16,-2-6 0-16,0 2-3 15,-7-3 8-15,-1-6-8 16,-6 3 2-16,-2-4 0 16,-8-2 2-16,-2 0 3 15,0 0-1-15,-2 0-4 16,-18 0 5-16,-6-10-4 15,-4-5 0-15,-2-2 0 16,-9-4-2-16,3-2 8 16,-2 2-8-16,0 3 2 15,3-3 0-15,3 3-5 16,4 4 12-16,2-4-11 16,4 5 3-16,4 1 1 15,5 1-2-15,7-1 1 16,3 0-4-16,5 1 1 15,0-1 4-15,0 0-4 16,15 1 6-16,11-1-5 16,11 5-2-16,3 1 9 15,8 6-6-15,4 0 2 16,-3 0 1-16,1 7-4 16,-7 11 8-16,-7 3-8 15,-4 3 4-15,-8 1-1 16,-10 4-2-16,-10 2 9 15,-4 2-7-15,0 1 2 0,-12 1 1 16,-6-1-1 0,-4-4 4-16,0-5-6 0,5-3-1 15,2-7 8-15,2-7-8 16,3-8-9-16,0 0-24 16,6-8-34-16,-2-21-115 15,2-9-204-15</inkml:trace>
  <inkml:trace contextRef="#ctx0" brushRef="#br0" timeOffset="1234.51">5733 10957 580 0,'0'0'39'0,"0"0"9"16,0 0-47-16,31-4 7 15,7 4 9-15,10 3 3 16,8 6-6-16,0 2-14 16,1 0 3-16,-3-4 4 15,-6-1 3-15,-5-3 0 16,-13-3-9-16,-4 0 0 16,-12 0 9-16,-4 0-1 15,-8-9 2-15,-2-3-1 16,0-5 9-16,-16-2 7 15,-7-8-15-15,-10-5-3 16,-3 0-1-16,-5-5-4 16,3-5 4-16,1 6-8 15,7-1 2-15,10 5-1 16,8 7-1-16,9 7 1 0,3 7-63 16,7 9-25-16,21 2-35 15,9 0-151-15</inkml:trace>
  <inkml:trace contextRef="#ctx0" brushRef="#br0" timeOffset="3333.61">18106 6088 513 0,'0'0'67'0,"0"-3"-48"16,10 4-15-16,12 24 21 16,6 12 6-16,0 7 1 15,2 7-9-15,0-1 3 16,-4 1-5-16,-3-7-1 15,-5-4-6-15,-6-8-13 16,-2-7 8-16,-6-3-8 16,-2-9 1-16,-2-5 1 15,0-2-4-15,0-6 9 0,0 0-4 16,-12-4-5-16,-4-16-3 16,-6-6-1-16,-6-8 8 15,-4-6-9-15,-3-1-4 16,1-3 7-16,4 5-1 15,0 4 5-15,4 6-2 16,4 1-1-16,5 7 6 16,7 2-6-16,3 4 0 15,7-2 2-15,0-1-6 16,0 2 12-16,9 3-8 16,10 1 3-16,7 1 1 15,2 1-1-15,4 4 13 16,2 4-7-16,5 2 0 15,0 0 6-15,2 10-5 16,-3 13 6-16,2 4-7 16,-6 8 0-16,-4 2 1 15,-5 3-6-15,-3 5 6 16,-6-3 8-16,-4-1-14 16,-6-6 8-16,-4 0-7 15,-2-5-1-15,0-5 2 16,0-3-6-16,-6-2 10 15,-11-3-7-15,2-5-1 16,-5-4 2-16,1-7-21 16,2-1-19-16,0 0-26 15,-3-5 5-15,8-19-6 16,-4-11-79-16,6-6-112 0</inkml:trace>
  <inkml:trace contextRef="#ctx0" brushRef="#br0" timeOffset="3683.26">18452 5910 582 0,'0'0'61'0,"0"0"-30"16,0 0-7-16,0 0 8 16,0 0 14-16,136 70-10 15,-79-33-13-15,5 3 12 16,8 0-23-16,-3-8 2 15,-1-2-6-15,-6-11-6 16,-6-6 8-16,-11-4-6 16,-13-5 0-16,-8-4-2 15,-12 0-1-15,-10-1 6 16,0-17-1-16,0-8-3 16,-16-5 1-16,-8-11-3 15,-4-4 4-15,-2-2-5 16,0-5-2-16,6 3 5 15,7 6-23-15,6 9-19 16,11 11-16-16,0 19-36 16,0 5-6-16,9 30-83 15,1 29-219-15</inkml:trace>
  <inkml:trace contextRef="#ctx0" brushRef="#br0" timeOffset="4582.46">17787 12706 460 0,'0'0'64'16,"0"0"-29"-16,0 0 6 15,5 40 13-15,15-3-17 16,6 8-9-16,5 5-9 15,-1 0-6-15,-2 0-5 16,-2-6-10-16,-7-2 11 16,-4-13-12-16,-2-10 2 15,-4-3-5-15,-1-11-37 16,-4-5-27-16,-4 0-89 16,0 0-26-16</inkml:trace>
  <inkml:trace contextRef="#ctx0" brushRef="#br0" timeOffset="4934.04">17752 12734 453 0,'0'0'31'0,"0"0"5"15,0 0 8-15,0 0-18 16,114-75 12-16,-73 66-3 15,3 3-7-15,0 6-8 16,-2 0-9-16,-2 8-4 16,-3 15-8-16,-7 8 0 15,-4 2 19-15,-6 3-11 16,-12 1 6-16,-6 2 0 16,-2-3-2-16,0-1 8 15,-8-4-16-15,-12-1 0 16,0-7 1-16,4-1-4 15,-2-4 10-15,6-6-14 16,-2-6-23-16,6-6-17 16,-1 0-7-16,3-12-28 15,2-18-88-15,-1-2-178 16</inkml:trace>
  <inkml:trace contextRef="#ctx0" brushRef="#br0" timeOffset="5286.42">18082 12545 467 0,'0'0'70'16,"0"0"-46"-16,0 0 16 0,0 0-11 16,124-17-1-16,-76 30 2 15,3 8-7-15,3 4-9 16,0-3 13-16,-5-3-19 15,-5-6-4-15,-12-1 3 16,-8-6-6-16,-12-1 11 16,-3-5-15-16,-7 0 9 15,-2-14 21-15,0-8-10 16,0-9-7-16,-11-8-7 16,-5-7 8-16,-8-2 6 15,0-8-9-15,-2 1-2 16,4 9-5-16,5 3-4 15,9 14 12-15,8 12-21 16,0 9-71-16,0 2-53 16,6 6-186-16</inkml:trace>
  <inkml:trace contextRef="#ctx0" brushRef="#br0" timeOffset="12517.04">6659 9054 399 0,'0'0'27'16,"-73"-4"26"-16,36 4-11 16,-4 0-8-16,-6 0-11 15,-7 6 8-15,-4 16-15 16,-9 7-7-16,-6 9 2 15,-2 5-11-15,-4 6-1 16,-4 1 1-16,1-2-1 16,1 5 2-16,1-2 3 15,0 4-4-15,-1 8 4 16,1 5 0-16,-1 6 1 16,3 2-4-16,3-1 3 15,6 3 4-15,8-1-2 16,12 0 1-16,8 4-10 15,9 1 11-15,9 3 4 16,5 0-14-16,3-6 2 16,10-5 1-16,5-4-3 15,0-8 9-15,5-8-17 16,18-5 7-16,10-5 3 16,6-4 2-16,8-6-1 15,11-9-8-15,7-9 9 16,15-13 16-16,10-3-11 15,13-8 3-15,15-24 2 16,20-11-9-16,17-10 16 16,15-8-20-16,9-8 4 15,8-12-3-15,-4-2 0 16,-12-2 4-16,-2-6-9 16,-10 0 5-16,-8-1 4 15,-7 4-5-15,-1 1 7 16,-4 2-10-16,-12 1 3 0,-11-1 9 15,-13 0-11-15,-13-2 5 16,-17 0-2-16,-13-2-8 16,-12-4 14-16,-13 5-7 15,-12 3 2-15,-10 6 2 16,-13 10-3-16,0 6 15 16,-13 15-8-16,-24 6 3 15,-14 9-6-15,-18 3 2 16,-17 11 0-16,-20 7-8 15,-14 9-1-15,-20 3 7 16,-10 0-6-16,-10 16 2 16,-4 14-3-16,-9 5 0 15,-2 7 12-15,0 9-10 16,10 8 2-16,8 4 1 16,13 7 0-16,17 3 9 15,24 4-9-15,17-4 3 16,23-4-5-16,23-9-15 15,18-12-57-15,11-12-103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9T03:44:55.7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9237 14001 497 0,'-22'-14'54'0,"3"3"-15"15,1-1-2-15,-1 2 3 16,2 3-11-16,1-1-3 15,6 2-4-15,0 0-3 16,2 2-4-16,2 0-9 16,0 0 2-16,4 3-2 15,2 1 1-15,0 0-6 16,0 15-13-16,19 20 16 16,10 12 2-16,3 16-3 0,4 3 4 15,-2 0-8 1,1-4 4-16,-3-10-4 0,-6-11 2 15,-4-13 3-15,-6-12-8 16,-7-6 6-16,-2-9-3 16,-7-1 2-16,0 0 3 15,0-5-1-15,-11-15 2 16,-6-6-1-16,-7-5-4 16,-4-10 5-16,-2-5-5 15,-7-7 1-15,3-1 1 16,-5 0-4-16,4-4 5 15,3 3-3-15,4 3 1 16,7 8 1-16,4 7-7 16,8 8 8-16,5 8-4 15,4 5-1-15,0 4 0 16,2 3-4-16,15 3 7 16,7 0 0-16,4 4-5 15,6 2 4-15,0 0-4 16,6 0 2-16,3 20 1 15,-1 10-2-15,0 8-1 16,-4 4 9-16,-6 7-6 16,-4-3 5-16,-6-2-8 15,-11-1 6-15,-5-5-3 16,-6-5 4-16,0-3-2 16,-2-5-2-16,-16 0 5 15,-3-4-2-15,-3-3-2 16,3-7 1-16,0-3-4 15,3-8-21-15,2 0-22 16,0-8-41-16,6-17-75 16,0-9-97-16</inkml:trace>
  <inkml:trace contextRef="#ctx0" brushRef="#br0" timeOffset="350.32">9247 13739 405 0,'0'0'71'0,"0"0"-50"16,0 0-10-16,0 0 33 16,97-6-6-16,-52 16-4 15,4 4-11-15,5 0 5 16,2-2-19-16,-2-4-1 16,-5-5 0-16,-7-1 5 15,-6-2-1-15,-12 0-1 16,-7-6 3-16,-11-13-4 15,-6-5-1-15,0-7 9 16,0-4-6-16,-21-7 0 16,-3-6 0-16,-4-2-13 15,0 2 5-15,2 0-4 16,5 10 0-16,6 10-3 16,7 13-20-16,8 15-8 15,0 0-56-15,21 8-18 16,14 15-22-16,16-6-223 15</inkml:trace>
  <inkml:trace contextRef="#ctx0" brushRef="#br0" timeOffset="1666.5">17866 12193 427 0,'0'0'91'16,"0"0"-5"-16,-21-12-26 16,19 12-22-16,2 0-3 15,0 13-22-15,0 28 8 16,0 15 10-16,0 12 0 16,9 6 32-16,3-4-55 15,4-7 9-15,3-13-7 16,7-14-6-16,-2-13 1 15,-1-7-4-15,-6-4-2 16,-3-4 4-16,-6-4-10 16,-4 0-17-16,-2-2-16 15,-2-2-18-15,0 0-19 16,0-24-36-16,0-12-91 16</inkml:trace>
  <inkml:trace contextRef="#ctx0" brushRef="#br0" timeOffset="2018.09">17824 12144 368 0,'0'0'35'16,"0"0"-9"-16,0 0 34 15,0 0-17-15,137-16 8 16,-95 35-5-16,0 15 3 15,3 8-17-15,-1 5-20 16,-8 7-3-16,-4 3-7 16,-6-4 1-16,-11-2 10 15,-8-3-3-15,-7-1 0 16,0-9 4-16,-11-3-2 16,-13-5-5-16,-1-7-2 15,-7-2 10-15,-1-2-7 16,0-1-7-16,3-11 0 15,5-3-2-15,3-4-4 16,7 0-45-16,4-29-35 16,9-9-40-16,2-12-82 15</inkml:trace>
  <inkml:trace contextRef="#ctx0" brushRef="#br0" timeOffset="2348.92">18144 12081 548 0,'0'0'22'15,"0"0"26"-15,0 0 8 16,133 31-27-16,-79-6 13 16,4 2-23-16,-2 2 0 0,3-3-1 15,-7-4-7-15,-10-5-7 16,-9-7-6-16,-10-4 5 15,-8-6 0-15,-11 0-6 16,-4-6 18-16,0-17 10 16,-2-6-19-16,-17-10 5 15,-2-5-9-15,-3-8 5 16,0-3-6-16,-1-5 0 16,5 4 3-16,2 10-13 15,12 7-20-15,2 10-39 16,2 7-42-16,-4 10-189 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9T03:45:55.9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6485 10087 136 0,'0'0'22'0,"-3"0"-9"15,3 0-10-15,0 0-7 16,0 0-13-16,0 0 10 16,0 0-15-16,3 0-15 15,1 0-50-15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9T03:46:08.5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18103 13749 390 0,'0'-10'94'15,"-11"3"-37"-15,1-1-25 0,-3 2 5 16,0-2-11-16,0 2 2 16,3 0-7-16,0 1-7 15,-2-1-6-15,1 2-9 16,-6 2 3-16,-5 2-2 15,-2 0-2-15,-1 0 1 16,-5 0 0-16,-2 0 2 16,-6 0 0-16,0 12-5 15,2-3 7-15,1 1-7 16,1 5 9-16,2-1 6 16,4 6-13-16,0-1 7 15,4 4-4-15,2 2 0 16,5-1 4-16,2 1-7 15,6 1 4-15,1 2-1 16,4 3 1-16,4-2 4 16,0 4-8-16,0 2 6 15,0 3-4-15,14-2 0 16,4-3 3-16,1 1-3 16,5-1 2-16,2-4 1 15,0-4-5-15,2-1 5 16,0-1-1-16,2-10-2 15,4 1 0-15,3-10-1 16,1-4 4-16,8 0 7 16,3 0 0-16,-1-18-1 15,-6-3 0-15,4-4-2 16,-8 0-8-16,-1-4 8 16,-5 0-10-16,0-5 1 15,0 2 14-15,3-4-5 0,-5 3-6 16,-4-4 6-16,-2 5-4 15,-8 0 2-15,-2 2 4 16,-8 1-8-16,-6-3 5 16,0 5-4-16,0-9 6 15,-6 2-1-15,-16-3-10 16,-2-4 6-16,-1 0 0 16,-3 7 1-16,-2-1 0 15,-2 4-8-15,0 8 4 16,1 1 3-16,3 8-10 15,2 3 9-15,7 5-8 16,4 4 7-16,4 2-3 16,9 0-13-16,2 12-41 15,0 13-5-15,0 6-10 16,0 7-96-16,7 6-199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9T03:47:35.9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4836 11379 323 0,'0'-40'46'0,"0"4"17"16,0 8-17-16,0 4-5 15,0 7-5-15,0 4 6 0,-6 3-10 16,-5 4-3 0,4 4-14-16,1-2 0 0,4 4-3 15,0 0-9 1,0 0-5-16,0 16-4 0,0 16 2 15,2 17 9-15,0 17-3 16,0 14 1-16,4 12-1 16,15 11 0-16,2 11 1 15,3 10-1-15,-2 8-1 16,1 8 0-16,-7 6-5 16,-2 0 10-16,0-5-7 15,-4 0 4-15,-4 0-5 16,0 0 6-16,-4 1-2 15,0 4-3-15,-2 8 3 16,0-2 0-16,0-2 1 16,2-3 1-16,0-5-3 15,-2-7-3-15,6-11 4 16,0-14 0-16,3-11 1 16,4-17 1-16,2-10-8 15,2-12 5-15,1-3-3 16,-3-5-1-16,-1-3 0 15,0-4-8-15,-2-5 5 16,2-8-4-16,-2-4-2 16,2-9-5-16,0-9-8 15,6-6 3-15,3-4 19 16,3 0-2-16,2 0 15 16,8-2-12-16,2-6-7 15,0-2 3-15,3-2-16 16,4 1 13-16,4-3 5 15,3 0 1-15,4-1 5 16,5 2-2-16,5 4 0 0,9-1 2 16,9 8-2-16,7 2 2 15,5 0-3-15,10 0 2 16,4 0-3-16,2 0-2 16,1 6 0-16,4 0 3 15,-1 0 1-15,-2 0 2 16,5-2-2-16,0 5 2 15,6 0 0-15,5-2-2 16,9 3 1-16,8-2 0 16,2-2 1-16,1-2-1 15,5-4-1-15,2 0 1 16,2 0-3-16,4 0 2 16,4-11 1-16,0-3-3 15,1-2 3-15,4 0-4 16,5-6 7-16,4 1-1 15,4-7-5-15,2 1 4 16,4 0 2-16,-2-2-6 16,0 0 4-16,-2 0-5 15,-4 5 5-15,-2-1 0 16,-6 2-4-16,-4 1 2 16,0 0-2-16,-8 3 2 15,-1 1 2-15,1 5-5 16,-6 3 5-16,-4-2-1 15,-6 6 0-15,-8-1-1 16,-5-3-2-16,-9 4 2 16,-4-1 1-16,-6-3-2 15,-3 2 1-15,-11 0-1 16,-4-1 2-16,-9-7 0 0,-6-2-3 16,-11-1 2-1,-7-4 1-15,-8-4-5 0,-8 1 7 16,-7-4-3-16,-9 1 2 15,-2 0 4-15,-8 0 2 16,1-2 2-16,-5-2-3 16,-1-3 3-16,2 4-5 15,3-6-3-15,0-3 3 16,6 0-3-16,4-1 2 16,2-2 4-16,7-4-6 15,-1-2 2-15,2-2-3 16,-4-4 1-16,-1-2 0 15,-7-3 3-15,-2-1 4 16,-6-1 6-16,-4-3 0 16,0-5-9-16,-3-5-3 15,-2-9 1-15,-7-8-4 16,-3-5-1-16,-3-11 3 16,0-7-2-16,-11-11 0 15,-11 2-2-15,-4-7-1 16,-2 0 6-16,0 0-7 15,0 11 1-15,1-5 5 16,-3 4-9-16,2 1 3 16,-2 4 3-16,2 2-1 15,0 3-1-15,2 12 7 16,0 5-4-16,2 8 0 16,1 5 0-16,3 7 1 15,2 7 0-15,4 5-1 16,-4 6 2-16,6 5-3 0,-8 9 0 15,1 8-2 1,-1 10 3-16,-5 6 3 0,-4 9 4 16,-3 7-5-1,-2 3 1-15,-5 0-4 0,-3 0 1 16,-8 7 3-16,-6 8-1 16,-7 2 0-16,-9 4-4 15,-8-2 5-15,-9 4-4 16,-9-4 1-16,-5 4 4 15,-3-1-7-15,-6-1 4 16,-2 5 2-16,-9-1-4 16,-6 0 3-16,-9 1-6 15,-3-1 8-15,-10 5-6 16,-4-1 0-16,-4 0 4 16,4 0-5-16,-7 0 6 15,-3-1-1-15,0-2-4 16,-2-1 3-16,2-1 0 15,-3 1-1-15,11-5 2 16,2 4-2-16,0-2 1 16,-2-3 0-16,4 2-2 15,-4-1 1-15,0-1-2 16,2 2 2-16,-2-1-1 16,-4-3 2-16,-3 0 1 15,3 1-4-15,4-3 1 16,4-2 5-16,9 2-5 15,10-4 1-15,8-2 1 16,3 0-1-16,7-3 3 16,-1-6-7-16,6 1 4 0,1-1 0 15,5 0-1 1,3 0 2-16,7 0-3 16,1 0 4-16,5 0 0 15,4-5-5-15,-5 1 4 0,3 0-1 16,3 1 0-16,0-3 2 15,5 3-4-15,-1-1 4 16,7 0-2-16,2 1 0 16,4 0 1-16,0 0-4 15,5 3 5-15,4 0-2 16,0 0-1-16,2 0 1 16,0 0-1-16,4 0-1 15,2 0 3-15,2 3-2 16,0 3 1-16,1 0 0 15,5-4-1-15,6 1 3 16,4-3-4-16,4 3 4 16,7-3 1-16,7 0-2 15,4 0 1-15,4 0 0 16,4 0 3-16,2 0-5 16,0 0-2-16,0 0 3 15,0 0-1-15,0 0 0 16,0-3 0-16,0 2-3 15,0-5 2-15,16-1 1 16,6-5-29-16,6-6-35 16,4-5-67-16,7-11-112 15</inkml:trace>
  <inkml:trace contextRef="#ctx0" brushRef="#br0" timeOffset="16902.89">18592 5134 145 0,'0'-4'46'16,"0"0"-11"-16,-4 1-3 16,-1-2-1-16,-2 0-18 15,3 3 1-15,2-4-7 16,-4 4-5-16,2-2 0 15,0 0-3-15,-4 2 1 16,4 0-3-16,0 2-3 16,2-2 2-16,0 2 3 15,0 0 11-15,2 0 20 16,0 0 9-16,-2 0 3 16,2 0-15-16,0 0 1 15,0 0-6-15,0 0-3 16,0 0-3-16,0 0-9 15,0 0-4-15,0 12-2 16,-2 5 3-16,0 8 11 16,0 7-6-16,-2 4-7 15,0 7-1-15,2 4-1 16,2 5 3-16,0 4 1 16,0 4 5-16,0 5-1 15,0-1-5-15,2 6 2 16,14 4 2-16,0 7-7 0,4 5 3 15,4 2 0-15,0 7 0 16,-1-1-3-16,1 4-2 16,-2-5 5-16,-4-3-1 15,4 0-2-15,-2-5 1 16,-3-4-1-16,0 3 2 16,-2 1-1-16,-2-2-3 15,0 3 3-15,-5-2-2 16,-1 0-4-16,-5 3 6 15,1-2-4-15,-3 0 4 16,0 4-2-16,0 4 2 16,0 2 1-16,-7 3-6 15,-4 5 3-15,-2 8-2 16,0 7 2-16,-2 0 0 16,5 6 0-16,-6-1 1 15,2 4 2-15,-2-2-4 16,2 5 6-16,-2 2-4 15,1 8-2-15,2 1 6 16,3 2-8-16,1-1 6 16,0 4-6-16,5-2 2 15,0 3-1-15,2 0 0 16,2 2 4-16,0 0 0 16,0 0-2-16,0 4 1 15,0-1 1-15,0 0-3 16,0 4 5-16,0 1-4 15,0 1 1-15,2-2-3 16,-2 1 2-16,2 2 2 16,0-3-3-16,0 0 3 0,0-4-3 15,2 1 3 1,1-6-1-16,-1-2-1 16,-2-1-1-16,-2-1-2 0,3 2-2 15,-3 3 8-15,0-2-2 16,0 8 1-16,0 0-3 15,0 3-4-15,-3 2 0 16,-3-9 1-16,-1-2 4 16,-1-5 2-16,-3-1-4 15,0-6 5-15,-4 4 1 16,0 2-3-16,-2-1 1 16,-5-3-2-16,-2-3 4 15,1-4-2-15,-3-4-5 16,0-1 6-16,-2-5-4 15,2 2 4-15,0-6 0 16,4-4-7-16,0-5 9 16,0-7-6-16,3-6 3 15,6-5 0-15,0-2-2 16,7-1 4-16,1-3-3 16,1-5 1-16,4-6-3 15,0-3 2-15,0-9-3 16,2-5 5-16,13-5-8 15,6-8 9-15,7-7-13 16,10-1 5-16,4-7 1 16,10-5 2-16,11-9-3 15,9-3 15-15,15-9-8 16,13-2 1-16,17 0-1 16,12 0-1-16,13-13 2 15,13-6 2-15,12-6-6 16,10-2-1-16,12-2 8 0,5-2-6 15,6 1-2-15,9-3 3 16,8 0 0-16,11-2-1 16,1 3 1-16,5-4-1 15,3-2 1-15,-3 0-2 16,-2 0 1-16,-8-1-3 16,-3 1 0-16,4 1 4 15,-2 1 0-15,-1 0 0 16,-1 3-4-16,-4 2 3 15,-3 2 0-15,-5-2 4 16,-7 2-8-16,-8-2 3 16,-5-2-6-16,-6-1 9 15,-5 1-4-15,-4 1 2 16,-6 3 2-16,-2 4 1 16,-4 0-5-16,-12 2 2 15,-6 2 2-15,-13 1-1 16,-6 1 0-16,-13 2-3 15,-11-1 3-15,-3 0-4 16,-13 4 5-16,-5 0-2 16,-5 3-3-16,-6 0 1 15,0 4 3-15,-5-1-2 16,-1-4 4-16,-1 0-7 16,-4-3 6-16,-4-2-1 15,-3-1-1-15,-3-3-3 16,-7 0 4-16,-1-2-4 15,-2-1 12-15,-4-5-6 0,0 3 3 16,-1-5-5 0,-3-6 4-16,-2-1 1 0,-4-4-4 15,-1-3 12-15,-2-7 0 16,-3-1 1-16,3-6-1 16,-1-5-7-16,1-8 1 15,0-8-2-15,1-8-6 16,4-7 4-16,2-12-2 15,-2-5 0-15,2-12-1 16,-1-7-3-16,-3-7 2 16,-2-16 1-16,-2-14-2 15,-8-11 5-15,1-13-7 16,-2-4 4-16,-3-8 2 16,1-2-1-16,0 5-3 15,-3-5 0-15,3-1-2 16,-3-15 6-16,0-13-8 15,-3-3 7-15,1-1-3 16,-2-9 1-16,0 2 1 16,-2 15-3-16,0 13 3 15,0-3-8-15,0-7 10 16,-11 1-3-16,-8-1-5 16,-2 4 7-16,-3-1-4 15,1 7 5-15,-1 13-3 16,-2 11-3-16,-2 5 3 15,0-12 1-15,-5-3-8 16,1-3 8-16,0 0-1 16,0 0-1-16,2 2 0 15,2 9-2-15,-3 13 5 16,3 5-4-16,0 5-1 16,-2 0 1-16,0 1-4 15,0-2 6-15,-2 2-7 16,-1 7 8-16,-1 6-1 15,-2 8-8-15,-3 20 2 0,-2 13 5 16,-2 10-5-16,-3 12 4 16,-5 9-13-16,-3 6 18 15,-4 2 6-15,2 5-15 16,1 1 3-16,-1 1 6 16,6 4 0-16,5 2 9 15,4 8-8-15,4 1 6 16,3 7-5-16,2 6-5 15,4 2 3-15,-5 5-3 16,5 2 0-16,-2 6 0 16,-4 3-5-16,-2 6 10 15,-3 2-2-15,-5 5 1 16,2 5 3-16,-6-1-8 16,-3 7 5-16,-9 2-8 15,-10 0 5-15,-11 0 5 16,-14 5-7-16,-13 13 4 15,-10-2-4-15,-11 3-1 16,-8 3 5-16,-6-2-3 16,-7-1 1-16,-14 2 2 15,-8 1-5-15,-4-1 3 16,-7 4 2-16,-2 0-6 16,-2 0 12-16,2 3-13 15,-3-3 6-15,3 0 2 16,-4-2-8-16,-5 2 3 15,-11-1-1-15,-2 2 5 16,-2 0-1-16,-4 1-4 16,4 0 6-16,2 4-8 0,11-1 7 15,13-4-1-15,7 3-1 16,4-2-3 0,2 0 1-16,9-2 0 0,-1 1 2 15,3-1-2-15,1-2 2 16,9 1-4-16,2-1 6 15,9-2 0-15,11-2-6 16,16-3 4-16,9-1 2 16,15-3-5-16,4 1 4 15,10-3-5-15,10 2 6 16,8-3-3-16,3 1-2 16,7 0 2-16,6-1-1 15,3-1 0-15,6 2 2 16,1-2-3-16,6-1 3 15,4-1-1-15,1-2 0 16,4 2 2-16,4-4-1 16,4 2 2-16,0-4-1 15,2 2-4-15,-1 2 3 16,3-4-1-16,-3 3 0 16,3-1 1-16,0-2-1 15,0 0 8-15,2 0-4 16,-2 2 2-16,2-2 5 15,0 0-7-15,0 0 5 16,0 0-5-16,0 0-4 16,0 0-3-16,0 0-6 15,4 0 2-15,12 0-13 16,0 4-9-16,2 4-66 16,-6 8-140-16</inkml:trace>
  <inkml:trace contextRef="#ctx0" brushRef="#br0" timeOffset="20150.34">3716 5382 340 0,'0'-2'36'0,"0"0"-7"15,0 2 16-15,0 0 0 16,0-2-15-16,0 2 7 16,0 0 3-16,0 0-19 15,0 0-25-15,0 8-1 16,0 13-2-16,0 10 5 15,0 10 9-15,4 11-5 16,-2 11-1-16,0 13 2 16,0 8-5-16,0 9 1 15,0 9 1-15,0 4 2 16,0 5 0-16,-2 1-5 16,5 0 2-16,-3 3-4 15,3-3-1-15,-1 7 9 16,0-2-4-16,5 4 4 15,-1 8-3-15,3 6 0 16,2 5 1-16,0 1-4 0,-2 0-1 16,-1 5-7-16,1-3-12 15,-4-2 4-15,1 3 4 16,-4-5-9-16,6 2 15 16,-6 1-2-16,0 1 1 15,-2 3 7-15,2 6-11 16,-2 4 2-16,0 6-11 15,0 0-4-15,-2 5 4 16,0 1 8-16,0 3 13 16,0-1 0-16,0 0 4 15,0 2-1-15,0 1 2 16,0 1-1-16,2-2 2 16,6 3-8-16,0 0-2 15,0-4 3-15,-1-1 3 16,2-5 2-16,-1-6-2 15,3-4 2-15,0-4 1 16,4-2-3-16,-2-6 0 16,2 0-1-16,-1-2 3 15,0-1-2-15,-2 0-1 16,2 1 1-16,-2-2 0 16,0 2 1-16,-2 1-2 15,0 1 2-15,2 2-4 16,-2-3-5-16,1-3 6 15,0-8-3-15,4 0 4 16,-2-4-4-16,0-3 5 16,-3 1 0-16,-1 6-1 15,-4 0-6-15,-1 0-1 0,-4-4-12 16,0-8 18-16,0-2-2 16,0-11 13-16,2-11-1 15,6-6 10-15,8-2-4 16,0-7 0-16,6-3-4 15,4-3 6-15,2-7 5 16,2-5-13-16,5-8-2 16,-1-6-8-16,6-12-7 15,2-9 11-15,3-4-7 16,3-9 0-16,7-7 0 16,7-7 18-16,6 0-4 15,11 0-12-15,7-18 4 16,13-2 5-16,9-2-12 15,9-3 12-15,9-2-5 16,5 1 1-16,12-4-1 16,8-1 0-16,11 4-2 15,6 4-1-15,6 5-1 16,2 8 1-16,3 3-5 16,0 7 5-16,-3 0 1 15,7 0-3-15,-4 0 5 16,10 0-1-16,-4 0-1 15,0 0 2-15,-4 0 0 16,-5 0 0-16,1 0-3 16,-7 0 2-16,-3 0-10 15,1 4-29-15,0-1 3 16,-5 1 11-16,6-4 9 16,-6 0-7-16,6 0-11 15,-4 0 30-15,-4 0 0 16,-8 0 3-16,-5 0 1 15,-8 0-7-15,0 0 2 16,-7 0-2-16,1-1 7 0,-7 1 2 16,0-4 3-16,-1 2-3 15,-5-2 4-15,-2-2-1 16,-1 2-1-16,2-2-1 16,-4 0-2-16,3 0 3 15,-1-1-6-15,1-1 5 16,-6 3-3-16,-3-3 0 15,-3-2-3-15,-7 4-3 16,-6 0 3-16,1 5 1 16,-5-4 0-16,7 5 1 15,-4-3 1-15,5 0-2 16,-3-3-23-16,0-1-78 16</inkml:trace>
  <inkml:trace contextRef="#ctx0" brushRef="#br0" timeOffset="22100.36">14771 16188 131 0,'0'0'48'0,"0"0"-2"16,49-89-14-16,-38 55-6 15,-5-4-1-15,3-2-3 0,-5 0-13 16,2-7-4 0,-1-1 4-16,-3-5-7 15,0-1-1-15,-2-10 5 0,0-8-1 16,0-7 2-16,0-10 8 16,0-8-1-1,0-11-2-15,3-8-1 0,1-7 9 16,2-12 3-16,4-11 6 15,2 0 11-15,2-13-25 16,4-2-5-16,1-3-5 16,3-1-5-16,1 3 2 15,3 0-2-15,-2 2 3 16,-7 0-3-16,-4-1-2 16,-6-2 4-16,-7-3-5 15,0-5 7-15,-2-1 1 16,-16 2 6-16,-4 4 11 15,-1 1-7-15,-3 6 1 16,4 1 2-16,1 6-13 16,4-4-1-16,-1-1-3 15,2-1-2-15,2-6 1 16,0-7-2-16,0-4 4 16,-3-1 0-16,-2 3-3 15,0 3 2-15,-1 3-1 16,-4 7 0-16,4 3 4 15,2-1-7-15,0 0 3 16,4-3-2-16,0-1 2 16,2-2 0-16,-1-1-2 15,-4 0 3-15,2 7 0 16,-5 1-2-16,0 8 2 16,6 8-3-16,-6 0 0 15,8 5 3-15,-2-7-6 16,6 1 5-16,0-4-2 0,3 4 2 15,1-6 2-15,-1 1-6 16,1 1 4-16,-2 7-1 16,-3 6 0-16,0 7 2 15,-4 10-4-15,1 10 3 16,-4 7 3-16,2 4-6 16,-4 7 3-16,4-2 0 15,-2 1-1-15,1 6 3 16,2-3-5-16,0 7 4 15,0 3 1-15,3 4 2 16,-3 1 2-16,4 7-6 16,-2 4 6-16,5 7-3 15,0 8-1-15,-1 4 7 16,-2 10 6-16,3 6 3 16,0 8-6-16,-1 3 0 15,-2 6-4-15,1 4-8 16,2 1-1-16,-4 0 3 15,2 3-4-15,-4 0 4 16,-8 0 2-16,-4 0-6 16,-6 0 9-16,-5 6-9 15,-7 4 4-15,-10 3 3 16,-6 7-2-16,-11-1 0 16,-15 4-7-16,-13 2 14 15,-14 3-12-15,-8-1-2 16,-11-4 8-16,-7 4-2 15,0-2 0-15,-5 0 0 16,-1 1-5-16,-7 0 4 16,0 2-1-16,-10-1 1 15,-6 0 1-15,-4 1-10 0,-6-2 12 16,-9-2-4-16,-11 1-2 16,0-5 3-16,-3 2-1 15,2 0 4-15,4-3-4 16,8 2-3-16,4-1 3 15,9 1 2-15,0 0-4 16,2-2 4-16,0-1-9 16,-5-1 12-16,-5-1-4 15,-1-4-3-15,-2-2 6 16,5 1-7-16,3-4 5 16,14-1 1-16,13 0-6 15,5 0 6-15,10-2-3 16,6-4-1-16,5 2 1 15,1-2-2-15,5 0 3 16,1 0-2-16,0 0 1 16,-4 0 1-16,-3 0-4 15,-1 0 5-15,-2-2-1 16,-2-4-2-16,3 0 3 16,3 2-4-16,7 0 4 15,5 1-1-15,3-3-2 16,3 0 2-16,8 0-1 15,3-1 5-15,5-1-4 16,1-1-1-16,4 4 0 16,5 0 2-16,1-1-2 15,-1 0 1-15,1 1-3 16,4-1 4-16,1 1 2 16,-3 1-1-16,3 2 3 15,-3-2-2-15,0 2 3 16,-1 1-3-16,-1-2 0 15,1 2 2-15,2-1-2 16,6 0 2-16,10 0 0 16,1 2-2-16,8-2 7 0,7 0-3 15,9 2-4-15,6-4 1 16,4 2-3-16,8 0 6 16,0 0 2-16,4 0-4 15,3-1-1-15,1 0-2 16,1 2 0-16,3-1 0 15,0 0 0-15,2 2 0 16,0 0-4-16,0 0 2 16,0 0 1-16,-2 0-4 15,0-2 4-15,0 0 0 16,-3 0-4-16,3 2 5 16,0 0-7-16,-2 0 5 15,4-2-3-15,-2 2 2 16,0-2-3-16,2 2-2 15,-3-2 5-15,3 2 2 16,0 0-4-16,0 0 4 16,0 0-2-16,-2 0-1 15,0 0 3-15,0 0-5 16,0 0 4-16,-3 0-2 16,3 0 0-16,2 0 2 15,0 0-6-15,0 0-6 16,0 12-40-16,9 5 1 15,12 9-35-15,1-1-28 0,3-2-149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22T02:49:01.9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23049 6516 389 0,'-12'-9'69'16,"-3"3"-38"-16,4-3-5 0,-2 2 9 15,4 1 2 1,-1 0-11-16,4 2-11 0,-1 1-5 16,1-2-6-1,1 3 18-15,-3-4-12 0,1 1 4 16,-1 1-2-16,-6-1-7 16,4 0 2-16,-3-1-3 15,-2 6-1-15,-3-5 0 16,-5 5-2-16,0 0 2 15,-6 0-3-15,-3 0 0 16,-2 0 3-16,-2 0-7 16,-4 0 6-16,0 5-4 15,-1-4 3-15,-3 4 1 16,4-4-5-16,-3 5 4 16,4-3 1-16,-2-3-3 15,5 6 2-15,-1-6-3 16,0 0 3-16,1 0 2 15,-3 4-6-15,1-2 5 16,-4 1-3-16,2-1 2 16,-3 4 1-16,-3 0-5 15,4-1 5-15,-4 1-2 16,-3-1-1-16,-1 3 2 16,-2-1-1-16,3-1 1 15,-7 4 0-15,-2 0-2 16,2 2 1-16,-5 1-2 15,3 0-2-15,-2 5-7 16,5-5-4-16,1 1 13 16,2-2 0-16,7-3 2 15,-1 1 2-15,2-2-6 16,0 0 6-16,1 1-1 16,-1 3-1-16,0-1 1 15,-1 3-5-15,-2-1 3 0,6 2 5 16,-5-1-7-16,2-1 6 15,1 4-4-15,-1-3 3 16,2 1 0-16,0 2-5 16,-1 2 4-16,1 1-2 15,-4 3 0-15,3 0 5 16,0-1-7-16,2-3 6 16,5 0-2-16,2-2-3 15,3 1 5-15,1-5-5 16,0 5 3-16,-2-3 0 15,0 2-3-15,2 1 4 16,-5 0-3-16,7-1 0 16,0-1 2-16,2-1-4 15,4-1 5-15,2 1-1 16,0-1-2-16,-2 1 1 16,5 3-6-16,-2-1 9 15,-3 5-2-15,1 0-3 16,-3 6 0-16,2-3-1 15,-4 6-1-15,0-2 2 16,1 2-2-16,3 0 5 16,1 0-4-16,2 2 3 15,1-4 2-15,2 3-6 16,-2 4 4-16,2-2-1 16,-2 1-1-16,0 0 2 15,3 2-1-15,-2-2 2 16,2 0-1-16,0 2-2 0,2-2 2 15,0 5-1 1,-2-1 1-16,2 3 0 0,4 1-2 16,-1 2 2-1,4 0 0-15,0 4-1 0,2 2-2 16,2 1 2-16,-2 4 0 16,-2-3-11-16,2 0 1 15,-1 0-1-15,3-7 4 16,2-1 5-16,0-5 2 15,0 0-2-15,9-7 0 16,21 1-6-16,10-5-9 16,14-6 8-16,7 1-9 15,14-9 15-15,7 0 4 16,4-3 8-16,6-4-4 16,5-1-2-16,2 1-23 15,0-4 17-15,-3-2-14 16,4-2 18-16,-5 0 1 15,-1 0 1-15,1-8 1 16,-5-11-3-16,9-4 5 16,4-4-5-16,1-5 0 15,5 0-7-15,-1-2 8 16,-3 6 4-16,-10-1-5 16,-3 4-2-16,-12 3 4 15,-11 3-4-15,-5 3 3 16,-3-1-23-16,-3-1 1 15,-2 1 18-15,0-2-24 16,2 3 11-16,-5-2 16 16,-1 5-10-16,-2 0 10 15,-5 5 1-15,1 2-8 16,-8 1 3-16,1 0-50 0,-3-1 26 16,-4 0 14-16,3-2-58 15,-2 0 5-15,-1-2 61 16,-2 3 11-16,-3-5-6 15,-1 4 3-15,0 0 5 16,-2 2-2-16,0 0-5 16,-1 4 6-16,1-2 18 15,0 2 0-15,0-2-17 16,-2 3-1-16,2 1 4 16,2-6 1-16,0 2 0 15,2-2-6-15,0 0-3 16,1 0 13-16,-1 1-10 15,2-3-3-15,-3 4 1 16,1 0 0-16,-2 0 1 16,-2 0-2-16,0 3 3 15,0-1 4-15,1-1-8 16,-2 2 21-16,1-1-12 16,0-4-7-16,-1 2 21 15,3-3 10-15,2-5-15 16,0-1-10-16,0-3-10 15,2-2 9-15,1 0 2 16,-1-2-7-16,-2-2-1 16,2 0-3-16,-2-1 6 15,-2-5 5-15,-1 1 1 16,1-2 5-16,0-3-5 16,-2 0 1-16,0-3 3 0,1-3-5 15,-3-2-1 1,-1 1-1-16,-2-3 6 0,-1 2-6 15,-1-3 2 1,-6-2 2-16,-1 1-2 0,0 0-5 16,-4-3-2-16,-4 5-3 15,-2-3 7-15,0 2-4 16,0 3-1-16,0 1 0 16,-16-2-2-16,0 0 4 15,-4-1-1-15,-6-1-15 16,0 1 8-16,-1 0 4 15,-1-1 4-15,-2 4-2 16,-3 2-7-16,1 2 10 16,-3 2-4-16,3 6-8 15,-5-1 11-15,-1 5 6 16,3 1-9-16,-3 3 1 16,1 1-4-16,2 0 8 15,5 5-6-15,4 1 0 16,3 2 1-16,4 5-4 15,6 1 5-15,4 4-5 16,5 0-27-16,4 0-14 16,0 12-22-16,-2 9-79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22T02:54:08.167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23915 7022 515 0,'-17'0'22'0,"-1"0"5"15,3 9 16-15,0 1-4 16,4-2-3-16,3-4-2 16,4-3-17-16,2 1-6 15,0-2-3-15,2 0 1 16,0 0 8-16,0 0 2 15,-3 0 0-15,3 0-11 0,0 0-14 16,7-2 8-16,21-16 18 16,13-2 4-16,11-10-10 15,12-4-1 1,5-3-1-16,-3 2-5 0,3 4 3 16,-7 2 2-16,-4 4-2 15,-8 5 0-15,-5 5-5 16,-9 3-3-16,-8 2 5 15,-6 6-4-15,-8-2-2 16,-8 3 2-16,-4 1-4 16,-2 2 6-16,0 0-6 15,0 0 0-15,0 0-8 16,0 6-39-16,-6 15-45 16,-10 1-42-16,-8 7-132 15</inkml:trace>
  <inkml:trace contextRef="#ctx0" brushRef="#br0" timeOffset="1182.33">22705 8772 427 0,'0'0'28'16,"0"0"-14"-16,0 0 11 16,12-18 11-16,-8 14 10 15,0 0-12-15,0-1-12 16,3-1-5-16,6-3 14 16,0-1 9-16,6-5-4 15,4 1-8-15,3-8-1 16,6 3-6-16,8-5 4 15,5-1-6-15,9-2 0 16,8-4 2-16,7-4-6 16,9-3 0-16,-4 4 2 15,-3 1-3-15,-6 5-4 0,-16 7-7 16,-12 5 3-16,-11 10-7 16,-11 0-2-16,-10 5 3 15,-5 1-4-15,0 0 3 16,0 0-26-16,-14 17-31 15,-5 8-46-15,-5 5-37 16,-8 6-180-16</inkml:trace>
  <inkml:trace contextRef="#ctx0" brushRef="#br0" timeOffset="8665.94">26981 10940 482 0,'-17'-12'13'15,"2"3"-1"-15,-3 4 19 16,5-4 10-16,3 5 5 16,-3 0-11-16,0 0-13 15,-2 1-14-15,0 0-7 16,-5 3 3-16,-1 0-4 15,-7 0 1-15,0 0-1 16,-4 0 1-16,-10 0 0 16,2 0-1-16,-12 12 1 15,-6 0-3-15,-7 2 4 0,-5 4-1 16,-3 3-1 0,-3 2 2-16,1 2 1 0,1 2 2 15,4 3-4-15,3-1 1 16,7 1 0-16,2-1 3 15,1 0 0-15,7 2 2 16,0-2-2-16,5 1 4 16,-5 3-4-16,4-1 0 15,2-1 1-15,1 0-2 16,6-4 1-16,6 0-1 16,9-6-1-16,4 1 3 15,7-1-6-15,7-3 3 16,2 1-2-16,2 4-4 15,0 2 2-15,0 2 2 16,0 4 1-16,2 2 0 16,7 0-2-16,1-1 0 15,6-2 0-15,4-1-5 16,11-4 5-16,1-2-3 16,11 1 5-16,6-7-2 15,7 2-1-15,5-1 6 16,5-5-3-16,2 0 3 15,2-1-1-15,3-4-5 16,1-2 5-16,3-6-4 16,1 0 0-16,1 0-1 15,5 0 3-15,0-8-3 16,5-7 5-16,-2-1-7 16,-1-3 7-16,-1 0-4 15,-9-3 0-15,-6 3 1 16,-8 0-1-16,-9-2 1 15,-5 5-1-15,-11 0 2 0,-5 1-2 16,-8 1 2-16,-4 2-2 16,-10-1 1-16,-4 0 1 15,-4-1 4-15,-2-2-1 16,0-3 3-16,0-2-2 16,-2-4 2-16,-10-7-1 15,0-2-10-15,-2-4 6 16,-4-5-1-16,1 2-4 15,-6 2 4-15,-1 2-7 16,-7 7 5-16,-3 3 1 16,-6 7-5-16,-6 7 4 15,1 1-6-15,-3 6 8 16,8 0-3-16,6 6-1 16,8 0 4-16,11 0-3 15,8 0-7-15,3 0-27 16,-1 12-54-16,-5 7-37 15,-12 6-188-15</inkml:trace>
  <inkml:trace contextRef="#ctx0" brushRef="#br0" timeOffset="20298.49">20924 15511 310 0,'-9'-7'55'16,"-1"-4"-15"-16,2 5 4 15,0-1-8-15,0 1 5 16,0 2-1-16,-2-2-9 16,2 3-7-16,-2-1-9 15,3 2 5-15,-4-1-5 16,1 0-2-16,1 1 2 15,-2-2-8-15,-2 0 3 0,0 0 0 16,0 1 2-16,-1-2 4 16,-2 1-4-16,0 1-2 15,0-1-5-15,-2-2-2 16,-2 2 2-16,2-2-2 16,-4 0 0-16,1 1 7 15,-5-1-7-15,0 2 1 16,-2 0-4-16,-2 4 0 15,-4 0 2-15,-5 0-6 16,-1 0 6-16,-6 16-2 16,-4 3-1-16,-1 3 4 15,-1 3-6-15,0-2 6 16,5 1-1-16,4-4 2 16,6-1-1-16,5-1-4 15,4 0 3-15,5-4 0 16,1 4-4-16,-1 4 3 15,-1 1-3-15,1-2 3 16,-1 3-1-16,-2 1 0 16,2-2-2-16,0 2 1 15,3 0 2-15,-1-1 1 16,1-1-6-16,0-1 7 16,3 2-3-16,6-7-2 15,0-1 4-15,4-3-5 16,4-1 5-16,2 0-2 15,2-2-1-15,0-1 1 16,0 5-4-16,4-1 3 16,13 3 1-16,4-1-4 15,5 2 5-15,2 1-2 0,7 1-3 16,-1 5 4 0,8-4-8-16,0 6 9 0,8-3-1 15,3-3-1-15,3-1 1 16,9-3-3-16,-1-5 4 15,10 1 2-15,-1-6-6 16,7-3 6-16,-1 0-4 16,1-3 3-16,-1 3-2 15,-3-3 0-15,-4 2 3 16,2 2-3-16,-7-4-5 16,3 0 10-16,-3 0-12 15,2 0 9-15,0-9-2 16,2-7-1-16,4 3 6 15,1-5-13-15,-2 1 16 16,0 3-7-16,-5 2-4 16,-3 0 3-16,-3 1-3 15,-5 6 2-15,-2-1 0 16,-2 2-8-16,-1 2 6 16,-1-1-6-16,-2 2 8 15,-1-1 2-15,-3 2-8 16,-4 0 9-16,1-4-13 15,-6-1 4-15,2 3-2 16,-3-4 2-16,-4-2 2 16,5-2 7-16,-3 3-3 15,1-4 0-15,2 5-1 16,-3-2 2-16,-2 0 1 16,1-1-5-16,1 4-3 15,-2-4 5-15,-2 0 0 16,0 0 5-16,-2 1-8 15,0-4 7-15,1 3-3 0,-3-3 2 16,-4 1-13-16,2 1 14 16,-4 0 0-16,-7 2 2 15,2 2-5-15,-7 1 2 16,-1-1-3-16,-3 2 2 16,-2 2 3-16,1-4-5 15,-3 0 2-15,0 3 2 16,0-3 2-16,0-2-1 15,0 2-3-15,0-1 7 16,0 1-5-16,-3 0-2 16,-3 0 4-16,-1-1-7 15,-1-1 8-15,-3-1-4 16,0 1-1-16,-3-6 4 16,-2-2-8-16,-4 1 8 15,-2-1-2-15,0-1-4 16,-2 2 5-16,0-3-2 15,-1 4 3-15,-5 3 1 16,0-3-4-16,-3 3 3 16,-2-1-3-16,-5 0 1 15,-3 1 0-15,-1-3-6 16,-3 3 9-16,2-4-5 16,0 6 0-16,-1-1 3 15,6 1-7-15,-3 2 8 16,4-2-3-16,-2 1-3 15,1 3 3-15,-2-1-2 16,4-1 4-16,-3-1 2 0,3-3-7 16,-4-2 6-1,6 2-5-15,-3-1 3 16,1 2 0-16,-2 3-8 16,2 3 7-16,-1 2-4 0,-2 2 6 15,0 0 0-15,-2 0-4 16,0 0 2-16,0 0 3 15,1 2-2-15,2 2 0 16,2 0-3-16,5-1 4 16,5 1-2-16,7-2-2 15,4 2 2-15,5-2-2 16,2 1 2-16,4-2-1 16,2 1-11-16,2 4 1 15,-3-1-4-15,0 6-5 16,-1 3-7-16,-7 8-28 15,-4 2-68-15,-4-2-130 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9T03:49:02.9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13273 6357 399 0,'-13'-7'43'0,"-2"3"-10"15,4 0 4-15,2 0 13 16,-1 2-23-16,1-2-1 15,1 3-12-15,1-2-4 16,3 3 6-16,2-1-1 16,-1 1 5-16,3-2-5 15,0-1-2-15,0 0-2 0,0-3-11 16,3-10-6-16,23-7 5 16,12-12 23-16,12-7-10 15,12-7-4-15,7-5-1 16,2 2 14-16,-4 5-9 15,-5 3 1-15,-6 4 2 16,-7 7-8-16,-10 2 5 16,-3 7-7-16,-10 5-3 15,-6 7 6-15,-5 2-4 16,-8 9 1-16,-5-2-4 16,0 3-3-16,-2 0 13 15,0 0-15-15,0 0 3 16,0 0 1-16,0 0-6 15,0 0-17-15,0 4-39 16,0 10-31-16,0 0-20 16,0 1-119-16</inkml:trace>
  <inkml:trace contextRef="#ctx0" brushRef="#br0" timeOffset="973.66">11560 6123 451 0,'0'0'60'15,"0"0"-24"-15,0 0-10 16,-6-71-9-16,12 40 10 15,18-8 14-15,6-4-9 16,4-7-3-16,5 2-1 16,0-3-3-16,0 3-5 15,-3 1-4-15,-4 5 4 16,-4 5-8-16,-2 2-4 16,-4 8 1-16,-5 8-9 15,-8 6 4-15,-3 2-1 16,-2 10-6-16,-4 1 7 15,0 0-57-15,0 12-45 16,0 7-36-16,-15 1-99 16</inkml:trace>
  <inkml:trace contextRef="#ctx0" brushRef="#br0" timeOffset="1683.44">12046 4917 426 0,'0'0'54'0,"0"0"-11"16,0 0 10-16,0 0-24 15,0 0 16-15,-2-31-5 16,2 31-22-16,0 0-12 16,0 0-12-16,9 0 2 15,10 0 11-15,5 6-5 16,8 13 2-16,3 6-5 15,-3 9-2-15,0 2 10 0,-6 3-7 16,-2 0-2-16,-7-3 2 16,-9 1 1-16,-5-2 2 15,-3-4-7-15,0 2 0 16,-7-4 10-16,-14-4-7 16,-1-1-4-16,-4-7-7 15,2-5 9-15,1-9 10 16,0-3-7-16,1 0-1 15,-2-2 4-15,7-17-3 16,4-3 11-16,2 0-9 16,9-3-1-16,2 2-3 15,0-1 1-15,17 4 7 16,9-1-6-16,2 6-4 16,4-1-17-16,-2 5-56 15,-6 1-45-15,-4 2-68 16</inkml:trace>
  <inkml:trace contextRef="#ctx0" brushRef="#br0" timeOffset="1896.24">12378 4911 414 0,'0'0'77'0,"0"0"-23"16,0 0-39-16,0 0-1 15,0 0-14-15,52-29 5 16,-22 50-7-16,2 5 1 16,0 6 4-16,-3 2-12 15,-4-6-45-15,-6-3-25 16,-6-9-58-16,-2-7-140 0</inkml:trace>
  <inkml:trace contextRef="#ctx0" brushRef="#br0" timeOffset="2249.75">12804 4559 325 0,'0'0'2'16,"0"0"14"-16,0 0-1 15,0 0-11-15,-48 116-3 16,48-99 0-16,0-5-1 16,0-5 7-16,4-1-13 15,14-1 4-15,-1-1 8 16,2-1 6-16,1 2 11 16,1 0-19-16,-3 3-2 15,-1 2 2-15,-2 0-1 16,-7 5-3-16,-8-2 7 15,0 2-7-15,0 3 10 16,0-1 3-16,-16 3-8 16,-2-5-60-16,1 3-80 15</inkml:trace>
  <inkml:trace contextRef="#ctx0" brushRef="#br0" timeOffset="-165470.04">11847 5806 427 0,'0'0'31'0,"0"0"-4"16,0-31-6-16,0 21 1 15,0 1 29-15,0-3 8 16,0 2-27-16,-4 4-4 15,-2-1-10-15,0 1 2 16,0 0-8-16,0 2-10 16,-6 0 9-16,0 1-11 15,-4 0 3-15,0 3 1 16,-6 0-6-16,-4 0 9 16,-2 0-9-16,1 0-1 15,-11 10 7-15,0 7-4 16,-5 1 2-16,-3 7-3 15,-3 2-5-15,-7 3 13 16,-2 1-10-16,0 0 4 16,2 1-1-16,0 3-3 15,5 6 10-15,7-5-12 16,10 5 3-16,8 1 6 16,11 0-6-16,9-3 5 15,6 7-5-15,0-2-2 16,0 5 8-16,15-1-3 15,4 1-2-15,5-5 1 16,3-3-5-16,11-3 14 16,4-7-12-16,8-4 3 0,3-2 3 15,5-2-6-15,5-2 12 16,6-5-14-16,4-1 6 16,9-7 2-16,4 0 0 15,6-5 4-15,8-2-3 16,3 1-5-16,0-2 12 15,3 0-10-15,-3 0 1 16,-3 0 1-16,0 0-6 16,-1 0 12-16,-4 0-11 15,1-3 1-15,1-9 7 16,0-4-2-16,2-3 0 16,4-2-3-16,-2-3-1 15,-6-1 8-15,-3-2-12 16,-8-4 8-16,-7 0-3 15,-9-2-4-15,-8-2 11 16,-5-2-11-16,-7-1 4 16,-7-1 1-16,-9 1-4 15,-6-1 11-15,-8-2-2 16,-10 0-2-16,-8-1 9 16,0-5-3-16,0-3-3 15,-24 0-6-15,-8-8-1 16,-3 2 8-16,-9-5-10 15,-2 3 3-15,-3 2 3 16,-9 1-7-16,-7 7 12 16,-10 4-14-16,-10 7 3 15,-9 4 5-15,-9 8-5 16,-7 4 6-16,-4 4-9 16,-4 7 2-16,-1 2 9 15,-1 8-9-15,1 0 4 16,8 0 4-16,7 13-12 0,10 7 13 15,12-1-12-15,15 5 7 16,18-5 0-16,19 6-6 16,16 3 12-16,14 4-44 15,0 8-50-15,20-1-32 16,6-10-175-16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19T03:49:11.5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20718 6644 389 0,'-14'-6'68'0,"6"0"-28"16,-2 1 1-16,2 0-5 16,4 2-6-16,0 1 8 15,2 2-19-15,2-2-11 16,-2 2-8-16,2 0-6 15,0 0 14-15,0 0-11 16,0 0 3-16,0 0 0 16,0 0-5-16,4 0 5 15,10 0-10-15,6 0 1 16,4-8 13-16,4-7 14 16,0-9-8-16,0 1-5 15,-2-2-6-15,-5 0 9 16,-7 2-8-16,-2-2 3 15,-3 6 1-15,0-3 0 16,-5 4 10-16,0 5-9 16,-2 3 6-16,-2 4 2 0,2 3-3 15,-2 3 5 1,0-3-11-16,0 3 0 0,0 0-1 16,2 0-10-16,-2 16 4 15,7 7 6-15,0 8-3 16,1 2 9-16,-2 0-9 15,5 2 0-15,-2-2 2 16,-3-2-3-16,5-2 12 16,-4-2-10-16,-1-2 1 15,1-6 1-15,-3-1-2 16,0-2 5-16,-2-4-7 16,0-8-3-16,-2 0 10 15,0-2-8-15,0-2 3 16,0 0-2-16,0 0-7 15,0 0 0-15,0 0-23 16,0 3-27-16,-4 3-47 16,-11 0-113-16</inkml:trace>
  <inkml:trace contextRef="#ctx0" brushRef="#br0" timeOffset="302.39">20763 6988 408 0,'0'0'34'0,"0"0"-37"16,0 0 41-16,0 0 14 0,62-42-8 15,-28 23-12 1,8-2-2-16,2 1-5 15,0 1-5-15,-3 1-1 0,-1 3-6 16,-5-1-10-16,-5 2 7 16,-6 5-14-16,-5-1 8 15,-6 4-2-15,-3 2-14 16,-8 2-13-16,-2 2-35 16,0 0-84-16,-6 0-143 15</inkml:trace>
  <inkml:trace contextRef="#ctx0" brushRef="#br0" timeOffset="3266.88">21128 6036 358 0,'0'-8'57'0,"0"2"-7"15,-4 5 13-15,0-3-14 16,2 2-11-16,2 2-12 16,0 0-28-16,0 0 5 15,0 17-4-15,0 14 14 16,0 10 7-16,10 9-7 15,3 10 4-15,5 8-8 16,3 0 7-16,0-1-3 16,1 0-2-16,0-6 12 15,-3-9 1-15,0-11 0 16,-3-4-2-16,-4-12-22 16,-5-3 7-16,-1-9 3 15,-1-4-12-15,-3-5 13 16,-2-2-14-16,0-2 6 15,0 0 1-15,0 0 0 0,0 0 3 16,0 0-10-16,-11-2-23 16,0-5-34-16,-4-3-42 15,2 2-104-15</inkml:trace>
  <inkml:trace contextRef="#ctx0" brushRef="#br0" timeOffset="6966.17">18192 9069 361 0,'-7'-6'80'0,"2"0"-15"16,3 5-30-16,2 1-19 15,0 0-14-15,0 0-3 16,0 0 20-16,0 0-2 15,0 6-1-15,0-2 6 16,0 2-2-16,-6-3 15 16,-2 3-19-16,-8 0-13 15,2 2 9-15,-4-2-15 16,-1 0 5-16,-1 0-2 16,-1-3 1-16,2-1 4 15,3-2-7-15,4 0-1 16,3 0 6-16,0 0-9 15,9-15 2-15,0-7 0 16,0-3 1-16,9 0 13 16,10-2-11-16,5-2 8 15,2 4-10-15,2 3 4 16,0 3 2-16,-1 7-5 16,1 7 5-16,-2 3-2 0,-2 2-2 15,-2 0 2-15,-3 17-7 16,-6 8 2-1,-4 6 3-15,-9 5 3 0,0 6-8 16,0 4 12-16,-9-1-3 16,-10 3 6-16,-1-4-10 15,-1-5 5-15,3-3 1 16,6-10-3-16,1-7 5 16,4-5-10-16,3-4 1 15,4-6 1-15,0-2-1 16,4-2 1-16,16 0-1 15,6 0 5-15,4-12 11 16,0-6 6-16,7-1-6 16,-5-2 4-16,-2 4-9 15,0 1 11-15,-2 2-18 16,-5 3-2-16,-1 2 5 16,-2 1-2-16,-8 3 3 15,-2 0-10-15,-4 1-34 16,-2 4-13-16,-4 0-40 15,0-2-114-15</inkml:trace>
  <inkml:trace contextRef="#ctx0" brushRef="#br0" timeOffset="7346.12">18443 8838 521 0,'0'0'65'0,"0"0"-19"16,0 0 7-1,0 0-25-15,0-16-6 0,0 16-17 16,7 0-16-16,3 17 19 16,8 7 8-16,-1 6 0 15,6 9-3-15,1 3 10 16,2 0 13-16,0-2-15 15,0-3-16-15,-3-6 14 16,-3-4-17-16,-6-7 4 16,0-5-1-16,-8-4-7 15,-2-5 12-15,-2-3-14 16,-2-2 6-16,0-1 3 16,0 0-1-16,0 0 7 15,0 0-12-15,0 0 0 16,0 0-22-16,0-4-49 15,-8 1-45-15,-10-1-178 16</inkml:trace>
  <inkml:trace contextRef="#ctx0" brushRef="#br0" timeOffset="10417.11">16085 12391 397 0,'0'0'54'0,"-2"0"-11"16,-2 0-1-16,-5 0-17 15,3 0 13-15,-3 0-17 16,0 0-11-16,-1 0 2 15,1 0-8-15,-4 0 8 16,1 0 1-16,-4 3-4 16,4-3 1-16,-4 0-4 15,3 0-1-15,0 0 8 16,5-3-16-16,1-10 2 16,3-7-3-16,4-6 2 15,0-5 16-15,0-2-11 16,11-2-4-16,8-2 2 15,2 5 1-15,5-1 6 16,2 4-11-16,2 2-2 16,1 7 12-16,-3 5-7 15,-2 9 2-15,-3 6-2 16,-4 0-7-16,-1 7 12 16,-8 21-12-16,-3 5 9 15,-5 5-1-15,-2 0 0 16,0 3 2-16,0-2-13 15,-11-6 11-15,1-8 7 16,0-5-10-16,4-9 5 16,2-3-8-16,4-5 5 15,0-3 3-15,0 0-12 0,0 0 3 16,6-17 11-16,12 0 0 16,1-4 6-16,3 0-12 15,-1 5 3-15,3 3 0 16,-3 5-3-16,5 2 9 15,-2 6-11-15,-2 0 0 16,-4 8 5-16,0 13-4 16,-5 4 12-16,-4 4-4 15,-7 2-4-15,-2 0 17 16,0 1-23-16,-11-2 26 16,-8-1-16-16,-5-1-7 15,0-8 15-15,-2 2-15 16,-2-9 4-16,3-1 0 15,-1-6-2-15,0 0 5 16,4-6-10-16,0 0 1 16,6 0 7-16,0 0-21 15,6-6-16-15,4-6-1 16,4-1-28-16,2-13-66 16,0-2-170-16</inkml:trace>
  <inkml:trace contextRef="#ctx0" brushRef="#br0" timeOffset="10815.22">16306 11826 552 0,'0'0'66'0,"0"0"-20"15,0 0-37-15,0 0-12 16,-2-23 13-16,26 36 7 16,4 15 0-16,2 9-10 15,2 1 9-15,-3 5 9 16,-3 0-14-16,-3-5 11 16,-2-4-3-16,-5-5-10 15,-6-7 10-15,2-4-10 16,-6-6-2-16,-2-6-4 15,-2-1-1-15,-2-5 8 16,0 0-10-16,0 0 4 16,0 0 5-16,0 0-6 15,0-3 2-15,0-5-11 16,0-4-6-16,0 5-8 16,-2-1-38-16,0 4-19 15,0 2-82-15,-2 2-394 16</inkml:trace>
  <inkml:trace contextRef="#ctx0" brushRef="#br0" timeOffset="13350.19">15608 15698 300 0,'-7'-11'51'0,"-2"-1"2"15,7 5-1-15,-2-1-10 16,2 0 4-16,2 2-16 16,-2 4-8-16,2-2-2 15,0 4 2-15,0 0 2 16,0 0-12-16,-2 0-6 16,2 0 4-16,-3 0-17 15,3 0 0-15,0 12 5 16,-2 11 5-16,0 6 21 15,0 8-28-15,-5 3 7 16,1 0-1-16,2-5 0 16,-5-1 5-16,3-5-11 0,-1-7 0 15,3-5 8 1,4-3-1-16,-2-7 0 0,2-3-3 16,0-2-5-16,0-2 14 15,0 0-14-15,0 0 3 16,6 0-4-16,14-10 18 15,3-7 29-15,3-6-31 16,5-6 2-16,-1 0 0 16,2 0-1-16,0 2 5 15,0-1-11-15,-7 6 2 16,-5 5 5-16,-4 4-13 16,-8 3 5-16,-4 6-5 15,-4-1-5-15,0 5-8 16,0 0-39-16,0 0-18 15,-6 2-53-15,-10 11-55 16</inkml:trace>
  <inkml:trace contextRef="#ctx0" brushRef="#br0" timeOffset="13639.51">15696 15627 412 0,'0'0'98'15,"0"0"-48"-15,0 0-4 16,0 0-22-16,0 0-19 16,2-12 40-16,17 31-25 15,1 9 5-15,1 3-8 16,-2 6-6-16,1-2 0 16,0-2 1-16,-8-7 0 15,3-1 0-15,-4-6-14 16,-1-4 2-16,-1-6 3 15,-2-1-8-15,-3-2 18 16,0-3-18-16,1 1-9 0,-1 1-18 16,-2-2-23-16,-2-3-48 15,2 0-121-15</inkml:trace>
  <inkml:trace contextRef="#ctx0" brushRef="#br0" timeOffset="14251.12">16000 15088 401 0,'0'0'65'0,"0"0"-7"16,0 0-11-16,0 0-2 16,0 0-16-16,-55-42-6 15,53 42-4-15,-2-2-14 16,4 2 11-16,0 0-2 15,0 0-8-15,0 0 7 16,0 0-20-16,9 12 18 16,3 7 12-16,8 4-11 0,0 8 1 15,-2 2-16 1,4 4 11-16,2 4 11 0,1 2-9 16,1 1 8-16,0-2-10 15,0 1-6 1,-2-3 39-16,-1-5-37 0,-4-4 7 15,-3-8-3-15,-1-3-9 16,-7-7 14-16,-3-7-19 16,-1-2 6-16,-4-4 1 15,0 0-1-15,0 0 9 16,0 0-6-16,0 0 12 16,0 0 8-16,0-4-23 15,0-5 2-15,-4 3-1 16,1 0-7-16,1 2 14 15,0 3-47-15,0 1-17 16,2 0-53-16,-4 0-86 16,-3 8-170-16</inkml:trace>
  <inkml:trace contextRef="#ctx0" brushRef="#br0" timeOffset="16830.09">16561 14658 317 0,'0'-22'98'0,"-16"2"-43"16,4 3-3-16,-4 0 15 15,6 5-15-15,-1 0-8 16,2 6-4-16,1 5-23 15,-3 1-2-15,0 3-20 16,-2 20 16-16,-2 11-9 16,-2 2-2-16,0 8 12 15,2-1-16-15,-3-4 5 16,8-2 1-16,0-8-4 16,2-4 8-16,4-7-11 15,4-5-3-15,0-3 8 16,0-4-11-16,6-6 5 15,14 0 4-15,6 0-2 16,2-2 17-16,4-14-16 0,3 0 10 16,1 1-7-1,0 0-4-15,2 3 13 0,-2 2-12 16,1 7 3-16,-3 0 3 16,-4 3-5-16,-2 0 5 15,-8 8-6-15,-10 6-1 16,-3 3 8-16,-7 1-7 15,0-1 4-15,0 1 8 16,-17 0-7-16,-5-6 14 16,-4 5-16-16,0-3 7 15,-4 1-4-15,0 0-2 16,2-2 8-16,5-1-13 16,3-6 0-16,5 1 9 15,6 0-31-15,9 0-41 16,0-7-70-16,0 0-75 15</inkml:trace>
  <inkml:trace contextRef="#ctx0" brushRef="#br0" timeOffset="17820.49">16744 11474 389 0,'0'0'71'15,"0"0"-18"1,0 0-10-16,-30-9-17 0,22 9 5 16,4 0-15-1,-2 6-10-15,0 15 0 0,0 9 0 16,1 6 8-16,2 2-11 16,3 1 0-16,0-2 3 15,0-4-6-15,10-2 5 16,13-6-1-16,0-3-8 15,10-5 55-15,4-5-57 16,-1-5 21-16,7-7-13 16,-2 0-4-16,2-3 11 15,-4-13-7-15,-1-10-1 16,-8-1 2-16,-4-2 0 16,-10 0 4-16,-4 0-8 15,-10 2-1-15,-2 0 10 16,0 4-8-16,0 4 7 15,-10 5-1-15,-8 4 4 16,0 10 13-16,-6 0-25 16,-2 6 5-16,0 17 0 15,-2 4-8-15,2 3 14 16,5 2-11-16,1-3-6 16,10-4-22-16,6-3-12 15,4-5-18-15,0-11-76 16,14-6-146-16</inkml:trace>
  <inkml:trace contextRef="#ctx0" brushRef="#br0" timeOffset="18953.79">18779 8586 356 0,'0'0'43'0,"0"0"1"15,0 0-2-15,-34 0 11 16,30 0 0-16,-1 0-16 16,5 0-13-16,0 0-28 15,0 0-1-15,0 0-2 16,2 0 11-16,17-6 24 16,5-10-1-16,6-3-6 15,1-8 1-15,3 2-6 16,-4-5 4-16,-4 8 0 15,-5 3-9-15,-4 4 7 16,-8 7-14-16,-3 2 2 16,-3 6-1-16,-1 0-1 15,-2 0 13-15,0 0-17 16,0 0-1-16,0 13-7 0,2 19 5 16,0 9 28-16,0 12-11 15,0 8-12-15,5 5 13 16,-1-1-7-16,3-6 5 15,-2-6 11-15,3-9-15 16,0-5 2-16,0-12-15 16,0-7 7-16,-2-5-5 15,0-8 0-15,-4-1 9 16,2-6-20-16,-2 0-22 16,0 0-8-16,-1-6-3 15,-3-7-34-15,0-11-19 16,0 1-97-16</inkml:trace>
  <inkml:trace contextRef="#ctx0" brushRef="#br0" timeOffset="19167.68">18852 8863 481 0,'0'0'54'16,"0"0"-29"-16,0 0 53 15,0 0-28-15,110-94 3 16,-69 60-19-16,3-1-7 16,0 4-17-16,-6 5-7 15,-1 8 6-15,-7 6-13 16,-8 8-24-16,-5 4-66 16,-12 0-120-16</inkml:trace>
  <inkml:trace contextRef="#ctx0" brushRef="#br0" timeOffset="22700.08">25555 8476 475 0,'-20'-4'62'0,"-6"4"-10"16,-4 0-23-16,-2 4-8 16,-3 20-4-16,1 5-7 15,4 0-6-15,2 3-3 16,11-7-4-16,6-2 10 0,4-4-9 15,5-5 2 1,2-4-2-16,0-3-9 0,13-7 13 16,13 0-5-1,8 0 5-15,6 0 15 0,4-13-10 16,4 3 6-16,-3 2-7 16,1 2-2-16,-4 4 10 15,-3 2-9-15,-7 0 1 16,-6 0-3-16,-6 14-6 15,-10 2 12-15,-10 4-14 16,0 0 9-16,0 5-4 16,-18-1 8-16,-7 1 3 15,-5 0-18-15,0-4 11 16,2-2-4-16,2-5-6 16,6-4 14-16,4-6-10 15,2 0 2-15,6-4 7 16,2 0-9-16,3 0 1 15,3-10-1-15,0-12-6 16,3-3 19-16,13-4-10 16,6-9 2-16,2-2-3 15,2 1 1-15,2-4 8 16,-3 0-13-16,-3 5 3 16,-2-1 6-16,-8 8-4 15,-4 4 4-15,-5 5-4 16,-3 2-3-16,0 2 15 15,-11 5-15-15,-6 1 2 16,-9 2-1-16,0 4-8 16,-6 6 15-16,0 0-13 0,-2 10 6 15,-1 14 3 1,3 3-12-16,4 7 14 0,6 0-28 16,8 4-18-16,2-2-15 15,6-3-77-15,4-3-140 16</inkml:trace>
  <inkml:trace contextRef="#ctx0" brushRef="#br0" timeOffset="23185.1">26030 8301 275 0,'0'0'93'15,"0"0"-17"-15,0 0-9 16,0 0-4-16,-30-31-11 16,25 28-4-16,1 0-32 15,0 3-3-15,4 0-5 16,-2 19 2-16,0 13 12 16,2 10-16-16,0 11-3 15,0-1 26-15,0 2-15 16,0-2 9-16,0-3-1 0,2-9-7 15,0-4 6 1,4-8-20-16,-6-5 10 0,2-4-11 16,0-4 0-16,-2-6 12 15,0 1-16-15,0-3 5 16,0-1-16-16,0 4-35 16,0-4-39-16,0-2-66 15,-2-2-220-15</inkml:trace>
  <inkml:trace contextRef="#ctx0" brushRef="#br0" timeOffset="24542.08">27063 11414 504 0,'0'0'52'0,"0"0"-61"15,0 0 30-15,0 83 10 16,-9-34-18-16,-2-2 1 15,-3-7-12-15,-4-3 15 16,-2-6-19-16,-1-8 1 16,-5-4 7-16,0-5-9 15,0-3 14-15,1-5-13 16,4-4-2-16,1-2-3 16,5 0-2-16,4-2 5 15,3-17-5-15,6-4 4 16,2-8 15-16,0-2-8 15,0-6-1-15,18 3-1 16,4-1-5-16,2 6 26 16,4 7-13-16,2 9 2 0,-2 9 8 15,0 6-7-15,-5 0 13 16,-3 28-22-16,-2 7 7 16,-6 6 13-16,-6 6-11 15,-4 1 1-15,-2-3-1 16,0-4 5-16,0-3 6 15,0-4-23-15,-10-7 6 16,0-4-4-16,0-6-4 16,4-3 15-16,0-4-20 15,2-5-9-15,4-3-28 16,0-2-20-16,0 0-49 16,4-7-133-16</inkml:trace>
  <inkml:trace contextRef="#ctx0" brushRef="#br0" timeOffset="24865.76">27353 11422 568 0,'0'0'89'0,"0"0"-28"16,0 0-18-16,0 0-37 15,0 0 0-15,-28 52 29 16,28-1-21-16,0 11 11 16,6-1 11-16,8 2-16 15,-6-12 6-15,0-7 2 0,-3-13-7 16,0-9-19 0,-3-5-7-16,-2-6 14 0,2-5-10 15,-2-6 4-15,0 1-4 16,0-1-7-1,0 0 8-15,0 0-47 0,0 0-17 16,0 0-66-16,0 0-96 16</inkml:trace>
  <inkml:trace contextRef="#ctx0" brushRef="#br0" timeOffset="25656.48">27631 15145 491 0,'0'0'69'0,"0"0"-55"15,0 0-2-15,0 0 44 16,-7 71-20-16,7-28-17 15,0 2 9-15,0-3-28 16,7-5 6-16,-3-4-5 16,3-8-1-16,1-4 6 15,1-7-24-15,-1-3-19 16,1-7-44-16,2-4-114 16</inkml:trace>
  <inkml:trace contextRef="#ctx0" brushRef="#br0" timeOffset="26066.88">27891 15218 564 0,'0'0'41'0,"0"0"0"15,0 0-18-15,-13 109-20 16,13-82 16-16,16-6-17 15,6-3 17-15,2-7-10 16,2-9-5-16,0-2 13 16,2 0-23-16,-4-13 8 15,1-11 4-15,-3-7-5 16,-2-2 5-16,-6-4-8 16,-2 3-2-16,-8-2 13 15,-4-4-12-15,0 5 5 16,0 0-1-16,-20 6-7 15,0 4 19-15,-7 2-22 16,-3 11 7-16,-2 4 0 16,-5 8-2-16,2 0 8 15,3 8-9-15,0 15-4 16,6 5 16-16,7 3-12 16,6 0-20-16,6 0-60 15,7-6-72-15,0-6-208 16</inkml:trace>
  <inkml:trace contextRef="#ctx0" brushRef="#br0" timeOffset="26506.18">28320 14819 462 0,'0'0'98'15,"0"0"-19"-15,0 0-60 16,0 0-4-16,0 0 20 16,-3 99-9-16,3-49 2 15,0 6-14-15,11 1 10 16,2-5 5-16,-2-3 23 16,-3-8-41-16,1-5 8 15,-3-9-23-15,-2-8 30 16,-1-1-23-16,-1-7 1 15,-2-2-4-15,0-6-2 16,0 3 10-16,2-2-53 16,0-2-30-16,5-2-37 15,-3 0-69-15</inkml:trace>
  <inkml:trace contextRef="#ctx0" brushRef="#br0" timeOffset="27183.18">28754 14722 327 0,'0'0'40'0,"0"0"11"15,0 0 8-15,0 0-10 16,0 100-14-16,0-62 3 15,0 6-2-15,0-7-13 16,6 2-7-16,1-7-3 16,-1-3-11-16,0-5 5 15,1-6-12-15,0-3 1 16,-1-5 9-16,2-6-26 16,2-4-31-16,0 0-41 15,0 0-57-15</inkml:trace>
  <inkml:trace contextRef="#ctx0" brushRef="#br0" timeOffset="27783.25">29025 14632 249 0,'0'0'63'15,"0"0"-17"-15,0 0-11 16,0 0 8-16,0 0-6 16,-5-16 1-16,3 16-6 15,2 0-7-15,0 0 12 16,0 0-17-16,0 0-5 15,0 0-8-15,0 0-8 16,0 0 5-16,0 10-1 16,0 10 7-16,2 6 9 15,10 7-3-15,2 8 7 16,2 4 1-16,-4-1-15 16,1-3 19-16,0-5-26 15,-2-7 8-15,-2-5-7 16,-5-6 5-16,0-8 7 15,1-4-19-15,-5-1 8 16,0-4-3-16,0-1 1 16,0 0 6-16,2 0-13 15,4 0-31-15,2 0-33 16,2-18-91-16</inkml:trace>
  <inkml:trace contextRef="#ctx0" brushRef="#br0" timeOffset="28817.12">27586 11329 307 0,'0'0'107'0,"0"0"-31"15,0 0-13-15,-24-17-17 16,22 17-17-16,0-3 11 16,2 3-27-16,0 0-6 15,0 3-8-15,0 17 6 16,0 14 40-16,0 7-32 0,0 5 19 15,0 7-15-15,10-8-3 16,2 0 3-16,-4-10-9 16,4-8-11-16,-3-6 8 15,2-7-5-15,-3-6 3 16,3-6-34-16,0-2-34 16,2 0 9-16,0-4-43 15,-2-13-67-15,-3-5-260 16</inkml:trace>
  <inkml:trace contextRef="#ctx0" brushRef="#br0" timeOffset="29284.34">27919 11231 341 0,'0'0'33'16,"0"0"8"-16,0 0 4 16,0 0-20-16,0 0-3 15,106-59-10-15,-92 59-10 16,-3 0 11-16,-2 20-10 15,-7 10 2-15,-2 12 0 16,0 3 14-16,-8 15 9 16,-12-1-16-16,-1-1-4 15,-1-4 58-15,7-11-64 0,2-11 21 16,7-8 1-16,6-10-28 16,0-14 6-16,6 0-9 15,18-3 46-15,6-21-2 16,7 1-17-16,-1-5 1 15,-2-1-17-15,-2 5-2 16,-8 3 8-16,-4 6-13 16,-5 3 6-16,-5 3-13 15,-5 5-58-15,-5 0-26 16,0-2-148-16</inkml:trace>
  <inkml:trace contextRef="#ctx0" brushRef="#br0" timeOffset="29967.98">26307 8261 454 0,'0'0'81'0,"0"0"-20"16,0 0-56-16,0 0 28 16,-42 90 17-16,40-34-28 15,2 3 10-15,0-3-12 16,0-6-5-16,0-7-10 16,4-8-8-16,4-10 11 15,-2-6-13-15,4-6 7 16,-2-2-19-16,2-8-33 15,6-3-53-15,-4-2-75 0</inkml:trace>
  <inkml:trace contextRef="#ctx0" brushRef="#br0" timeOffset="30483.43">26600 8150 423 0,'0'0'79'16,"0"0"-29"-16,0 0-24 15,0 0 17-15,0 0-14 16,0 0-8-16,69-81 10 16,-51 81-31-16,-6 7-1 15,-6 27 0-15,-6 5 0 16,0 6 18-16,-2 6-15 15,-12-3-3-15,-4-7 9 16,8-6-12-16,0-11 6 16,8-13-4-16,2-3-3 15,0-8 15-15,0 0-24 16,20 0 14-16,8-13 6 16,6-10-2-16,9 4 5 15,5-6-12-15,2 6 5 16,1 7 9-16,1 10-7 15,-6 2 11-15,-2 4-12 16,-8 23-3-16,-10 8 13 16,-11 6-8-16,-11 2 4 15,-4-4 6-15,-4 1 8 16,-22-4-2-16,-8-3-22 16,-3-5 6-16,-1-4-1 0,1-4-4 15,5-7 8-15,6-1-13 16,4-6-24-16,6-2-36 15,0-4-48-15,-6 0-149 16</inkml:trace>
  <inkml:trace contextRef="#ctx0" brushRef="#br0" timeOffset="31317.2">21664 6186 512 0,'0'0'73'0,"0"0"-33"16,0 0 4-16,-47-26-9 15,39 22 2-15,-2 1 3 16,2 3-1-16,2 0-14 15,6 13-13-15,0 19-16 16,0 11 19-16,0 6 2 16,0 1-17-16,0-4 11 15,4-7-15-15,6-8 4 16,2-6 1-16,-6-2 1 0,4-7-13 16,0-2-55-16,-4-9-39 15,2-5-85-15</inkml:trace>
  <inkml:trace contextRef="#ctx0" brushRef="#br0" timeOffset="31666.1">22056 5963 604 0,'0'0'38'0,"0"0"-6"15,0 0 7-15,-112 135-9 16,77-79-10-16,3 6 19 16,0-6-18-16,6-3 3 15,7-9-7-15,11-9 1 16,2-10-3-16,6-6-17 16,0-8-5-16,16-11 14 15,16 0-11-15,11 0 15 16,11-18 1-16,12-9-14 15,4-6 20-15,7 0-25 16,-4-2 18-16,-6 4-9 16,-6 4-4-16,-17 6 7 15,-7 3-53-15,-13 8-31 16,-14 1-34-16,-10 3-55 16,0 4-193-16</inkml:trace>
  <inkml:trace contextRef="#ctx0" brushRef="#br0" timeOffset="31895.81">22275 6109 495 0,'0'0'104'0,"0"0"-25"16,0 0-17-16,0 0-14 16,0 0-42-16,-17 44 18 15,36 6 23-15,5 10-12 16,2 2 1-16,0-1-14 15,0-8-10-15,-5-14-6 16,1-7-10-16,-3-8 18 16,2-1-16-16,-3-4-63 15,-12-2-36-15,-6-3-89 16</inkml:trace>
  <inkml:trace contextRef="#ctx0" brushRef="#br0" timeOffset="33933.53">22252 5680 428 0,'0'0'87'16,"0"0"-20"-16,0 0-1 15,-26-52-17-15,6 34-17 16,-6 6-11-16,-6-1-4 16,-2 1 11-16,-11 5-23 15,-1 1-1-15,-8 2-1 16,-1 1-10-16,-5-2 21 15,2 4-17-15,-2 1 4 16,-5 0-4-16,1 0 1 16,-6 0 6-16,-1 7-7 15,-4 11 2-15,-5 2 4 16,-4 8-11-16,-2 3 16 16,-1 2-11-16,-4 5-2 0,-1 5 14 15,1 3-16 1,3 4 4-16,-3 5 8 0,7-3-1 15,0 4 16-15,9-3-13 16,13-2 6-16,8-4-7 16,9 1-2-16,13 1 2 15,10 1-10-15,4 3 2 16,6 1 10-16,6-2-12 16,-1 1 5-16,5-1-4 15,2-2-1-15,0 0 22 16,0 2-20-16,0 2 7 15,0-1-5-15,15-1 4 16,3-3 2-16,0-3-6 16,8-2 4-16,2-2 0 15,5-3-5-15,1-5 11 16,2 1-6-16,8-6-8 16,3-2 15-16,9 0-15 15,2-5 9-15,6-2-3 16,7 0-2-16,1-1 10 15,-4-3-13-15,7-4 3 16,-3-1 2-16,1-3-5 16,0-6 13-16,0-2-14 15,0 0-2-15,-1 0 15 16,1-14-13-16,-1-4 7 16,2-5-2-16,-1 1-3 0,0-6 12 15,-2 1-20-15,0 2 18 16,-2 0-9-16,-1 0-2 15,-2 1 10-15,-2 1-9 16,1 0 2-16,-1-2 0 16,3-2 1-16,-3-1 0 15,3-3-2-15,-1-1-4 16,-3-3 14-16,2 0-11 16,-8-3 1-16,-1-1 4 15,-2-2-8-15,-4 0 18 16,-3 1-16-16,-11-4 3 15,2-7-1-15,-8-1 4 16,-5-2 2-16,-3-5-7 16,-2-3 0-16,-6 2 8 15,-2 10-9-15,-2 1 4 16,-4 9 1-16,-4 5-8 16,-2 3 16-16,0 2-13 15,0 1 2-15,0-2 1 16,-8 0-1-16,-8 2 7 15,-2-2-10-15,-4 0 2 16,-4 5 3-16,-6-4-3 16,-5 5 3-16,-5 0-5 15,-6 3-2-15,-8 3 11 16,-5-2-12-16,-5 6 14 16,-1-1-7-16,-3 4-7 15,0 2 18-15,1 7-18 16,7 1 6-16,4 2-2 15,0 0 0-15,7 4 5 0,5 9-4 16,7 3 1 0,5-3 3-16,10 3-3 0,8 1-1 15,0 6-3-15,12 1-40 16,-2 5-23-16,-6 2-59 16,2-1-108-16</inkml:trace>
  <inkml:trace contextRef="#ctx0" brushRef="#br0" timeOffset="54048.68">19467 9676 179 0,'-6'11'23'16,"2"1"7"-16,2-6 8 15,0-4-7-15,0-1 6 16,2-1 9-16,0 0-10 16,0 0-16-16,18-17 12 15,10-8 11-15,5-4-11 16,7-8-4-16,4-1-5 15,5-5-10-15,-1-2-8 16,1 1 10-16,0-1-8 16,-7 1-3-16,-4 4-2 15,-12 10-5-15,-9 9 7 16,-11 9-37-16,-6 12-17 16,0 0-57-16,-25 13-101 15</inkml:trace>
  <inkml:trace contextRef="#ctx0" brushRef="#br0" timeOffset="54354.09">19502 9832 355 0,'0'0'55'15,"0"0"16"-15,0 0-27 0,0 0-47 16,0 0 42-16,-2 42-3 15,25-57 6-15,3-4-12 16,7-3 1-16,1-3-4 16,7-7-7-16,0 1 10 15,6-4-20-15,3-2-1 16,-1 0-3-16,3-2-3 16,-5 3 3-16,-6 5-9 15,-7 2 1-15,-4 6 7 16,-8 5-16-16,-5 6-33 15,-8 7-25-15,-9 5-62 16,0 0-123-16</inkml:trace>
  <inkml:trace contextRef="#ctx0" brushRef="#br0" timeOffset="55749.34">17460 12622 399 0,'0'0'58'0,"0"0"-12"15,-20-23-4-15,18 23-10 16,2 0-22-16,0 8-15 16,0 13 22-16,0 1 7 15,0-1-21-15,6-1 6 16,6-5-12-16,2-10 2 16,6-5 2-16,6 0-1 15,4-17 15-15,5-12-12 16,-1-8 1-16,4 0-6 15,-3 0-15-15,-9 6-5 16,-7 12-36-16,-8 8-58 16,-11 11-83-16</inkml:trace>
  <inkml:trace contextRef="#ctx0" brushRef="#br0" timeOffset="56020.38">17735 15118 228 0,'0'0'25'0,"0"0"11"0,0 0 5 16,0 0 18-16,33-114-3 15,-21 81-11-15,2 8-17 16,-4 8-16-16,1 3-14 16,0 8-2-16,-1 4-26 15,-3 2-78-15,-5 0-56 16</inkml:trace>
  <inkml:trace contextRef="#ctx0" brushRef="#br0" timeOffset="56203.92">17866 16024 585 0,'0'0'12'16,"0"0"-12"-16,0 0-1 15,0 0 1-15,0 0-24 16,0 0-27-16,-12-41-130 15</inkml:trace>
  <inkml:trace contextRef="#ctx0" brushRef="#br0" timeOffset="56382.07">17882 15836 577 0,'0'0'-33'0,"-13"-99"-68"16,13 37-134-16</inkml:trace>
  <inkml:trace contextRef="#ctx0" brushRef="#br0" timeOffset="59650.06">19168 8388 425 0,'0'-14'65'0,"0"-1"-32"16,0 2 2-16,0 1 8 16,-2 0-13-16,0 3-9 15,-2 3 7-15,2-2-18 16,-3 6 0-16,-1-2-2 16,-3 3-10-16,0-3 8 15,1 2-12-15,-5-1 6 16,2 2 9-16,-5-1-8 15,0 0 3-15,-4-2-6 16,-3 4-8-16,-5 0 13 16,-6 0-10-16,-10 0-4 15,0 12-16-15,-8 5 21 16,-4 8 3-16,-3-2-9 16,-1 7 1-16,-2 2 8 15,-5 5-11-15,1 0 8 16,-1 2-8-16,7-1 3 15,2-1 11-15,6-1-8 16,7-5 3-16,6-3 4 16,9 0-9-16,8-3 20 15,5 1-14-15,6 0 1 0,-1 3 3 16,3 4-3 0,-4 1 10-16,3 6-12 15,-4-2 4-15,2-1 6 16,-2 0-7-16,2-3 5 15,-1-1-4-15,-2 8-3 0,-7 3 10 16,3 1-10-16,1-4 52 16,4-2-36-16,3 1-15 15,2-7 13-15,9-8-8 16,0-2 3-16,4 1-3 16,14-5-6-16,5-3 6 15,5-4-2-15,4-4 3 16,0 1 6-16,2-1-5 15,-2-2-1-15,0-4-3 16,4 1-6-16,1-3 25 16,1 0-7-16,6 0-8 15,1 0 8-15,-2-3-13 16,4-8 17-16,1 2-14 16,-3-3 2-16,2-1 3 15,0-1-6-15,1-4 4 16,1 1-5-16,3-8-1 15,2-2 11-15,2-6-7 16,1-1 1-16,1-3 0 16,1 1-4-16,-1 0 14 15,-4 1-14-15,-5 2 3 16,-1 0 0-16,-4-2-2 16,-6 4 6-16,-6-5-9 15,-2 3 3-15,-2-3 7 16,-5-2-8-16,-1-1 3 15,2-5-2-15,0-3-4 16,-4 2 11-16,2 0-10 16,-7-3 5-16,-2 2 0 15,-6 4-4-15,-7 3 14 0,0-3-13 16,0 3-1-16,0 0 11 16,-11 0-10-16,-2 2 6 15,2 4-6-15,-4 2-2 16,2 5 9-16,-1 4-11 15,-2 0 2-15,-2 9 0 16,-2 4-4-16,-2 6 12 16,-4 3-9-16,-4 0 4 15,-7 0 2-15,-1 0-3 16,-6 12 5-16,-3 0-8 16,0-1 0-16,-2 1 8 15,1 5-7-15,1-1 4 16,3 2-2-16,8 1-2 15,6 0 12-15,6 0-12 16,7 4 2-16,9 5 0 16,3 7-5-16,3 4-33 15,2-1-65-15,-9 3-141 16</inkml:trace>
  <inkml:trace contextRef="#ctx0" brushRef="#br0" timeOffset="112481.31">28109 4104 696 0,'-4'-10'39'0,"-6"10"6"16,8 0 5-16,2 0-3 15,0 0-24-15,-2 22-4 16,-2 15-13-16,-2 19-11 16,-4 25 23-16,0 24-16 15,-7 20 1-15,0 16 0 16,-5 12 3-16,-1 9 22 16,-3 2-17-16,2 0 0 15,8 1 6-15,8-6-5 16,8-9-2-16,0-5-11 15,2-5 1-15,12-9 13 16,-2-10-15-16,-4-11 4 16,-2-15 0-16,-4-13-6 15,-2-15 15-15,0-14-14 16,0-14 2-16,0-9 4 16,0-7-4-16,0-9 6 15,0-8-10-15,0-6 0 0,0 0 16 16,0 0-12-16,0 0 6 15,0-12-4-15,6-6-11 16,22-2 23-16,15-8-20 16,13 0 11-16,19-6-4 15,15 0-3-15,18 1 11 16,11 2-12-16,5 3 0 16,9 2 4-16,3 6-1 15,-2 5-1-15,-5 3 4 16,-5 2-8-16,-5 4 17 15,-12-4-11-15,-5 2 0 16,-15 0 6-16,-11-4-7 16,-16-1 11-16,-15 1-11 15,-13-10 2-15,-10-3 15 16,-12-10 20-16,-6-7-2 16,-4-16-23-16,0-15 2 15,-14-7-1-15,-8-19-13 16,-3-13 2-16,-3-14 0 15,4-12-8-15,0-5 20 16,3-6-23-16,4-2 5 16,3 4 2-16,4 5-6 15,0 9 10-15,3 9-19 16,2 17 7-16,3 25 7 16,0 23-16-16,2 21 11 15,0 28-4-15,0 10-44 16,0 40-27-16,0 27 16 15,0 23-9-15,-15 32-69 0,-32 23-157 16</inkml:trace>
  <inkml:trace contextRef="#ctx0" brushRef="#br0" timeOffset="113064.05">29008 5736 598 0,'0'0'51'0,"0"0"4"16,0 0-26-16,0 0-24 15,-138 52-7-15,95-5 14 16,-5 4-14-16,6 2 2 16,9-12 4-16,16-8-5 15,10-12 2-15,7-13-5 16,3-8-7-16,31 0 11 16,7-15-1-16,4-7 20 15,5-3 4-15,2-2-14 16,-1 3 12-16,-7 9-13 15,-8 7 6-15,-2 8-4 16,-6 0-9-16,-4 4 4 16,-9 21-7-16,-5 10 1 15,-5 6 13-15,-5 5 0 16,0 1 4-16,-17-1-8 16,-9-4 3-16,0-5 20 15,-2-7-21-15,-2-5 6 0,-1-10 11 16,1-1-8-1,1-6 7-15,1-7-19 0,0-1-5 16,2 0 7-16,4 0-8 16,3-13 2-16,2-4-6 15,6-7-29-15,4-1-3 16,7-2-45-16,0 0-38 16,0-1-46-16,16 6-160 15</inkml:trace>
  <inkml:trace contextRef="#ctx0" brushRef="#br0" timeOffset="113729.86">29358 5752 574 0,'0'0'69'16,"0"0"-5"-16,0-101-22 15,-19 66 2-15,-7 0-11 16,-8 4-10-16,-9 4 4 16,-4 4-14-16,-9 4-3 15,-7 7 8-15,-3 2-13 16,-6 4 5-16,-1 6-7 16,0 0-4-16,2 2 10 15,6 18-8-15,5 3 0 16,9 8 5-16,3 6-4 15,12 6 7-15,4 2-10 0,10 4-2 16,5 7 13-16,6 2-14 16,7 6 4-1,4 0 3-15,0 0-7 0,2 2 19 16,15-2-17-16,11-6 3 16,9-4 4-16,5-8-6 15,8-5 8-15,6-4-8 16,5-8 3-16,-1-4 15 15,4-4-3-15,1-10 1 16,-1 0-5-16,3-10-13 16,-3-1 20-16,-1 0-19 15,1-6 7-15,-1-13 4 16,-5-7-6-16,-4-4 11 16,0-6-14-16,-12-3 2 15,-1-4 3-15,-9-3-3 16,-6-9 5-16,-10-2-5 15,-12-9-5-15,-4-6 15 16,0-3-15-16,-10-5 4 16,-16-1-1-16,-5 2-5 15,-3 7 18-15,2 10-19 16,4 8 4-16,2 11 4 16,6 14-5-16,8 12 8 15,3 9-9-15,4 8-1 16,5 0-20-16,-2 29-91 15,-4 16 4-15,-14 13-88 16</inkml:trace>
  <inkml:trace contextRef="#ctx0" brushRef="#br0" timeOffset="115214.05">25806 5721 480 0,'0'0'31'16,"0"0"54"-16,-78-18-28 15,46 18-22-15,2 0-1 16,-2 0-7-16,-3 21-7 16,-1 7-6-16,0 4-8 15,-1 3 11-15,5-1-18 16,4-6 1-16,10-5 4 16,4-5-8-16,6-5 13 15,6-5-13-15,2-4 2 16,0 0 2-16,0 0-8 15,12-4 8-15,12 0 1 16,5-2-4-16,4-6 25 16,3-3-18-16,3 5 2 15,1 6-1-15,-5 0-6 16,-3 0 14-16,1 11-15 16,-10 9 2-16,-3 1 1 15,-8 4-1-15,-2 0 9 16,-10 2-12-16,0-2 2 0,-6 3 16 15,-14-4-6-15,-6-4 0 16,-4-2 2-16,-3-1-3 16,1-6 11-16,0-1-18 15,6-4 1-15,0 0 2 16,4-6-8-16,8 0 12 16,3 0-27-16,4 0-15 15,5 0-15-15,2-11-46 16,0-2-35-16,4-6-81 15</inkml:trace>
  <inkml:trace contextRef="#ctx0" brushRef="#br0" timeOffset="115846.99">25937 5600 464 0,'0'0'48'0,"0"0"0"16,0 0 1-16,0 0 6 16,-129-102-31-16,93 96 8 15,-6 6-9-15,2 0-13 16,-9 12 2-16,3 7-12 16,-8 6 10-16,3 5 2 15,-3 3-5-15,0 7 3 16,5 2-5-16,-1 5 2 15,8 5 25-15,0 3-16 16,10 1-2-16,6 0 3 16,7 2-13-16,6 0 11 0,9-5-11 15,4-2 1-15,0-2-1 16,6-3-1-16,18-7 1 16,2-2-6-16,8-6-4 15,4-2 19-15,10-5-10 16,1-5 5-16,9-6 3 15,1-4-8-15,3-5 19 16,0-4-17-16,1 0 6 16,-3 0-1-16,-2-15-2 15,-2-5 6-15,-6-7-10 16,-3-2 0-16,-3-6 7 16,-8-3-9-16,-6-5 5 15,-7-7-3-15,-5-11-5 16,-10 0 15-16,-4-5-15 15,-4-4 2-15,0 3 2 16,-12-1-8-16,-10 8 15 16,-6 2-15-16,-2 10 4 15,0 2 5-15,-1 13-4 16,4 8 3-16,3 5-8 16,7 9 1-16,4 5 10 15,5 6-12-15,1 1-42 16,-2 30-78-16,-1 7-15 15,-12 17-113-15</inkml:trace>
  <inkml:trace contextRef="#ctx0" brushRef="#br0" timeOffset="121530.06">28467 4832 590 0,'0'-8'83'15,"0"2"-20"1,0 6-23-16,0 0-6 0,0 0-2 16,10 0-5-16,4 0-28 15,6 14-7-15,4 13 16 16,-1 10-6-16,-1 5 8 15,-3 4-2-15,-4-2-7 16,-5-6 10-16,-2-7-15 16,-4-4 4-16,0-9 4 15,-2-3-4-15,-2-7 5 16,0-4-6-16,0-2-1 16,0-2 15-16,0 0-9 15,0 0 0-15,-4-2-1 16,2-15-7-16,2-12 11 15,0-9-14-15,0-2 6 16,18-7 5-16,4 2-7 16,6 1 11-16,0 9-12 15,0 6 2-15,1 12 10 16,-3 5-6-16,-4 9 4 16,-2 3-5-16,-7 0-4 15,-2 3 15-15,-5 11-10 16,-6 4 6-16,0-1-2 15,0 2-6-15,-10 0 13 16,-8-3-14-16,2 1 2 16,-2 0-44-16,2-6-42 15,4-5-33-15,1-3-37 16,0-3-183-16</inkml:trace>
  <inkml:trace contextRef="#ctx0" brushRef="#br0" timeOffset="122129.62">29115 4757 553 0,'0'0'74'0,"0"0"-34"16,0 0 5-16,0 0-11 15,5-101 7-15,-25 73-17 16,-6 3-14-16,-10 0 7 15,-5 4-20-15,-4 9 6 16,-5 6 4-16,-1 6-1 16,-5 0-1-16,0 6 0 15,2 16-4-15,1 3 11 16,1 8-13-16,2 5 1 16,5 9 8-16,9 0-9 15,3 5 15-15,9 2-16 16,11 2 5-16,9-2 2 15,4 1-5-15,0-4 7 16,13 0-9-16,13-6 2 16,9-9 7-16,5-5-12 15,12-7 5-15,4-6 16 16,9-11-3-16,1-1 21 16,3-6-26-16,2 0 9 15,-2 0-3-15,-2-13-3 16,-5-5 3-16,-4-4-11 15,-11-5 1-15,-11-4 7 16,-10-3-7-16,-10-7 6 16,-12-9-6-16,-4 0-3 0,0-5 11 15,-24-3-12 1,-2 2 2-16,-6 3-2 0,-2 5-4 16,2 5 15-16,1 11-17 15,5 4 5-15,6 9 2 16,6 6-5-16,4 10 0 15,3 3-42-15,-2 0-51 16,1 18-32-16,-8 3-21 16,-5-2-184-16</inkml:trace>
  <inkml:trace contextRef="#ctx0" brushRef="#br0" timeOffset="122665.08">29012 3405 555 0,'0'0'90'16,"0"0"-22"-16,0 0-15 16,0 0-11-16,0-7 6 15,0 7-20-15,0 20-23 16,-8 18-2-16,1 12 10 15,-2 14 3-15,3 11-3 0,-2 7-6 16,1 1 14-16,0-2-17 16,-3 1 2-16,3-11 5 15,5-9-1-15,2-14 18 16,0-13-29-16,17-11 20 16,7-16-16-16,4-5 0 15,4-3 3-15,0 0-4 16,1-15-1-16,-3-8 10 15,2-4-13-15,-2-4 0 16,-6-3-24-16,-9-1-19 16,-4 4 1-16,-11 2-30 15,0 4-18-15,-28 8 0 16,-22 5-95-16,-12 8-210 16</inkml:trace>
  <inkml:trace contextRef="#ctx0" brushRef="#br0" timeOffset="122836.17">28724 3978 614 0,'0'0'100'0,"0"0"-25"15,0 0-37-15,0 0-38 16,0 0 13-16,101-49-1 16,-51 33-8-16,3 1-1 15,-3 6-46-15,-6-1-30 16,-2 2-24-16,-6 0-64 15,-8-4-90-15</inkml:trace>
  <inkml:trace contextRef="#ctx0" brushRef="#br0" timeOffset="123547.26">29302 3645 394 0,'0'0'66'0,"0"0"5"15,3-97-1-15,-3 59-14 16,-9-1-23-16,-12 2 15 15,-3 6-46-15,-6 2 7 16,-6 7 23-16,-8 9-7 16,-1 3-8-16,-7 7-6 15,-6 3 6-15,-2 0-2 16,-1 13-3-16,1 7 7 16,0 7-11-16,5 4-1 15,1 5 14-15,6 3-13 16,3 4-5-16,9 1 11 15,4 0-10-15,8 3 18 16,6 1-18-16,10 3 4 16,4 1-2-16,4 0-1 15,0 3 13-15,4-1-18 16,13 1-2-16,2-5 12 16,3-2-7-16,0 1 1 15,1-9 3-15,1 0-6 16,-1-5 9-16,10-2-12 15,1-8 8-15,7-4-3 16,4-7 3-16,4-8 19 16,3-3-13-16,2-3-6 15,2 0 8-15,2-6-8 16,3-8 7-16,-2-4-11 0,1-3 1 16,-1-2 14-16,-5-4-14 15,-5-2 6-15,-4 1-1 16,-1-4-7-1,-6-4 15-15,-3 3-13 0,-5-7 4 16,-6-1 1-16,-8-3-5 16,-7-2 9-16,-6-7-12 15,-3 0 0-15,0 0 9 16,-14-1-10-16,-6 2 6 16,-2 5-2-16,-6-2-5 15,2 7 15-15,-5 3-19 16,3 6 9-16,4 7 0 15,2 4-1-15,4 6 18 16,7 9-21-16,0 1 1 16,5 6 3-16,2 0-15 15,-5 23-79-15,-4 14-46 16,-4 9-13-16,-9 10-79 16,-10 10-355-16</inkml:trace>
  <inkml:trace contextRef="#ctx0" brushRef="#br0" timeOffset="125514.78">25311 6040 475 0,'-8'-8'57'16,"1"0"5"-16,5 2-26 16,-2 3-17-16,-1-1 2 15,1 0-19-15,4 2-3 16,0 0 2-16,0 2-4 16,-2 0-4-16,2-2-1 0,0 0 4 15,0 2 13 1,0 0-10-16,-2 0 4 0,2 0 2 15,-4 0-4-15,2 0 7 16,-3 0-11-16,3 0-14 16,0 0-37-16,2-2-74 15,-3-3-228-15</inkml:trace>
  <inkml:trace contextRef="#ctx0" brushRef="#br0" timeOffset="127530.06">28222 5997 430 0,'0'0'63'15,"0"0"-13"-15,0 0 18 16,114-59-9-16,-49 37-2 16,15-5-10-16,17 4 9 15,12-1-19-15,7 4-7 16,3-2 5-16,-5 3-27 16,-13 7-3-16,-21 2-3 15,-20 4-2-15,-24 5 8 16,-17 1-12-16,-14 0-2 15,-5 0 6-15,-17 0 3 16,-22 0 6-16,-19 13-10 16,-16 3-1-16,-15 5 9 15,-13 5-9-15,-5 2-7 0,1 5-11 16,5 1-3 0,9 6 30-16,19-6-13 0,21-4 6 15,24-5 0-15,21-8-5 16,7-4 5-16,20-9-8 15,23-4-1-15,9 0 14 16,14 0-9-16,9-13 10 16,7-8-7-16,3-4-3 15,-4 1 17-15,-3 3-18 16,-18 7 8-16,-15 5-3 16,-13 5-2-16,-12 2 9 15,-16 2-12-15,-4 0-2 16,-15 21-4-16,-24 4 14 15,-12 8 4-15,-15 10-13 16,-7 1 0-16,-6 4 13 16,-5 2-11-16,4 1 6 15,14-12-1-15,19-10-5 16,21-12 27-16,22-9-12 16,4-8-15-16,34-9 3 15,30-24 3-15,25-10 12 16,22-11 5-16,21-8-3 15,7-1 2-15,-3 4-17 16,-18 10 2-16,-18 11 1 16,-32 15-10-16,-27 6 17 15,-15 12-17-15,-22 5 6 16,-4 0-6-16,-24 16 6 16,-20 11 8-16,-25 10-9 15,-17 9-3-15,-15 8-5 16,-7 4-20-16,1-2 15 15,7-5-1-15,27-14 7 16,25-14 17-16,27-12-11 0,21-11-3 16,19-1-8-16,39-28 8 15,20-16 18-15,9-2 2 16,2-3 8-16,1 0-10 16,-5 6-4-16,-15 9 4 15,-20 11-11-15,-15 11-3 16,-14 5 10-16,-12 6-12 15,-9 2 6-15,-13 0 16 16,-35 23-5-16,-22 10-7 16,-25 12-9-16,-15 3 2 15,-13 7-1-15,1-5-8 16,12-4 14-16,24-13-12 16,26-9 8-16,23-13 2 15,33-11-3-15,4 0 2 16,28-14-25-16,35-21 15 15,18-15 20-15,11-7-12 16,9-1 3-16,5-7 1 16,-13 11-9-16,-23 13 17 15,-24 12-17-15,-18 10 5 16,-17 9 3-16,-11 6-1 16,-9 4 4-16,-34 0-18 15,-18 11 2-15,-16 17-5 16,-13 3-18-16,-7 4 17 15,-1 0 4-15,9-4 1 16,13-8 19-16,20-6-11 16,20-6 3-16,23-11 3 15,13 0-6-15,28-18-4 16,35-23 0-16,20-15 5 0,19-10 8 16,5-8-6-16,3 1 6 15,-13 5-6-15,-17 8-5 16,-25 16 14-1,-16 7-10-15,-18 13 4 16,-17 13 10-16,-4 9-2 0,-16 2 15 16,-25 19-35-16,-19 18 4 15,-16 13 9-15,-14 12-8 16,-11 10-7-16,-2 4-16 16,-3-3-5-16,5-5 17 15,15-10 7-15,19-17 9 16,21-16 1-16,32-16-6 15,14-9 18-15,40-27-23 16,40-25 13-16,32-14 3 16,20-16 4-16,13-1 12 15,-2 1-19-15,-14 12-4 16,-26 16 3-16,-30 12-2 16,-30 20 1-16,-23 14-5 15,-20 8-3-15,-2 4 17 16,-41 28-4-16,-19 15-4 15,-21 13 0-15,-15 12-9 16,-13 11 7-16,-7 4-24 16,9-4-10-16,7-3-36 15,9-11-49-15,6-10-81 16</inkml:trace>
  <inkml:trace contextRef="#ctx0" brushRef="#br0" timeOffset="129596.47">25229 6179 421 0,'-12'-38'72'15,"12"-3"7"-15,0-6-21 16,16-1-18-16,19 0-17 16,10 1 12-16,10 9-19 15,1 7-2-15,1 13 0 16,5 12-4-16,-4 6-2 15,1 25-10-15,-9 24-2 16,-12 13 11-16,-16 13-13 16,-22 7 5-16,0 2 6 15,-42 2-13-15,-15-7 11 16,-13-10-11-16,-4-11 6 16,-4-6-6-16,3-16 1 15,-1-7 8-15,5-15-3 16,11-10 1-16,9-4 5 15,11-18 0-15,22-38 15 16,18-25-1-16,2-26-18 16,38-18 11-16,17-17-12 0,11 3 5 15,8 15-2 1,7 19 4-16,3 28 21 0,1 25-12 16,-3 27 5-16,-9 25-8 15,-9 2-9-15,-14 42 2 16,-20 18-8-16,-25 17-7 15,-7 11 16-15,-32 4-6 16,-25 3 0-16,-13-6 0 16,-12-4-3-16,3-13 7 15,1-14-11-15,7-16 6 16,17-15 4-16,17-17-4 16,18-12 9-16,17-31-9 15,2-31-7-15,26-23 16 16,21-18-9-16,12-7 4 15,5 4-1-15,5 13-5 16,1 20 22-16,-5 25-18 16,-9 25 8-16,-4 21-3 15,-11 2-6-15,-11 39 9 16,-13 15-12-16,-17 15 4 16,0 15 2-16,-37 3-3 15,-20 4 6-15,-15-5-7 16,-1-9-5-16,3-17 14 15,11-14-11-15,14-19 0 16,17-15 6-16,15-12-7 16,13-14 16-16,0-34-20 15,30-24 7-15,19-22 5 16,13-12-5-16,12 1 10 16,1 8-10-16,3 21-5 15,-5 24 20-15,-11 29-9 16,-6 23-4-16,-8 0-1 0,-7 33-6 15,-13 15 15-15,-18 13-15 16,-10 12 7-16,-8 6 1 16,-38 0-4-16,-16 1 14 15,-13-3-15-15,-1-15 1 16,3-10 5-16,9-12-11 16,12-18 9-16,13-16-4 15,15-6-1-15,12-25 14 16,12-31-15-16,0-22 4 15,22-19 2-15,18-9-2 16,10 5 12-16,3 14-15 16,3 22 4-16,3 26 8 15,-10 29-9-15,-2 10 11 16,-3 21-10-16,-10 22-1 16,-9 11 7-16,-9 14-9 15,-14 6 4-15,-2 8-33 16,-8-5-73-16,-29-2-118 15,-15-4-402-15</inkml:trace>
  <inkml:trace contextRef="#ctx0" brushRef="#br0" timeOffset="131180.53">20257 6978 507 0,'-26'1'70'0,"14"-1"-21"16,9 0-27-16,3 0-17 15,9 0-1-15,21 0 28 16,19-13 10-16,18-11-14 15,21-9-2-15,22-13 19 16,23-14-6-16,26-9 6 16,24-19-11-16,24-9-5 15,21-13 12-15,11-7-20 16,8 5-1-16,-10 0-6 0,-13 9-5 16,-26 12 7-1,-35 21-9-15,-27 7 2 0,-40 16 1 16,-26 15-7-16,-25 12 5 15,-21 7-9-15,-18 8 1 16,-6 4 22-16,0 1-13 16,-24 0-11-16,-6 0-4 15,-5 10-42-15,-13 11-21 16,-13 6-49-16,-17 2-69 16,-20 0-157-16</inkml:trace>
  <inkml:trace contextRef="#ctx0" brushRef="#br0" timeOffset="131997.04">19732 5353 402 0,'0'0'86'15,"0"0"17"-15,0 0-21 16,0 0-20-16,-28-18-23 16,22 14 9-16,1 1-2 15,3 1-7-15,2-1-11 16,-2 3-2-16,2 0 3 16,0 0-13-16,0 0-6 15,0 0-8-15,0 0-8 16,0 0 9-16,0 5-14 15,11 18 9-15,6 8 6 16,3 10-6-16,1 5 17 16,0 4-16-16,-1-3 4 15,0-3 3-15,-4-9-6 16,-3-6 6-16,0-10-9 16,-2-5 1-16,-2-6 8 0,-3-5-9 15,1-3 5-15,-5 0-2 16,-2 0-4-16,0 0 5 15,0 4-35-15,0 2-17 16,0-2-34-16,-13 0-61 16,-7-4-152-16</inkml:trace>
  <inkml:trace contextRef="#ctx0" brushRef="#br0" timeOffset="133030.31">20059 5001 446 0,'0'0'49'0,"0"0"-22"16,0 0 22-16,0 0 10 16,0-66-14-16,-6 56-1 0,-5 2-23 15,-2 2-3-15,-4 4 9 16,-5 2-11-16,-8 0-6 16,-4 0-7-16,-7 10-4 15,-5 9 9-15,-4 4-12 16,-5 8 8-16,-3 5-7 15,-4 8 0-15,2 4 12 16,-9 7-10-16,1 2 0 16,6 6 2-16,3-1-1 15,11-5 4-15,12 0-6 16,14-3 0-16,11 0 10 16,11 2-10-16,0 1 1 15,0 1 2-15,11-1-3 16,11-3 10-16,1-4-9 15,5-4 0-15,9-10 12 16,6-5-5-16,6-3 5 16,5-11-12-16,8-5 1 15,14-8 10-15,8-4-3 16,13 0 0-16,10-16 3 16,7-11-6-16,5-8 10 15,-3-4-11-15,-3-7 0 16,2-6-1-16,-3-2-3 15,1-5 11-15,2-5-12 16,3 0 1-16,1-1 7 16,-8 1-3-16,-1 0 2 15,-9-2-5-15,-9 0-1 16,-8-3 6-16,-11-3-4 16,-12-9 2-16,-14 0 4 15,-16-3-8-15,-17 3 15 0,-14 2-12 16,0 7 10-1,-21 6-1-15,-16 6-7 0,-6 4 4 16,-5 10-8-16,-5 3 0 16,-7 7 5-16,-4 8-8 15,-12 10 4-15,-5 9-4 16,-6 7-3-16,-3 2 12 16,-5 6-9-16,1 17 2 15,-1 8 2-15,1 5-6 16,3 6 13-16,3 2-11 15,8-2-1-15,11 1-5 16,11-3-19-16,10 1-12 16,14 0-40-16,4 3-33 15,0 5-64-15,-7 5-280 16</inkml:trace>
  <inkml:trace contextRef="#ctx0" brushRef="#br0" timeOffset="133630.31">20167 4855 453 0,'0'0'77'15,"0"0"-1"-15,0 0-23 16,0 0-7-16,-12-31 6 16,12 31-4-16,0 0-8 15,0 0-43-15,0 15-2 16,16 14 11-16,6 12 1 15,4 10 5-15,6 11-6 16,0 5 5-16,7 9 9 16,-1 3 12-16,-1-1-16 15,-1-5 1-15,-1-9-6 16,-5-7 6-16,-1-14-13 16,-9-11 0-16,2-7-1 15,-9-12-4-15,-4-1 7 16,-3-6-8-16,-4-5 0 15,0-1 0-15,-2 0-20 16,0 0-11-16,0-3-47 16,0-13-74-16,-17-2-92 15</inkml:trace>
  <inkml:trace contextRef="#ctx0" brushRef="#br0" timeOffset="134889.94">20678 4984 289 0,'0'0'10'16,"0"0"-5"-16,8-18-6 15,-8 16-22-15,2-1-67 16</inkml:trace>
  <inkml:trace contextRef="#ctx0" brushRef="#br0" timeOffset="135614.1">20678 4984 515 0,'52'-52'70'0,"-52"52"-38"16,2 0 0-16,-2-1 8 15,0 1-23-15,0 0-11 16,0 0-8-16,0 0-11 15,0 0 20-15,-8 7 2 16,-4 3-5-16,-2-2 2 16,2-3-4-16,0-2 4 15,2-3-6-15,-1 0 1 16,6 0 3-16,1-4-5 16,4-12 0-16,0-3 3 15,0-3-5-15,0-4 12 16,7-3-10-16,12-1 2 15,5 1 1-15,4 0-3 16,4 1 11-16,3 0-9 16,7 2 5-16,0 2 3 15,0 4 1-15,4 7 7 16,-3 5 0-16,5 6-12 16,-8 2 9-16,-1 6-14 15,-9 17 3-15,-11 6 0 16,-12 6-3-16,-7 6 10 15,0 2-7-15,-26 1 6 16,-7 4-6-16,-3-5-1 16,2-6 5-16,4-8-6 0,6-8-4 15,9-5 11-15,2-8 2 16,8-7 8-16,1 0 0 16,2-1 3-16,2 0 9 15,0 0-16-15,0 0-1 16,0 0-9-16,0 0-11 15,4 0 12-15,11 0-5 16,5 3 1-16,2 9-1 16,0 4 2-16,0 2 15 15,-2 2-12-15,-3-2-5 16,-2-3 8-16,-4-1-9 16,0-3 3-16,-3-3 1 15,-1-4-8-15,-3 2 14 16,2-1-33-16,3-3-20 15,0 2-33-15,1-2-48 16,1 4-21-16,-2-3-173 16</inkml:trace>
  <inkml:trace contextRef="#ctx0" brushRef="#br0" timeOffset="135848.87">21426 5279 609 0,'0'0'82'0,"0"0"-8"0,0 0-7 16,0 0-3 0,2-13-25-16,-2 11-20 15,0-1 1-15,0 3-19 0,0 0 0 16,0 0-4-16,0 0-67 15,0 5-62-15,-12 2-145 16</inkml:trace>
  <inkml:trace contextRef="#ctx0" brushRef="#br0" timeOffset="144796.64">25135 5654 467 0,'0'-12'54'15,"-7"1"1"-15,-3 2-6 16,-1-3-7-16,2 2-11 16,1 2-12-16,-1 1 11 0,2 0-21 15,1 1 7-15,0 1 3 16,0-1-10-16,1 4 14 15,2-3-22 1,-1 5-2-16,0 0 2 0,2 6-7 16,-2 15 11-16,4 8-4 15,0 2 1-15,0 2 4 16,0-4-8-16,0 0 4 16,0-4 0-16,6-4-4 15,-2-1 15-15,-2-5-16 16,3 0 5-16,-5-8 0 15,2-1-5-15,-2-5 9 16,0-1-8-16,0 0 1 16,0 0 4-16,5 0 4 15,3-8 25-15,5-15-9 16,2-2-14-16,7-9 13 16,5-7-8-16,5-7-3 15,4-4-2-15,0 1-10 16,4 1 14-16,1-1-16 15,-1 5 3-15,-4 7 2 16,0 4-3-16,-6 6 8 16,-4 5-11-16,-4 11 1 15,-5 6 0-15,-4 7-53 16,-4 0-30-16,-9 15-15 16,0 15-1-16,-9 10-59 15</inkml:trace>
  <inkml:trace contextRef="#ctx0" brushRef="#br0" timeOffset="145379.44">24920 5636 298 0,'0'0'105'0,"0"0"-20"15,0 0-9-15,0 0-25 16,-3 0-17-16,3 0-25 16,0 0-18-16,0 9 22 15,0 6 5-15,3 5-5 16,8-2 1-16,-1-1-4 15,3-4 6-15,2-3-9 16,4-8 0-16,9-2 18 16,7-6 23-16,6-23-5 15,8-6-18-15,5-7-2 16,0-5 5-16,-2 1-13 16,-5-3-1-16,-1 5-3 15,-6 3-10-15,-6 3 14 0,-1 4-20 16,-10 9 6-16,-4 6 3 15,-5 18-13-15,-10 1-29 16,-4 14-28-16,0 29-4 16,-26 9-43-16,-13 12-111 15</inkml:trace>
  <inkml:trace contextRef="#ctx0" brushRef="#br0" timeOffset="149514.03">25382 8568 412 0,'-14'-1'29'16,"0"-2"-6"-16,6 3 9 16,-1 0-17-16,5 0-1 15,1 0-16-15,3 0 0 16,0-1 3-16,0 1-4 16,0-2 2-16,0-2-1 15,26-2 28-15,14-10 48 16,13-3-51-16,14-6 21 15,12-6-24-15,10-3-9 16,1 1 15-16,0 3-21 16,-3 7 4-16,-8 5 1 15,-13 9-8-15,-10 5 12 16,-17 4-15-16,-13 0 0 16,-24 2-1-16,-2 21-12 15,-34 6 32-15,-29 7-11 16,-18 0-7-16,-21 8 12 15,-16 1-15-15,-17-1 5 16,-10-3-1-16,-6-1-6 16,6-2 18-16,16-9-11 15,25-13 27-15,27-4-5 16,36-12-2-16,38-1 18 16,15-32-41-16,52-12 5 15,27-15 5-15,24-12-12 16,23-4 3-16,11 6 3 15,10 0-9-15,-4 14 19 16,-6 17-14-16,-18 21 1 16,-21 18 1-16,-25 0-9 0,-27 35 17 15,-30 14-17-15,-28 9 5 16,-10 2 8-16,-46 2-5 16,-30 2 8-16,-22 1-8 15,-10-5-6-15,-5-1 19 16,3-12-15-16,10-3-1 15,22-18 5-15,23-8-10 16,22-14 22-16,35-4-17 16,8-27-5-16,53-26 7 15,29-22 0-15,28-16 10 16,23-12-10-16,14-2-3 16,3 9 10-16,-2 19-8 15,-14 21 3-15,-20 25-7 16,-19 25-1-16,-26 6 16 15,-27 26-17-15,-26 19 2 16,-16 12 10-16,-42 4-10 16,-30 8 20-16,-23-6-17 15,-13 3 3-15,-12-2 4 16,-8-7-4-16,2-6 8 16,7-7-11-16,20-13-2 15,20-7 13-15,27-18-11 16,40-6 6-16,16-36-2 15,56-17-7-15,29-14 20 16,16-12-17-16,13-3 3 16,5 16 2-16,-7 12-7 15,-7 20 8-15,-10 19-10 16,-17 15 1-16,-15 13 10 16,-19 24-11-16,-28 4 7 15,-20 6-3-15,-12 8-4 16,-46 2 19-16,-17-7-14 0,-11 0 3 15,-1-3 0-15,13-7-13 16,13-12 21-16,20-11-16 16,15-11 4-16,22-6 6 15,4-16-9-15,32-28-7 16,22-16-1-16,20-16 7 16,13-7 7-16,3 2-16 15,3 14 13-15,-5 15 2 16,-10 25-8-16,-9 25 19 15,-17 4-18-15,-10 39 2 16,-14 11 5-16,-17 10-1 16,-11 8 15-16,-17 0-12 15,-37-1 1-15,-19-7 7 16,-11-5-8-16,-2-11 8 16,2-7-9-16,7-16-3 15,14-10 18-15,18-13-12 16,15 0 5-16,15-17-3 15,15-26-12-15,10-9 16 16,34-9-37-16,11-2-30 16,5 3-30-16,3 8-6 15,-7 13-124-15</inkml:trace>
  <inkml:trace contextRef="#ctx0" brushRef="#br0" timeOffset="153962.97">26466 9500 403 0,'0'-4'105'0,"0"0"-20"15,0 2-34-15,0 2-7 16,0-2-17-16,0 2-15 16,0 0 7-16,-2 0-24 15,0 0 13-15,-2 0 17 16,0 6-5-16,-7 3 11 0,0 0-29 16,1 0 1-16,-4-4 6 15,4-2-10-15,-3 0 9 16,2-3-9-16,2 0-4 15,3 0 17-15,4-6-17 16,0-11 3-16,2-4 4 16,0-6-11-16,10-4 26 15,12 0-22-15,8-2 4 16,5 2 5-16,1 6-9 16,3 8 16-16,-2 5-17 15,-3 6 1-15,-4 6 8 16,-1 0-6-16,-7 18 5 15,-6 10-4-15,-8 13-7 16,-8 10 25-16,0 4-11 16,-10 8 7-16,-20-1 9 15,-5-5-13-15,1-2 9 16,1-11-21-16,3-9 8 16,9-9 8-16,7-11-6 15,6-5 9-15,6-8-15 16,2-2 2-16,0 0 17 15,10-2-15-15,19-18 13 16,12-1 13-16,6-4-13 16,5-2 21-16,-1 2-29 15,-3 3 7-15,-4 3-4 16,-10 5-12-16,-4 5 18 16,-10-1-26-16,-6 4 5 0,-6 4 11 15,-8 2-42 1,0 8-52-16,-22 13-46 0,-10 8-88 15</inkml:trace>
  <inkml:trace contextRef="#ctx0" brushRef="#br0" timeOffset="155296.79">27549 8917 408 0,'0'0'59'0,"0"0"-15"15,-90-20 0-15,48 20-14 16,-2 0-12-16,-8 0 4 15,-6 8-12 1,-7 9-13-16,-10 7 20 0,-11-1-18 16,-9 7 7-16,-11 2-1 15,-5 5-6-15,-3 3 10 16,-3 5-14-16,12 2-1 16,11 2 19-16,12 2-6 15,13-1 16-15,17 3-10 16,14 1-3-16,12 1 12 15,9 2-26-15,10-2 13 16,7-3-4-16,0 0-8 16,26-9 52-16,10-1-47 15,16-9 10-15,10-4 4 16,14-11-7-16,19-7 11 16,14-11 0-16,18 0-6 15,13-22 6-15,11-10-15 16,6-8 6-16,2-7-8 15,-2-5-5-15,0-3 18 16,-11-1-24-16,-8 2 13 16,-14-4-4-16,-15 3-7 15,-19 4 21-15,-19-5-21 16,-17 4 3-16,-18-4 11 16,-12-1-9-16,-18-3 6 15,-6 0-6-15,-14 1-8 16,-24 3 20-16,-13 4-15 15,-9 2 4-15,-9 9-1 0,-9 4-13 16,-8 12 29-16,-6 8-26 16,-7 13 4-16,0 4-2 15,7 4-16-15,3 18-12 16,14 8-50-16,17 1-18 16,8 2-70-16</inkml:trace>
  <inkml:trace contextRef="#ctx0" brushRef="#br0" timeOffset="156162.44">27054 9104 348 0,'0'0'93'0,"0"0"-14"15,0 0-11-15,0 0-13 16,-43-35-3-16,37 32-26 15,2 0-1-15,-4 2-3 16,0 1-3-16,-2-5 11 16,-1 4-26-16,0 1-3 15,0-6 5-15,0 2-4 16,3 1 3-16,1-2-8 0,-1-1-1 16,2 3 14-16,-1-2-14 15,0 2 5-15,3-2 1 16,0 1-11-1,0 2 22-15,4-2-20 0,-2 2 11 16,2-1 0-16,0 3 0 16,-2 0 15-16,2-1-19 15,0 1 2-15,0 0 6 16,0 0-7-16,0 0 8 16,0 0-10-16,0 0-4 15,0 0 19-15,0 0-15 16,0 0 5-16,-3 0 0 15,3 0-10-15,0 0 22 16,0 0-23-16,0 0 6 16,0 0 3-16,0 0-6 15,0 0 16-15,0 0-19 16,0 0 4-16,0 0 11 16,0 0-11-16,0 0 10 15,0 0-5-15,0 0-10 16,0 6 20-16,5 14-16 15,7 14 13-15,-1 9 5 16,6 7-3-16,0 10 24 16,1 2-22-16,3 1-3 15,0-2 9-15,3-1-9 16,2-4 4-16,0-6-6 16,-4-3-7-16,-3-6 21 15,-2-9-21-15,-6-6 4 16,-3-9-4-16,-3-5-10 15,-3-6 27-15,-2-5-25 16,0 1 8-16,0-2-1 0,0 0-26 16,0 0 1-16,0 0-50 15,-9-2-30-15,-6-9-40 16,-8-1-82-16</inkml:trace>
  <inkml:trace contextRef="#ctx0" brushRef="#br0" timeOffset="158428.6">27343 9133 375 0,'0'-5'91'0,"0"-1"-27"15,0 2-11-15,0 4-2 16,0 0-45-16,0 0 7 0,0 20 16 15,0 1 0 1,2 2 0-16,-2-2-9 0,0-3 8 16,0-2-22-16,0-4 6 15,0-7 24-15,-11 1-17 16,-2-3-4-16,0-1-7 16,-2-2-11-16,4 0 19 15,-2 0-20-15,4 0 5 16,1-5 2-16,4-4-9 15,0-4 16-15,2-4-18 16,2-4 6-16,0-1 6 16,0-1-5-16,14 1 4 15,8-1-13-15,4 6 5 16,1 2 18-16,6 0-15 16,0 8 4-16,-1 0-3 15,-2 2-2-15,0 5 20 16,-3 0-22-16,-3 0 4 15,-2 0 2-15,-2 12-5 16,-10 1 12-16,-4 5-17 16,-6 5 3-16,0 0 15 15,-8 3 3-15,-18 1 9 16,-2-1-16-16,-2-1-8 16,2-2 21-16,4-8-21 15,7-2 6-15,2-2 0 16,8-9-6-16,1 1 24 15,4-3-18-15,2 0 6 16,0 0 2-16,0 0-10 16,0 0 6-16,0 2-16 0,0 2 0 15,0 4 19 1,10 0-3-16,4 7 12 0,1 2-10 16,-7 3-12-16,5 1 25 15,-4-2-19-15,-3-1 1 16,1-3 1-16,-1-1-9 15,-1-5 19-15,-1-3-22 16,0-2 4-16,2 0-12 16,-1 0-34-16,2 4-14 15,-1 1-30-15,0 3-38 16,-2-4 13-16,3 3-60 16,-2-2-86-16</inkml:trace>
  <inkml:trace contextRef="#ctx0" brushRef="#br0" timeOffset="158555.73">27572 9563 584 0,'0'0'94'0,"0"0"-42"16,0 0 2-16,0 0 14 15,0 0-31-15,0 0-9 16,0-1-28-16,0 1-17 16,0 0-4-16,0 0-92 15,0 0-105-15</inkml:trace>
  <inkml:trace contextRef="#ctx0" brushRef="#br0" timeOffset="162513.47">26790 11753 283 0,'4'-11'76'16,"0"-3"-12"-16,9 0-11 15,10-9-11-15,19-10-12 16,11-4 8-16,14-12-18 15,10-1 8-15,3-1-1 16,-1 4-12-16,-3 8 2 16,-7 11-12-16,-5 15-2 15,-14 13 15-15,-9 0-16 16,-13 9-3-16,-20 13 4 16,-8 7-21-16,-10-1 30 15,-27-1 6-15,-17 0 1 16,-12-1 6-16,-14-1-10 15,-11 2 9-15,-12 2-21 16,-5-4-4-16,12-2 7 16,15-6-8-16,18-3 7 15,26-10-8-15,37-4 5 16,11-8 5-16,49-27-18 16,19-11 21-16,20-13-3 15,11-10-16-15,3 5 23 16,-6 10-19-16,-4 10 1 0,-8 22 8 15,-14 15-5-15,-7 7 7 16,-14 19-8-16,-17 15-2 16,-17 13 20-16,-26 5-17 15,0 4 4-15,-41 2 1 16,-22-3-8-16,-18 0 26 16,-14 0-33-16,-13-9 17 15,-1-2-1-15,1-12-10 16,16-9 11-16,15-8-10 15,25-10 2-15,32-5 7 16,20-13-10-16,26-26 0 16,34-18 8-16,22-22-8 15,23-13 19-15,10-3-18 16,5 1 4-16,3 14-2 16,-5 18-2-16,-8 28 17 15,-18 20-17-15,-14 14 3 16,-18 14 2-16,-23 26-3 15,-27 8 9-15,-10 9-13 16,-34 7 4-16,-29-2 17 16,-19 1-15-16,-12-2 4 15,-7-5-5-15,-2-8-6 16,6-7 21-16,11-11-22 16,14-11 10-16,21-11-3 15,19-8-2-15,23-4 14 16,9-32-26-16,32-18 10 15,24-15 9-15,22-13-6 16,10 0 13-16,3 5-22 16,-4 18 6-16,-5 18 15 15,-6 26-16-15,-16 15 4 16,-9 21 4-16,-14 25-13 16,-19 12 24-16,-18 9-18 0,-3 2 7 15,-42 2-9 1,-20-1 15-16,-16-1 4 0,-9-11-18 15,-3-9 3-15,5-8 3 16,6-16-3-16,15-13 12 16,17-12-10-16,18 0-6 15,22-30 16-15,10-22-21 16,19-13 10-16,32-24 2 16,21-10-11-16,7 0 22 15,7 8-23-15,-1 16 10 16,-4 19 7-16,-5 30-11 15,-14 23 13-15,-6 3-13 16,-15 29 0-16,-15 21 15 16,-22 11-12-16,-4 5 6 15,-26 3 7-15,-28-3-6 16,-19 1 25-16,-9-7-38 16,-3-10 11-16,-8-10-2 15,9-8-5-15,10-14 22 16,17-13-23-16,17-5 4 15,17-10 5-15,21-24-9 16,2-11-22-16,33-5-20 16,13-1-27-16,6 4-19 15,-3 9-113-15</inkml:trace>
  <inkml:trace contextRef="#ctx0" brushRef="#br0" timeOffset="165768.9">29053 2971 225 0,'2'0'34'0,"-2"0"-4"16,0 0 4-16,0 0 23 16,0 0 3-16,0 0-20 15,0 0-5-15,0 0-22 16,0 0-9-16,0 0 1 15,0 0-6-15,0 0-4 16,0 0-9-16,0 0-2 16,0 0 3-16,0 0-32 15,-4 0-50-15,-3-4-38 16</inkml:trace>
  <inkml:trace contextRef="#ctx0" brushRef="#br0" timeOffset="165925.81">29053 2971 423 0</inkml:trace>
  <inkml:trace contextRef="#ctx0" brushRef="#br0" timeOffset="166378.54">29053 2971 423 0,'-56'-27'75'0,"56"24"-16"0,0 0-5 15,0 3-7-15,-11 0-27 16,1 0-8-16,-6 0 2 16,-1 8-6-16,0 13 1 15,-2 7-5-15,-1 4 6 0,3 4 8 16,4 2-18-16,5-1 3 16,6-2 2-16,2-4-5 15,0-4 8-15,18-1-14 16,13-10 5-16,8-4 3 15,8-3-6-15,5-9 9 16,4 0-1-16,1 0-2 16,1-6 10-16,-4-12-8 15,-6 0 5-15,-5 0 2 16,-5-3-8-16,-8 2 17 16,-6-2-13-16,-6 0 0 15,-3-3 5-15,-9-3-5 16,-4 0 7-16,-2-8-10 15,0 0-8-15,0-2 14 16,-6 2-14-16,-11 6 5 16,-5 1-3-16,-6 8-4 15,-8 9 21-15,-8 3-14 16,-3 8-4-16,-7 0 3 16,0 0-3-16,3 8 12 15,6 5-9-15,8 1-3 16,11 1 2-16,12 2-31 15,6-3-30-15,8 1-17 16,0 1-45-16,8-2-69 16,6 0-122-16</inkml:trace>
  <inkml:trace contextRef="#ctx0" brushRef="#br0" timeOffset="166979.37">29066 3048 426 0,'0'0'39'0,"0"0"-10"15,0 0 15-15,0 0 3 16,62-29-14-16,-53 29-19 15,-1 0-14-15,-1 0 6 16,-2 10-12-16,-5 12 8 16,0 1 2-16,0 4-7 15,-8-2 26-15,-4 1-17 16,1-5-1-16,2-6-5 16,3-5-1-16,4-4 10 15,2-6-3-15,0 0 8 16,0 0 5-16,2-6-4 15,15-11 6-15,-2-3-12 16,5-3-6-16,-6-1 17 16,0 4-9-16,-6 2 6 15,-2 5-2-15,-4 2-13 16,1 5 16-16,-3 5-19 16,0 1 1-16,0 0-3 15,3 0-7-15,-1 1 10 16,4 11-3-16,-2 1 2 15,2-1 14-15,6 1 0 16,-2-2 4-16,3-1-1 16,4-7-11-16,7-3 17 15,6 0-10-15,5 0 11 0,1-12-9 16,0-5-13-16,-1 0 10 16,-5 1-14-16,-12 6 3 15,-8 7-13-15,-6 3-43 16,-4 0-40-16,-4 18-7 15,-24 4-30-15,-4 10-262 16</inkml:trace>
  <inkml:trace contextRef="#ctx0" brushRef="#br0" timeOffset="169695.97">28153 12206 466 0,'-16'-8'79'15,"-4"0"-28"-15,4 2 7 16,4-3-25-16,4-2-1 16,1-6 2-16,7-2-25 15,0-7-5-15,0-5-5 16,13-4-1-16,7-2 17 15,-2 6-19-15,4-2 5 16,-4 12 2-16,-2 8-9 16,0 10 19-16,-1 3-21 15,-5 8 3-15,-1 25 6 16,-4 10-2-16,-5 3 7 16,0 4-10-16,0 0-1 15,-7-3 15-15,-4-12-15 16,3-10 6-16,-1-7 1 15,7-7-11-15,2-11 23 16,0 0-23-16,6 0 1 16,20-19 8-16,11-10 1 0,5-3 10 15,8 0-13-15,-1-1 3 16,3 5 11-16,-2 14-8 16,-7 6 13-16,-5 8-14 15,-8 0-3-15,-8 8 18 16,-12 15-18-16,-10 4 7 15,0 4 15-15,-16 4-3 16,-21 1 11-16,-4 3-27 16,-8-2 2-16,1-2 1 15,1-4-9-15,6-6 15 16,9-10-22-16,9-4-20 16,13-11-14-16,10-1-27 15,2-33-47-15,27-13-140 16</inkml:trace>
  <inkml:trace contextRef="#ctx0" brushRef="#br0" timeOffset="170229.41">28994 11597 462 0,'0'0'56'16,"0"0"12"-16,-163-21-34 15,101 21-10-15,-5 0 16 16,3 21-25-16,-3 5-9 16,1 9 0-16,0 12-9 15,2 3 20-15,1 9-27 16,3 2 14-16,7 5 3 16,3-2-6-16,14 0 14 0,8-2-5 15,8-3-8-15,14 2 28 16,6-1-27-16,0-2 22 15,10 0-8-15,28-4-16 16,6-7 27-16,21-13-24 16,15-13 2-16,14-17 10 15,21-4-8-15,14-33 7 16,10-17-12-16,10-14-6 16,-1-7 18-16,-3-3-13 15,-10-3 9-15,-12-1-10 16,-16-3-3-16,-19 4 20 15,-16-1-22-15,-23-1 6 16,-21 1 1-16,-26 3-8 16,-2 6 17-16,-37 6-21 15,-21 6 2-15,-13 11 10 16,-11 13-8-16,-8 16 8 16,-9 11-8-16,-2 6-4 15,-1 14 15-15,4 21-22 16,9 9-6-16,17 3-28 15,15 1-46-15,11-3 6 16,6-3-140-16</inkml:trace>
  <inkml:trace contextRef="#ctx0" brushRef="#br0" timeOffset="170510.78">28809 11676 494 0,'0'0'90'0,"0"0"-39"16,0 0 7-16,0 0-16 15,0 0-39-15,-4 17 17 16,2 26 19-16,2 13-18 16,-4 10 9-16,4 4-23 15,0-3 6-15,0-4-3 16,0-9-12-16,0-14 19 15,8-8-21-15,8-12 4 16,-2-8-12-16,4-10-44 16,2-2-29-16,-4-4-49 15,0-20-131-15</inkml:trace>
  <inkml:trace contextRef="#ctx0" brushRef="#br0" timeOffset="170931.65">28920 11739 520 0,'0'0'60'16,"0"0"-41"-16,0 0 14 16,94-116-7-16,-57 86 1 15,-1 1-8-15,-6 8-17 16,-4 6 14-16,-6 9-20 15,-6 6 4-15,-6 0-1 16,-6 24-3-16,-2 11 31 16,0 7-15-16,0 7 5 15,-20 1-3-15,-2-4-13 16,3-5 7-16,0-10-10 0,4-7 3 16,4-7 31-16,4-8-23 15,7-1 6-15,0-2-6 16,0 6-7-16,0-3 27 15,2 5-6-15,9 5 3 16,7 1-11-16,-3-1-15 16,2-4 11-16,3 1-16 15,0-4 4-15,0-5-24 16,-2 1-15-16,-4-4-57 16,-5 1-30-16,-4-5-109 15</inkml:trace>
  <inkml:trace contextRef="#ctx0" brushRef="#br0" timeOffset="171079.02">29255 12065 639 0,'0'0'94'15,"0"0"-14"-15,0 0-14 16,0 0-15-16,0 0-5 16,2-12-48-16,3 12-4 15,1 0-1-15,-4 2-67 16,-2 8-47-16,0 2-98 15</inkml:trace>
  <inkml:trace contextRef="#ctx0" brushRef="#br0" timeOffset="183295.4">28994 2157 513 0,'0'0'8'0,"0"0"23"15,8 9-7-15,-6-5-7 0,2-3 10 16,0-1-3 0,0 3 6-16,0-3-12 0,6 0-15 15,0 0-7-15,10 0 10 16,3 0 11-16,9 0 5 15,7 0 1-15,2-11-8 16,-3-1-9-16,1-4 2 16,-2 2 9-16,-4 3-5 15,-5-1-6-15,-5 5-1 16,-6 1-6-16,-6 2 6 16,-4 4-11-16,-5 0 2 15,-2 8 4-15,0 17 3 16,-5 7 3-16,-10 11-4 15,-7 4-2-15,4 3 9 16,-2-2-11-16,2-1 2 16,8-4 3-16,6-10-6 15,4-5 4-15,0-5-3 16,10-7-3-16,18-4 3 16,4-4 8-16,5-4 1 15,4-4 8-15,0 0-10 16,-5 0 5-16,-4 0-12 15,-3 0 5-15,-8-6-3 16,-6 0-3-16,-6-3 10 16,-5 1-12-16,-4-3-8 15,0-3-29-15,0-1-32 16,-19 0-25-16,-14 2-62 16,-5 1-89-16</inkml:trace>
  <inkml:trace contextRef="#ctx0" brushRef="#br0" timeOffset="183473.48">29165 2435 484 0,'0'0'8'0,"0"0"13"16,0 0 3-16,0 0-5 15,0 0 1-15,135-31-14 16,-105 19 0-16,-2 3-5 15,-6-1-47-15,-4 0-164 16</inkml:trace>
  <inkml:trace contextRef="#ctx0" brushRef="#br0" timeOffset="184245.55">29575 2182 575 0,'0'0'43'0,"0"0"-11"15,0 0-7-15,0 0-2 16,0 0 9-16,46-111-16 16,-46 96-2-16,0-1 3 15,-8 3-11-15,-16-3 2 16,-8-1-5-16,-5-3-3 15,-8 3 8-15,-2 4-10 0,-5 1 1 16,2 6 4-16,-4 6-10 16,-1 0 10-16,1 4-5 15,0 15 2-15,0 2 6 16,3 8-7-16,5 3 10 16,3 6-11-16,7 6 4 15,2 0 6-15,6 4-10 16,8-2 3-16,5 1 3 15,4 1-8-15,7-3 11 16,4-3-11-16,0-1 8 16,0-1-2-16,8-5-2 15,12-2 6-15,2-6-3 16,8-1 2-16,4-5-3 16,2 0-2-16,3-3 7 15,5 0-4-15,0-4-5 16,2 0 8-16,1 2-4 15,1-7-3-15,-4-1 5 16,2-5-9-16,-5-1 12 16,-1-2-11-16,-6 0 1 15,1-9 4-15,-3-9 7 16,-2-2-3-16,0-5-11 16,0-6 10-16,1-3 11 15,1-5-9-15,1-7 4 16,1-3-6-16,-4-2-1 15,-5-4 10-15,-3 3-11 16,-8 0 2-16,-8-2 6 16,-6 1-2-16,0 1 13 15,-4-2-16-15,-20 3 8 16,0 5-5-16,-4 7-3 16,2 9 1-16,1 6-7 0,3 9-3 15,2 11 10 1,2 4-10-16,-4 9 2 0,-2 27-9 15,-2 17-69-15,-6 13-47 16,-7 15-79-16</inkml:trace>
  <inkml:trace contextRef="#ctx0" brushRef="#br0" timeOffset="186461.93">28290 15073 403 0,'0'0'16'0,"152"-105"19"16,-73 53 3-16,-1 4-15 16,-15 3 10-16,-19 15-17 15,-20 8-15-15,-17 13 8 16,-7 9-27-16,-17 0 15 15,-20 2 11-15,-6 15-7 16,-9 2 2-16,-1 8 4 16,-1-2-5-16,-6 6 15 15,-1 2-12-15,3 0 4 16,4 1-4-16,9-8-4 16,9-5 11-16,10-5-15 15,12-4 4-15,10-11 3 16,4-1-16-16,9 0 3 15,24-9-3-15,9-12 21 16,12-9 16-16,7 2-30 16,3-3 14-16,1 2-7 15,-3 1 1-15,-6 7 18 16,-5 2-14-16,-11 5 2 0,-13 8 0 16,-14 6-7-1,-13 0 8-15,-6 4-11 0,-36 20 14 16,-13 7-4-16,-12 3-8 15,-8 9 4-15,-7 3-4 16,1-4-1-16,3 2 15 16,13-6-14-16,11-9 5 15,16-7 0-15,16-9-5 16,18-7 13-16,4-6-30 16,28 0 5-16,20-12 14 15,18-13-5-15,13-8 8 16,14-3-9-16,4-5-6 15,4 0 19-15,-6 7-19 16,-18 4 11-16,-17 12 14 16,-28 7-22-16,-30 11 20 15,-6 0-14-15,-49 22 14 16,-19 12-8-16,-16 7-4 16,-9 7 13-16,-6 5-7 15,-5 7-1-15,-1 5 3 16,-5 9-4-16,5 4 2 15,3-5-9-15,17-10-6 16,25-13 17-16,30-21-10 16,34-26 0-16,21-5-27 15,58-42 30-15,30-16 12 16,26-16-19-16,22-7 0 16,13-5 5-16,2 0-6 15,-8 11 16-15,-23 13-11 16,-28 18-4-16,-41 15 15 0,-44 20-14 15,-28 11 4 1,-42 21 7-16,-34 22-10 0,-17 14 19 16,-12 4-17-16,-2 12 9 15,-1-1-4-15,7 4-8 16,17-4 16-16,20-12-16 16,23-12 3-16,28-13-2 15,13-17-63-15,32-18-37 16,24 0-156-16</inkml:trace>
  <inkml:trace contextRef="#ctx0" brushRef="#br0" timeOffset="186895.86">29815 14531 598 0,'0'0'22'15,"0"0"-12"-15,0 0 22 16,-55 85-2-16,21-36 3 15,-6 7-28-15,-3 0 1 16,1 0 1-16,4-7-10 16,10-9 20-16,8-10-13 15,12-14 17-15,8-7-11 16,2-9-9-16,30 0 40 0,12-18-8 16,7-7-18-1,7-4-2-15,-2-4-11 0,0 2-1 16,-9 2-1-16,-8 4-9 15,-8 3 22-15,-15 7-20 16,-7 5 4-16,-9 3-27 16,0 3-48-16,-7 4-16 15,-17 0-91-15,-3 0-111 16</inkml:trace>
  <inkml:trace contextRef="#ctx0" brushRef="#br0" timeOffset="187049.41">29784 14658 544 0,'0'0'99'0,"0"0"-43"16,0 0-3-16,0 0-13 16,0 0 18-16,52 33-10 15,-26-2-29-15,-1 6 6 16,-3 4-23-16,2-2-3 16,-6-6 9-16,-6-6-8 15</inkml:trace>
  <inkml:trace contextRef="#ctx0" brushRef="#br0" timeOffset="188530">30032 13991 434 0,'0'0'51'0,"0"0"24"15,0 0-19-15,0 0-11 16,0 0-16-16,-47-14-13 16,25 14-8-16,-4 0-7 15,-2 2 3-15,-2 10-5 16,-6 5-3-16,-5 7 15 16,-5 3-14-16,-3 8 4 15,0 1 1-15,-3 5-9 16,5 6 20-16,3-3-17 15,8 5 2-15,6-1 6 0,4 4-6 16,7 2 7-16,1 4-9 16,6-1-2-16,0-3 13 15,6 1 7 1,4-4-12-16,2-8 13 0,0-3-22 16,10-5 35-16,16-6-32 15,7-4 5-15,6-7 30 16,6-5-29-16,9-4 7 15,8-9-16-15,9 0 7 16,11-16 0-16,11-11 0 16,10-8 12-16,7-6-14 15,6-3-3-15,2-4 17 16,-2 0-15-16,-4-5 4 16,-7 0-1-16,-8-1-5 15,-9-4 14-15,-10 4-13 16,-13 1 2-16,-13 1 5 15,-12 2-6-15,-14 2 12 16,-15-1-13-16,-11 1 2 16,0-2 10-16,-18 1-10 15,-21 0 7-15,-11 1-5 16,-14 6-6-16,-9 5 18 16,-6 10-16-16,-9 13 4 15,-7 14 2-15,-4 0-7 16,-2 19 16-16,-2 16-18 15,-1 9 1-15,7 0 10 16,14 2-5-16,9-3-1 16,16-2-32-16,15-3-22 15,11-9-11-15,8-4-80 0,10-7-240 16</inkml:trace>
  <inkml:trace contextRef="#ctx0" brushRef="#br0" timeOffset="188806.22">29913 13958 508 0,'0'0'75'16,"0"0"-30"-16,0 0-30 15,0 0 9-15,16 60 16 16,-2-13-18-16,6 4-3 15,6 8-6-15,-2 1 0 16,1-4-10-16,-1-6-2 16,2-2 16-16,-4-9-18 15,-1-8 3-15,-4-3 3 16,0-9-13-16,-6-3 19 16,2-9-68-16,-2-5-34 15,-5-2-101-15</inkml:trace>
  <inkml:trace contextRef="#ctx0" brushRef="#br0" timeOffset="189262">30305 14012 510 0,'0'0'15'0,"0"0"28"16,0 0 9-16,0 0-22 16,115-73 3-16,-87 61-18 15,-6 6-15-15,0 6 8 16,-6 0-11-16,-8 0 3 16,-6 20 7-16,-2 3 5 15,0 6 22-15,0 0-25 16,-10 2 4-16,-6 0-4 15,0 0-5-15,0-6 1 16,4-1-5-16,-2-4-6 16,6 0 17-16,4-5-15 15,4 1 6-15,0-4 11 16,0 5-4-16,6-4 30 16,11 1-21-16,2 2 4 15,3-3-4-15,-5 1-11 16,2-2 4-16,-3-3-14 15,-4 0 0-15,-1-2 10 16,-2-4-29-16,-3 0-43 16,1 0-32-16,-7 0-62 15,0-2-284-15</inkml:trace>
  <inkml:trace contextRef="#ctx0" brushRef="#br0" timeOffset="189419.9">30731 14466 687 0,'0'0'36'15,"0"0"-14"-15,0 0-5 16,0 0-25 0,0 0-45-16,-17 11-135 0</inkml:trace>
  <inkml:trace contextRef="#ctx0" brushRef="#br0" timeOffset="207911.99">29217 3853 120 0,'0'0'15'0,"-28"35"-16"16,-4-10-10-16,-14 5-5 15,-3 7 23-15,-5 4 2 16,-2 1 1-16,0 1 13 15,3-3 58-15,3-1-15 16,9-8 38-16,13-12-32 16,10-5-8-16,16-12-16 15,2-2-47-15,24-16 13 16,17-10 8-16,5-4 9 16,7-4-4-16,1-1-11 15,-2 2 5-15,-8 4-9 16,-2 4-1-16,-12 5-3 15,-7 5-4-15,-10 7 4 16,-6 4-9-16,-5 4 1 16,-2 0 4-16,0 0-5 15,-24 4-1-15,-13 18 7 16,-15 4-4-16,-6 8 6 16,-6-2-11-16,3 2 4 15,11-9 2-15,15-8-12 16,11-5 21-16,14-9-13 15,10-3 3-15,0 0-11 16,23-12 1-16,18-16 16 16,12-7-10-16,8-6 1 0,3-1 8 15,2-1-10-15,-9 4 7 16,-9 7 0-16,-12 7-7 16,-14 4 17-16,-10 8-10 15,-10 5 10-15,-2 3 3 16,-4 5-2-16,-26 0-8 15,-10 0-11-15,-10 0 5 16,-6 0 0-16,-2 10-6 16,4 2 9-16,6-5-4 15,14-1-3-15,10-3 12 16,14-3-8-16,10 0-1 16,0-3-5-16,28-20 1 15,15-9 10-15,11-7-7 16,6-1 0-16,2-3 1 15,-6 3-2-15,-7 4 6 16,-11 8-6-16,-15 4-1 16,-8 10 9-16,-11 2-7 15,-4 6 6-15,-2 6-3 16,-30 0-7-16,-9 20 7 16,-11 9 1-16,-6 4-2 15,0 5 2-15,9-5-4 16,8-7 2-16,15-8-6 15,13-8 2-15,11-6 4 16,2-4-8-16,0 0 5 16,18-10-34-16,5-9-13 15,9-7-12-15,4-12-139 0,8-10-140 16</inkml:trace>
  <inkml:trace contextRef="#ctx0" brushRef="#br0" timeOffset="208695.98">28922 3123 323 0,'0'0'59'16,"0"0"15"-16,0 0-34 15,0 0-5-15,24-41-27 16,6 19-14-16,6-3 50 16,5 0 2-16,0 0-26 15,-4 6 7-15,-5 3-22 16,-8 7 3-16,-8 5-7 15,-2 4-9-15,-10 0 2 16,-4 4 7-16,0 15 4 16,-11 10 6-16,-17 5-12 15,-5 6 21-15,-3-1-21 16,2-1 1-16,6-3 7 16,7-10-9-16,7-6 8 15,8-7-10-15,6-6-2 16,0-6-1-16,20 0-14 15,10-6 29-15,8-13-3 16,7-6-8-16,1-5 15 16,-6 1-11-16,-5 2 5 0,-7 3-3 15,-7 10 4-15,-10 2 5 16,-5 2-14 0,-6 8 7-16,0 2-5 0,0 0 1 15,-23 6 8-15,-9 15-4 16,-7 2-3-16,-2 5 8 15,5-3-9-15,8-4 1 16,10-3 0-16,10-9-6 16,8-7 10-16,0-2-20 15,19-2 0-15,16-23 25 16,5-6-9-16,8-7 7 16,-1-1-6-16,-2-4-2 15,-8 8 7-15,-9 4-5 16,-7 10 1-16,-8 6 0 15,-9 6-7-15,-4 9 16 16,0 0-18-16,-19 9 4 16,-16 16 10-16,-3 5-7 15,-10 5 7-15,3 2-11 16,5-2-7-16,10-8-9 16,10-5-16-16,10-7-26 15,7-7-50-15,3-6-34 16,0-2-29-16</inkml:trace>
  <inkml:trace contextRef="#ctx0" brushRef="#br0" timeOffset="210294.89">29137 2280 377 0,'0'0'49'16,"0"0"-43"-16,64-42 64 16,-32 14-35-16,3-2 11 15,4 1-28-15,-2-1-1 16,-1 5-9-16,-4 6-5 15,-4 5-2-15,-6 5-2 16,-9 5 1-16,-5 0-3 16,-6 4-14-16,-2 0-5 15,0 4 42-15,-19 17-4 16,-9 9-12-16,-12 8 3 16,-8 3 0-16,3 0 0 15,-3 1-5-15,6-7-2 16,9-6 4-16,12-8-2 15,9-9-3-15,10-6 3 16,2-6-9-16,7 0 1 16,26-16-25-16,9-13 68 15,6-2-18-15,5-4-13 16,-1 0 4-16,-4 4-11 16,-8 6 4-16,-5 6-4 15,-11 7 3-15,-6 6 3 16,-2 6-9-16,-12 0-16 15,-4 6 21-15,0 19 5 16,-24 8 4-16,-12 9 3 0,-11 7-14 16,-9 3 14-16,-4-3-11 15,4-8 2-15,6-7-3 16,11-10-1-16,13-11 9 16,14-7-11-16,5-6 9 15,7 0 23-15,0-7-10 16,0-11-11-16,17-4-10 15,3-3-1-15,4 0 8 16,-3 4-10-16,0 1 4 16,-6 9 1-16,-4 5-4 15,-4 6-14-15,-7 0-54 16,0 11-55-16,-9 13-120 16</inkml:trace>
  <inkml:trace contextRef="#ctx0" brushRef="#br0" timeOffset="-207648.97">27248 9840 13 0,'2'9'26'0,"-2"-8"-7"16,0-1 73-16,0 0-41 16,-8-4-30-16,-8-16-14 15,-4 1-4-15,2-6-6 16,-4-6 0-16,-2-3-46 15,1-9 17-15,-3-5-43 16</inkml:trace>
  <inkml:trace contextRef="#ctx0" brushRef="#br0" timeOffset="-207532.92">26914 9269 49 0,'0'0'2'0,"0"0"-13"16,0 0 7-16,0 0-8 15</inkml:trace>
  <inkml:trace contextRef="#ctx0" brushRef="#br0" timeOffset="-204152.76">29066 2226 211 0,'0'0'24'15,"0"-37"31"-15,0 18-24 16,0 1 16-16,0 4 10 15,0-1 36-15,0 6-33 16,0 3 7-16,0 2-13 16,0 2-17-16,-2 1-9 15,-2-2-3-15,-3 1-7 16,-2-2 5-16,-1 3-13 16,-2-3 6-16,0 2-6 15,-4 0-11-15,-2 2 10 16,-10 0-10-16,-7 0-3 15,-8 13 9-15,-4 8-6 16,-9 11 4-16,-2 4-5 16,-3 9 0-16,1 7 9 15,-5 10-10-15,3 10 2 16,0 1 1-16,-3 5-7 16,1 1 15-16,-1 2-12 15,5-1 4-15,-2 5-2 16,4 6 1-16,-1 5 9 15,3 12-16-15,3 7 9 16,-1 10 3-16,4 5-5 16,3 1 6-16,2 4-9 15,4 1-4-15,7-1 12 16,4 1-10-16,2-9 3 16,8-2 5-16,5-7-7 0,4-8 16 15,5-2-17 1,6-5 7-16,0-1 1 0,0-2-2 15,4-2 4 1,9-2-4-16,4-6-3 0,3 1 10 16,4-5-7-16,2-2 1 15,3 0 0-15,4-2-5 16,5-5 13-16,3 4-16 16,7-4 7-16,-1-5 2 15,2 1-4-15,2-1 9 16,3-5-11-16,3 2 1 15,1-10 7-15,0 2-6 16,2-6 8-16,3-6-7 16,5-3-5-16,1-4 18 15,7-7-17-15,5-3 5 16,5-3 0-16,2-6-5 16,1 1 16-16,1-7-16 15,-1-2 2-15,-4 1 3 16,-3-3-3-16,-2-1 7 15,-5-2-9-15,1-4-2 16,-3-6 15-16,-1 0-18 16,6 0 9-16,-1-9 1 15,7-12-7-15,5-4 18 16,-1-2-18-16,3-4 8 16,-1-4-1-16,0-2-2 15,-1-3 9-15,-6-7-12 16,-3-5 1-16,-5-10 9 15,-3-11-6-15,-4-11 3 16,-1-7-4-16,-1-2-3 16,-1-5 15-16,-1-1-16 15,-4 2 5-15,-6-1 5 0,-9-2-10 16,-5 1 20-16,-10-4-15 16,-9 0 4-16,-4-5 0 15,-4-5-3-15,-2-1 5 16,-3-4-8-16,1-3-4 15,-2-6 17-15,-3-1-14 16,0 1 4-16,-2 2 12 16,3 3-8-16,-5 6 17 15,0 8-20-15,0 7 5 16,0 10 5-16,-2 4-10 16,-16 6 11-16,-3 2-13 15,-7 3-2-15,-2 0 11 16,-2 3-9-16,-1 6 2 15,-1 0-2-15,-3 5-3 16,2 3 15-16,-3 8-17 16,-3 1 7-16,-2 3 3 15,-4 5-9-15,-1-1 15 16,-6 4-14-16,1 3 3 16,-5-1 3-16,-5 2-3 15,-1 2 5-15,0 2-8 16,-1 2-1-16,5 4 11 15,2 1-11-15,6 1 6 16,4 4 0-16,5 3-6 16,3 1 15-16,-4 2-16 15,3 1 7-15,-3 2-1 16,-4 4-2-16,-2 3 7 16,-1 3-10-16,-3 0 3 15,-4 0 5-15,0 0-4 16,2 6 2-16,0 1-2 0,-2 0-5 15,4 4 16-15,0-3-15 16,7 3 5-16,6-4 0 16,9 0-6-16,9-1 16 15,9 0-14-15,6 0 2 16,4 4 3-16,2 6-7 16,2 5 10-16,0 10-6 15,0 10-47-15,22 8-43 16,7 2-24-16,-3-1-91 15</inkml:trace>
  <inkml:trace contextRef="#ctx0" brushRef="#br0" timeOffset="-202083.73">29346 7459 512 0,'-11'-7'64'0,"2"-2"-20"16,5 6-2-16,2-1 0 15,0 2-10-15,0 2-14 16,2 0-16-16,0 8-13 16,0 22 19-16,2 17-4 15,10 13 10-15,2 12 10 16,-2 5-10-16,2 1 11 16,-8-3-18-16,2-3 1 15,-6-8-2-15,-2-5-5 16,0-6 5-16,0-7-7 15,-12-5-1-15,-12-6 13 16,-4-6-12-16,-6-12 5 16,-7-3-5-16,-5-7-2 15,-1-7 16-15,2 0-21 16,2-9 3-16,9-20 6 16,10-10-7-16,6-3 10 15,14-7-11-15,4 5 1 16,2 3 12-16,22 8-12 0,10 8 2 15,3 11 3 1,6 9-8-16,2 5 19 0,-1 0-17 16,-4 0-29-1,-1 15-19-15,-7 4-22 16,-4-3-27-16,-6-3-29 0,0-7-22 16</inkml:trace>
  <inkml:trace contextRef="#ctx0" brushRef="#br0" timeOffset="-201929.65">29447 7999 291 0,'0'0'152'15,"0"0"-73"-15,0 0-13 16,19-108-23-16,-12 95 1 16,-1 9-7-16,5 4-39 15,0 0-4-15,3 12 6 16,2 9-3-16,-2 5 10 16,-2 5-23-16,-6 0-63 15,-4-2-35-15,-2-2-95 16</inkml:trace>
  <inkml:trace contextRef="#ctx0" brushRef="#br0" timeOffset="-201302.84">29963 7668 381 0,'0'0'37'0,"0"0"-13"15,0 0 6-15,0 0 0 16,0 0-28-16,-99 21 3 16,82-5 3-16,4-3-6 15,7-3 7-15,3-4-4 16,3-2-7-16,0-2 6 16,3-2-4-16,14 0 18 15,4 2 8-15,3 3-14 16,3 5 6-16,2 2-15 15,-6 7-2-15,-3 0-1 16,-3 3-1-16,-10 2 14 16,-7-3-18-16,0-1 6 15,0-3 9-15,-18 1 7 16,-3-2-7-16,2-4-8 16,1-5-5-16,4-3 0 15,0-4-73-15,8 0-71 16,2-23-284-16</inkml:trace>
  <inkml:trace contextRef="#ctx0" brushRef="#br0" timeOffset="-201065.59">30176 7291 589 0,'0'0'2'0,"0"0"9"15,0 100 4-15,0-44 8 16,0 6-14-16,0 3 1 16,0-4 4-16,13-1-11 15,0-9 2-15,2-11-6 16,-2-8-8-16,4-12-28 16,-9-5-58-16,-3-11-78 15,-5-4-77-15</inkml:trace>
  <inkml:trace contextRef="#ctx0" brushRef="#br0" timeOffset="-200650.81">30004 7807 395 0,'0'0'15'15,"0"0"-12"-15,0 0 15 16,153-115 8-16,-104 80-15 15,-6 2 12-15,-9 6-25 16,-6 5 7-16,-10 4 10 16,-8 10 20-16,-5 1-8 15,-5 7-6-15,0 0-15 16,0 19 2-16,-13 6-1 0,-2 5 10 16,0 1-13-16,2-4-7 15,6-8 14-15,3-4-15 16,4-5 1-16,0-6 4 15,0-4-5-15,6 0 5 16,14-5 4-16,2-15 17 16,3-3 1-16,1 0-19 15,0 0 4-15,-2 5-3 16,-8 7-14-16,4 9 22 16,-4 2-21-16,-4 0 8 15,1 7 3-15,-2 13-5 16,0 1-18-16,-3-3-58 15,1-3-120-15,-1-7-203 16</inkml:trace>
  <inkml:trace contextRef="#ctx0" brushRef="#br0" timeOffset="-199852.98">30701 7569 533 0,'0'0'72'15,"0"0"-60"-15,0 0-15 16,0 0 14-16,0 0 6 16,-6 66-19-16,6-50 4 15,0-3-2-15,0-5-10 16,4-4 14-16,2-4-16 0,-1 0-3 16,3 0 7-16,1-6 21 15,0-10-6 1,-1 1 11-16,-2 0-10 0,1 1 3 15,-2 7-6-15,-1 3 4 16,-2 4-11-16,2 0-5 16,0 1 19-16,3 17-13 15,0-1 5-15,5 1 1 16,2-3-10-16,4-7 9 16,6-8-27-16,2 0-1 15,4-6-13-15,-4-15 14 16,-1-4 6-16,-5 0 9 15,-6 1 2-15,-6 6 13 16,-4 8-3-16,-4-1 13 16,0 7-2-16,0 4 17 15,0 0-4-15,-2 10-32 16,-8 8 11-16,0 3 3 16,2 2-7-16,6-3 5 15,2-5-11-15,0-3-1 16,0-5 6-16,6-2-8 15,4-2-11-15,6-3-19 16,-4 0-7-16,2 0 25 16,-4 0-3-16,-1-2 21 15,0-2 0-15,-3 1-3 16,-2-3 25-16,3-2-1 16,4-2 13-16,4-1-6 15,2-5-16-15,2-2 3 16,5 2-9-16,-2-2-4 0,-1 0 12 15,-4 3-16 1,-6 0 6-16,-2 3 1 16,-7 0-5-16,-2 5 18 15,0-3-14-15,0 8 1 0,-9 2-2 16,-10 0-5-16,-1 12 8 16,-2 12-11-16,6 4 3 15,0 8 6-15,8-5-6 16,8 0 5-16,0-3-5 15,0-1-3-15,10-8 16 16,10-1-23-16,4-9-20 16,4-7-8-16,4-2-30 15,-4 0-51-15,-2-17-56 16</inkml:trace>
  <inkml:trace contextRef="#ctx0" brushRef="#br0" timeOffset="-191570.11">23544 10897 248 0,'-47'67'-23'0,"13"-12"-11"15,8-8 32-15,12-15-41 16,8-12 18-16,6-16 23 16,0-4-39-16,16-21 45 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22T02:37:10.3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10612 2224 512 0,'0'0'10'0,"0"0"-26"0,0 0 1 16,0 0 29-16,62 14 7 15,-28-3 12-15,7 5 28 16,2-1-33-16,9 5 6 15,6 1-13-15,6-2-11 16,9-3 12-16,9-5-10 16,7-3 1-16,7-8 12 15,10 0-6-15,1 0 3 16,3-15-11-16,-7-7-5 16,-8-1 2-16,-9 0-6 15,-19 4 5-15,-15 1-7 16,-20 2-1-16,-13 4 8 15,-15-1-5-15,-4 0 8 16,0-5-4-16,-27 1-15 16,-11-3 4-16,-10 1-25 15,-13 2 1-15,-5-1 9 16,-2 5-6-16,4 1 11 16,9 2-6-16,7 3 21 15,16 1 2-15,12 2 0 16,12 2 5-16,5 2-14 15,3 0-4-15,0 0 4 16,9 0 3-16,15 2-1 16,8 8 2-16,12-4 4 15,6-2 8-15,9-4-10 16,7 0 8-16,8 0 2 16,-1 0-12-16,5-16 14 15,-6 0-16-15,-1 1 9 16,0 0-1-16,-6-3 1 0,0-4 10 15,-7 5-10 1,-5 0 0-16,-7 1-1 0,-12 4-1 16,-8 1 5-16,-11 3-9 15,-4 5 0-15,-9 0 5 16,-2 2-5-16,2 1 8 16,0 0-8-16,2 0-3 15,7-1 8-15,2-2-5 16,8 0 3-16,9-5-1 15,10-6-3-15,7-6 12 16,11-1-11-16,6-6 4 16,7-2-4-16,5 0-1 15,1 2 11-15,1 3-12 16,-1 4 4-16,-2 2 1 16,-4 5-4-16,-8 1 13 15,-5 2-16-15,-8 7 4 16,-14-2 4-16,-8 4-3 15,-9 1 4-15,-6 0-7 16,-6 0-6-16,-5 0 13 16,-2 0-6-16,2 0 6 15,0 0-1-15,0 0-8 16,2 0 16-16,7 0-17 16,-2 0 8-16,8 0-2 15,6 0-4-15,5 0 16 16,5 0-13-16,4 0 3 15,4 0 1-15,1 1-1 16,2 2 7-16,-4-1-11 16,-1 1 3-16,0 0 4 0,-4 2-5 15,-7-2 5 1,-5 2-8-16,-4-2 4 0,-4 1 2 16,-4-2-3-16,-4 2-2 15,-3-3 1-15,-2-1-3 16,-2 3 9-16,0-3-8 15,0 0 3-15,0 0 0 16,0 0-10-16,0 0 9 16,0 2-24-16,0 2-33 15,4 4-31-15,-4-5-49 16</inkml:trace>
  <inkml:trace contextRef="#ctx0" brushRef="#br0" timeOffset="2091.41">15769 2157 304 0,'0'0'16'0,"-45"-19"30"16,29 8 22-16,0 0-18 15,2 2 5-15,2-2-7 16,0 4-9-16,2-1-1 16,2 2-10-16,0 2-8 15,2 0 5-15,2 3-8 16,2 1 4-16,0 0-17 16,2-3-6-16,0 3 4 15,0 0-13-15,0 0 3 16,12 0-3-16,6 0 8 15,8 3 15-15,8 2-12 16,3 3 3-16,1-2 0 16,8 0-13-16,3-2 21 15,11-1-13-15,12 0 11 16,11-3-6-16,17 0 6 16,7-5 7-16,7-10-11 15,3-3-1-15,-6 1-1 16,-5 3-1-16,-12 5 4 0,-10-1-8 15,-13 2-1-15,-13 5 10 16,-9-1-11-16,-12 0 7 16,-11 2-6-16,-7 2-2 15,-10 0 14-15,-3 0-11 16,-6 0-2-16,0 0 2 16,0 0 3-16,0 0 16 15,-6-6-16-15,-9 0 0 16,-4-5-2-16,-5 0-3 15,-7-1 14-15,-3 1-19 16,-11 2 7-16,-4 2 4 16,-3 2-6-16,5 1 5 15,4 2-5-15,8 2 2 16,12 0 9-16,9-1-9 16,14 1 6-16,0 0-22 15,22 0-3-15,19-2 30 16,13-1-10-16,10 2 3 15,14-1 4-15,5 2-11 16,8-3 11-16,6 1-14 16,2-1 13-16,2 0-4 15,-2-3-2-15,-2 0 11 16,-9 1-13-16,-12 3 3 16,-16-1 4-16,-17 1-5 15,-15 2 7-15,-16 0-11 16,-8 0-1-16,-4 0 4 15,0 0 3-15,-14 0 5 16,-16 0 0-16,-11-1-11 16,-7 1 15-16,-10 0-13 0,2 0 4 15,3 0-8-15,14 0 2 16,10 0 14-16,15 0-16 16,14 0 10-16,0 0-24 15,22 0-3-15,20 1 37 16,17 4-22-16,21-4 12 15,9-1-9-15,17 0 16 16,13-1-3-16,-1-13-15 16,0-2 9-16,-10 4 4 15,-14 2-3-15,-12 5 2 16,-19 1-8-16,-21 2 1 16,-16 0 11-16,-13 2-13 15,-13-2-8-15,0 0 2 16,-21-2 11-16,-21 4 14 15,-14 0-23-15,-14 0 4 16,-11 0-11-16,-6 0-16 16,7 0 22-16,14 8 6 15,16-2 5-15,22-2 1 16,24-1-2-16,4 1-22 16,21 2 22-16,22 0-1 15,11 0 8-15,6 1 2 16,7-1 3-16,-1 0-5 15,6-1 4-15,-7-4-1 16,-3 1-9-16,-15-2 4 16,-10 3-3-16,-12-3-7 15,-11 0 12-15,-10 0-15 16,-4 0 3-16,0 1 6 0,-11-1-1 16,-15 0 14-1,-8 1-15-15,-7 2-1 0,-2-3-2 16,-3 3-10-16,1 0-6 15,7 2-43-15,0 4-79 16,0-1-87-16</inkml:trace>
  <inkml:trace contextRef="#ctx0" brushRef="#br0" timeOffset="13874.74">24640 8744 305 0,'-15'-6'53'16,"-2"0"-3"-16,2 0-1 16,-3 1-18-16,6 0 16 15,-4 1-10-15,4 2-8 16,0-2 2-16,4 2-10 16,4 2 6-16,0 0-20 15,0 0 1-15,-4 0 7 16,2 0-11-16,-4 2 1 15,-2 18-7-15,-2 4 1 16,-2 9 8-16,6 2-8 16,-3 4 1-16,4 1 3 15,3 3-6-15,2-1 12 16,1-3-9-16,3 0 5 16,0-6-3-16,0-4-8 15,5-6 14-15,12-5-13 16,4-7 3-16,7-7 1 0,2-4 4 15,10 0 11 1,-4 0-7-16,7-10-1 0,-3-7 3 16,4-6-1-16,-1-4 8 15,0-2-6-15,-4-2 1 16,-3 0 6-16,-6-3-13 16,-6 4 1-16,-4-1-3 15,-8 0-4-15,-7-2 13 16,-5 0-13-16,0-2 3 15,0-2 2-15,-20 3-6 16,-1 3 13-16,-3 1-16 16,-4 7 7-16,0 6-1 15,0 5-1-15,-2 6 5 16,-5 6-14-16,1 0 8 16,-2 16 1-16,-1 12 3 15,5 6-5-15,0 5 3 16,6 2-1-16,6 1 6 15,6 1-8-15,4-3 5 16,4-3-3-16,4-4-4 16,2-5 13-16,0-6-14 15,0-6 3-15,6-4-4 16,10-7-7-16,5-3 13 16,3-2-3-16,8 0 3 15,4-15 7-15,2-8-9 16,0-4 16-16,-4-2-19 15,-4-3 9-15,-4 3 0 16,-11 0-2-16,-6 2 5 16,-9 0-9-16,0 2-1 15,0 6 11-15,-17 1-11 16,-5 5 5-16,-1 7-5 0,-3 6 0 16,0 0 6-16,4 6-7 15,0 20 5-15,6 11-2 16,3 6-3-16,4 7 16 15,5 1-16-15,4-1 4 16,0-6-7-16,0-7-1 16,10-6 10-16,6-8-10 15,-2-7 3-15,0-9 5 16,0-4-4-16,2-3 5 16,-1 0-4-16,4-20 1 15,-2-3 16-15,-2-7-15 16,-2-1 4-16,-2 0-2 15,-6-1-3-15,-3 0 10 16,-2 0-12-16,0 3 5 16,0 4-1-16,0 6-6 15,-2 5 18-15,-3 9-16 16,3 5 7-16,2 0-7 16,-4 15-3-16,1 12 11 15,3 2-4-15,-2 2 0 16,2 0 2-16,0-8-2 15,0-5 4-15,0-6-8 16,5-5 0-16,1-3 7 16,-1-4-10-16,1 0 7 15,0-4 2-15,1-9-1 16,-3-5 10-16,-1-6-13 16,-3 4 5-16,0-2-3 0,0 5-3 15,0-1 13 1,-10 2-14-16,-2 5 4 15,1 6 0-15,-4 5-6 0,0 0 14 16,-3 5-14 0,0 16 6-16,-2 4 2 0,-2 4-2 15,3 0 6-15,4 1-8 16,0-7 0-16,4-1 8 16,0-4-6-16,7-6 2 15,2-5-3-15,0-1-4 16,2-1-12-16,0-4-21 15,0-1 18-15,0 0 0 16,0 0-11-16,0 0-2 16,2 0-35-16,4-6-10 15,1 3-30-15,-1-1-97 16</inkml:trace>
  <inkml:trace contextRef="#ctx0" brushRef="#br0" timeOffset="17217.41">25374 9769 591 0,'-4'-16'62'0,"-10"5"-1"15,4 3-33-15,1-4-7 16,2 7 0-16,-1-1-7 16,6 0 4-16,0 2-21 15,2 2-1-15,0 2 2 16,0 0 0-16,0 0-1 0,0 0-31 16,0 0-2-1,0 0 5-15,0 0-31 0,0 2-16 16,0 4-17-16,0-2 3 15,0 2-2-15,-5-3-79 16</inkml:trace>
  <inkml:trace contextRef="#ctx0" brushRef="#br0" timeOffset="19090.64">27932 6344 555 0,'0'0'42'16,"0"0"8"-16,-64-12-8 16,40 11-9-16,2 1 7 15,-1 0-8-15,-3 0-4 16,-2 15-7-16,-2 14-12 16,-5 7 14-16,-3 12-11 15,-4 6 1-15,2 7 0 16,1 7-2-16,4 0 7 15,3 3-18-15,11-1 6 16,3 2 4-16,8-1-6 16,6-4 10-16,4-6-11 15,0-3 0-15,6-7 6 16,16-3-10-16,3-8 4 16,12-5-1-16,6-7-5 15,5-9 19-15,5-9-19 16,5-8 11-16,6-2-2 15,3-5-7-15,0-14 19 0,2-6-19 16,-2-4 6 0,-5-2-4-16,-8-4-1 15,-5-2 10-15,-12 1-14 0,-9-5 2 16,-7-3 5 0,-17-7-3-16,-4-3 6 15,0-6-10-15,-12-4 1 16,-12-2 9-16,-4 4-10 0,-2 0 5 15,2 6-5-15,0 6-3 16,1 6 16-16,-4 6-15 16,-6 6 6-16,1 7-2 15,-3 7-6-15,-1 6 15 16,-2 9-17-16,6 3 13 16,5 0-6-16,1 15-5 15,9 12 6-15,4 3-48 16,3 6-13-16,12-1-16 15,2-2-29-15,5-8-38 16,18-8-150-16</inkml:trace>
  <inkml:trace contextRef="#ctx0" brushRef="#br0" timeOffset="19656.56">28165 6542 515 0,'0'0'55'16,"0"0"-2"-16,0 0-12 16,0 0 6-16,-54-82-18 15,50 61-2-15,-2-8-14 16,6-6-2-16,0-6 25 16,0-5-24-16,12-10-6 15,7-9 12-15,11-4-4 16,5-1-2-16,8 1-6 15,9-4 1-15,10 3 6 16,11 1-7-16,7 2 8 16,5-2-4-16,6 6-3 15,-1 7 11-15,-4 10-15 16,-10 5 1-16,-9 12-1 16,-14 6-6-16,-10 9 19 15,-10 9-19-15,-10-1 6 16,-4 6 0-16,-7-5-6 15,-4 5 12-15,-6 0-14 16,-2 0 4-16,0 0 2 16,0 0-24-16,0 0-24 15,0 0-28-15,0 8-9 16,4 0 14-16,-4 4-42 16,0 1-45-16,0 1-49 15</inkml:trace>
  <inkml:trace contextRef="#ctx0" brushRef="#br0" timeOffset="20157.07">28752 5443 375 0,'0'0'55'16,"0"0"-17"-16,0 0 4 16,0 0 21-16,0 0-31 15,51-57-3-15,-19 45-11 16,6-3 25-16,4 1-27 16,5-3 10-16,-1-1-1 15,1 0-5-15,0 4 9 16,-4 0-17-16,-9 4-2 15,-3 3 1-15,-10 4-4 16,-3 3 2-16,-10 0-12 16,-6 0-1-16,-2 9 4 15,0 10-1-15,-10 7 11 16,-16 5 1-16,-8 6-5 16,-10 2 1-16,-1 2 3 15,0-5-1-15,2 4-4 16,2-9-7-16,9-3 15 15,6-6-13-15,9-8-1 16,6-2-1-16,9-2-8 16,2-4-33-16,0-4-22 15,13-2-5-15,13 0 24 16,12 0-46-16,12-2-58 16,6-15-59-16</inkml:trace>
  <inkml:trace contextRef="#ctx0" brushRef="#br0" timeOffset="20740.64">29597 5130 314 0,'0'0'53'0,"0"0"9"15,0 0 5-15,0 0-6 16,-110 18-19-16,89 3-12 16,-1 2-9-16,1 6-12 15,0 6-5-15,1 4 10 16,2 0-1-16,4-5 1 16,3 3-4-16,4-2-11 15,5-4 9-15,2 2-13 16,0-3 4-16,0-4 4 15,14-1-6-15,4-6 7 16,6-1-12-16,6-9 9 16,5-5-3-16,4-4 6 15,6 0 5-15,3-7 1 16,1-15-2-16,-6 2 10 16,-2 1-12-16,-5-6 2 15,3-1-8-15,-7-2 6 16,-2-3 17-16,0-6-20 15,-4-5 1-15,-4-1-5 16,-12 3-1-16,-8-5 13 16,-2 1-16-16,0 1 7 15,-8 3-2-15,-12 5-1 0,0 3 9 16,-6 11-15 0,2 3 8-16,-4 7-2 0,-5 8 4 15,1 3-2-15,0 0-8 16,0 0 0-16,4 3 16 15,4 13-13-15,5 1 0 16,8 4-41-16,4 3-38 16,5 3-47-16,0 5-103 15</inkml:trace>
  <inkml:trace contextRef="#ctx0" brushRef="#br0" timeOffset="21274.07">29959 5339 421 0,'0'0'7'0,"0"0"10"15,0 0 17-15,111-29-3 16,-67 23 2-16,7 3-2 16,7 3 2-16,7 0-9 15,6 3-7-15,2 15 7 0,3 7-6 16,-1 6 4-16,0 5-15 15,3 7 4-15,-4 6 9 16,0 5-9 0,-3 3 7-16,-5 6-1 0,-7 1 5 15,-7-2 6-15,-6-1-16 16,-8-5-3-16,-8-5-1 16,-7-10 0-16,-3-4 11 15,-6-8-17-15,-5-6 7 16,0-8-3-16,-7-5-6 15,0-4 6-15,0-2-9 16,0-4 1-16,-2 0 4 16,0 0-11-16,0 0-11 15,0 0-11-15,0-16-27 16,0-3-45-16,-14-8-105 16,-8-6-145-16</inkml:trace>
  <inkml:trace contextRef="#ctx0" brushRef="#br0" timeOffset="21690.66">31058 5941 307 0,'0'0'19'16,"0"0"57"-16,0 0 5 15,0 0-49-15,128 105 31 16,-96-76-26-16,-2 0-5 0,0 1 8 16,-2-10-27-1,-1-1 0-15,-3-3 3 0,-2-5-14 16,-5-1 12-16,-6-9-11 16,-3 4 3-16,-1-5-3 15,2 0 2-15,-1 0 15 16,3-19-4-16,2-9 2 15,0-7-10-15,-3-13-5 16,-3-6 2-16,-7-2-7 16,0-3-4-16,0 8 9 15,0 7-9-15,0 10 7 16,-2 11-3-16,-1 11-11 16,3 12-6-16,0 0-37 15,0 12-18-15,0 17 22 16,3 12-38-16,-3 5-76 15</inkml:trace>
  <inkml:trace contextRef="#ctx0" brushRef="#br0" timeOffset="21985.12">31391 6172 419 0,'0'0'73'0,"0"0"-63"16,0 0-3-16,0 0-19 16,0 0-67-16,-4-28-97 15</inkml:trace>
  <inkml:trace contextRef="#ctx0" brushRef="#br0" timeOffset="22490.72">31391 6172 484 0,'-20'-11'51'16,"2"10"1"-16,-6 1-10 16,-2 0-25-16,-6 21 13 15,-5 14-2-15,1 13-15 16,-4 15 7-16,0 8-7 15,8 4 3-15,0 7 3 16,9-1-7-16,3-1 11 16,10-5-14-16,4-3 8 15,6-8-8-15,0-5-3 16,10-11 2-16,14-10-13 16,5-9 9-16,8-10 5 15,8-11-4-15,7-8 5 16,6 0-4-16,7-25-3 0,1-11 9 15,-4-3-11 1,-5-8 2-16,-9-7-3 16,-8-5-4-16,-12-5 15 0,-9-5-14 15,-8-9 2 1,-9-1-3-16,-2-2-6 0,0 6 12 16,-17 6-12-16,-7 13 8 15,1 12 0-15,-1 14-1 16,4 17 1-16,-2 12-20 15,1 1-20-15,0 23-24 16,-5 19-13-16,-7 6-18 16,-5 12-85-16</inkml:trace>
  <inkml:trace contextRef="#ctx0" brushRef="#br0" timeOffset="23474.08">31160 6786 418 0,'0'0'57'16,"0"0"-27"-16,0 0 2 15,0 0 18-15,0 0-5 16,-22-20-17-16,7 33-33 16,-2 18 8-16,-7 10-3 15,-9 8-1-15,1 3 14 16,-6 6 1-16,-3-1 2 0,-5 4 0 16,0-3-7-16,-4-2 12 15,0 1-17-15,-3-3 4 16,-3-4-1-16,-2-1 3 15,-1-7 3-15,-1-1-5 16,-4-7-6-16,-1-3 8 16,1-3-10-16,1-7 4 15,1-2 1-15,2-5-6 16,-3-3 11-16,3-1-13 16,0-2 5-16,-3-2 0 15,1-1-4-15,-5 1 16 16,0 0-15-16,0-4 8 15,-1 2 0-15,1-2-3 16,-1-1 14-16,-2-1-18 16,6 0 7-16,-1 0 5 15,3 0-2-15,6 0 1 16,3 0-9-16,1-3 2 16,4-3 9-16,5 0-10 15,1 0 3-15,0 1-4 16,6-1-3-16,-1-2 16 15,5 2-18-15,2 1 7 16,6-4-1-16,2 6-6 16,8-3 14-16,5 0-16 15,0 2 7-15,7 0-3 16,2 1-2-16,0-1 9 16,0 0-20-16,0 0-16 15,0-2-14-15,0 2 13 16,0 2 4-16,0-3 0 0,2 1 7 15,-2 2 22 1,0-4-2-16,0 0 4 0,0 0-4 16,0-4-2-16,-2 2 26 15,-7-3-7-15,-1 2 2 16,-6-3-4-16,4 0-2 16,-4 1 5-16,2 1-16 15,0 0 8-15,4 3-3 16,2 2-1-16,1 2 8 15,4-1-17-15,3 4 3 16,0-2 1-16,0 2-1 16,0-2 4-16,0 2-7 15,-2-2-1-15,-4-2 11 16,0 0-9-16,-3 1 3 16,5-1-4-16,-3 0-2 15,1 0 14-15,4 4-16 16,0-2 2-16,2 2-14 15,0 0-22-15,0 0-21 16,4 0-41-16,13 8-2 16,6 4-105-16</inkml:trace>
  <inkml:trace contextRef="#ctx0" brushRef="#br0" timeOffset="24056.76">28745 7376 434 0,'0'0'59'0,"0"0"5"15,0 0-8-15,-39-54 0 16,18 43-8-16,-2 4-19 15,-3 3-6-15,-7 3-5 16,-1 1-10-16,-5 0 7 16,-2 0-3-16,-6 7-14 15,4 4 7-15,2 0-5 16,7-4-4-16,8-1 12 16,6-3-12-16,10 0 10 15,3-3 1-15,7 0 6 16,0 0 13-16,0 0-22 15,0 0 8-15,0 0-3 16,0 0-7-16,0 0 7 16,0 0-15-16,0 0 2 15,3 11 3-15,7 16-2 16,6 16 10-16,0 11-2 16,2 11 1-16,-4 4 10 15,2-2 8-15,-3-4 1 16,2-9-4-16,-2-7-11 15,-1-12 9-15,2-4-13 16,-2-9-2-16,-3-4 0 16,0-5-9-16,-1-5 17 15,-2-2-16-15,2-3 3 16,0 0-7-16,0-3-33 16,3 0-1-16,-2 0-23 15,-1 0-17-15,-4-12-3 16,-4-2-26-16,0-1-103 15</inkml:trace>
  <inkml:trace contextRef="#ctx0" brushRef="#br0" timeOffset="40739.67">27824 6909 274 0,'-4'-6'31'0,"0"3"-9"15,1 0 16-15,1 0-4 16,-2 1-7-16,0 2-7 16,4-2-8-16,-2 0 8 15,2 2-7-15,-2-2 5 16,2 2-4-16,0 0-5 15,0 0 9-15,0 0-13 16,0 0-8-16,0 0-1 16,0 0-3-16,0 0 10 15,0 0 0-15,2 0-4 16,2 6 4-16,2-1-1 16,-1 1 4-16,-1 0-3 15,0-2-3-15,-1-2 6 0,-1 0-7 16,-2-2 5-16,0 0-1 15,2 0-3-15,0 0 13 16,-2 0-12-16,0 0 9 16,0 0 10-16,0 0 10 15,0 0 6-15,0-2-22 16,0-10-12-16,0-1 1 16,0-3 0-16,0-1 5 15,0-1-6-15,0-1-2 16,0 2 6-16,0 0-5 15,0 6 4-15,0 3-5 16,0 2-3-16,0 4 12 16,9 2-12-16,3 0 3 15,4 0 1-15,0 0-6 16,2 0 14-16,0 7-13 16,-4 2 5-16,2 1 0 15,-2-3-3-15,0-1 9 16,-4 0-12-16,1 0 5 15,-3-6 1-15,-1 0 0 16,-3 0 1-16,1 0-4 16,-3 0-1-16,-2-6 9 15,0-6-7-15,0-2 6 16,0-4-9-16,0-4 2 16,0 1 10-16,-2-4-11 15,-3 2 4-15,3 0-2 16,0 5-4-16,2 5 11 15,0 3-13-15,0 7 7 16,0-2-1-16,6 5-4 16,7 0 11-16,5 0-7 15,-2 0 2-15,4 0-1 0,-2 6 1 16,-4 0 2-16,2 2-4 16,-4-3-2-1,-3 1 9-15,0-3-9 0,-1-2 4 16,-2-1 1-16,3 0-8 15,0 0 16-15,-1-11-14 16,-1-5 4-16,1-1 0 16,-1-7-6-16,-5-4 14 15,3-7-13-15,-3-5 6 16,2 1-3-16,0-2 0 16,0 2 10-16,5 10-14 15,0 8 5-15,1 5 1 16,2 8-3-16,0 8 5 15,1 0-2-15,0 0-4 16,2 12 10-16,0 7-10 16,-2 3 4-16,0-3-3 15,0 4-1-15,-5-9 12 16,1-3-11-16,-2-1 5 16,-3-8-3-16,-2 2-2 15,0-4 11-15,0 0-9 16,-2 0 6-16,0-12-4 15,0-9-1-15,0-8 5 16,0-8-9-16,0-5 2 16,0-10 2-16,0 5-3 15,0 0 6-15,4 5-7 16,0 11 1-16,4 9 10 16,0 9-14-16,0 5 7 15,4 8-3-15,-4 0-2 0,4 0 15 16,4 8-16-1,-1 10 7-15,0 1 0 0,-2 0-4 16,0 2 10-16,-5-4-11 16,-1-4 5-16,-1-7 0 15,-4 0-2-15,0-3 5 16,-2-3-5-16,0 0 2 16,2 0 5-16,3-20-3 15,-1-5-1-15,5-9-5 16,-1-11-1-16,6-1 10 15,-2-4-9-15,4 6 2 16,-2 6 0-16,2 5-8 16,-4 9 21-16,-1 9-18 15,0 10 3-15,-3 0 0 16,3 5-1-16,0 0 9 16,0 0-7-16,-1 12 0 15,-1 1 0-15,0 1-3 16,-5-2 9-16,0 0-8 15,-2-6 1-15,0 0 7 16,-2-5-5-16,2 1 6 16,1 1-5-16,-3-3-2 15,3 0 9-15,-1 0-7 16,4-17 1-16,0-2-3 16,4-4-1-16,6-4 12 15,2 2-15-15,5-3 8 16,3 3-8-16,4 0 6 15,2 2 7-15,-2 2-11 16,0 1 3-16,-4 5 3 16,-4 0-3-16,-3 4 5 15,1-6-6-15,-2 2-1 0,2-3 9 16,4-3-8-16,-2-2 4 16,-1 0-2-16,-2-1-3 15,3 3 9-15,-3 0-9 16,-2-1 3-16,-2 4-1 15,1 4-4-15,-6 2 18 16,-2 5-20-16,2 1 6 16,-2 0 3-16,0 1-7 15,4 3 12-15,-4-3-9 16,2 4 0-16,-3-2 2 16,0 0 1-16,-1 3 2 15,0-3-6-15,-3 1 1 16,1 2 10-16,-2-1-7 15,0 1 1-15,-2 0-1 16,0 0-3-16,0 0 9 16,0 0-11-16,0 0 5 15,0 0-4-15,0 0-4 16,0 0 14-16,0 0-13 16,0 0 6-16,0 0 0 15,0 0-1-15,2 0 8 16,1 0-11-16,1 0 2 15,-2 0 4-15,2 0-2 16,5 0 3-16,2 0-5 16,2 0-3-16,6 0 15 15,0-9-10-15,7-2 3 16,-2-7-3-16,2 1-5 16,6 0 15-16,-4-4-14 0,2 1 6 15,-1 3-3 1,-5 1-4-16,-2 3 16 15,-4 1-18-15,-6 6 8 0,-1 6-2 16,-4 0-1-16,-1 0 3 16,1 2-7-16,-1 14 4 15,-4 1 3-15,0 4-5 16,-2 1 7-16,0 1-8 16,0 0 4-16,0-2-1 15,0-1 6-15,-2-1-3 16,-2-3 1-16,4-2-6 15,0-3 11-15,0-2-13 16,0-3 4-16,8-1 0 16,16-5-8-16,8 0 20 15,14-5-10-15,10-14 1 16,9-6 3-16,3-3-4 16,1-1 4-16,-3 4-4 15,-8 4-1-15,-6 0 3 16,-11 5-2-16,-9 5 4 15,-10 3-9-15,-7 6 3 16,-6 2 6-16,-7 0-14 16,-2 15 6-16,0 11 2 15,-2 5-1-15,-14 4 16 16,0 0-20-16,0 2 10 16,4-5-4-16,-2-3-2 15,6-2 14-15,2-5-17 16,1-5 7-16,5-5-3 15,0-3-1-15,0-3-1 16,11-6-1-16,11 0-4 0,8 0 17 16,0 0-4-16,2-6-1 15,2-3-3-15,-1-3-5 16,-3 0 14-16,-2 5-14 16,-4-1 8-1,-8 4-4-15,-2 0-3 0,-6 4 13 16,-8 0-16-16,0 4 1 15,0 15-1-15,-2 8 6 16,-15 6 4-16,-2 2-3 16,3 0 4-16,2 1-2 15,4-10-1-15,6-2 1 16,4-5-7-16,0-8-1 16,0 1 10-16,4-6-10 15,12-3 5-15,5 0 3 16,5-3-3-16,4 0 10 15,-2 0-11-15,0 0 4 16,-2-4-2-16,-2-1-2 16,-3 4 12-16,-4 1-14 15,1 0 4-15,-8 0 0 16,-1 0-3-16,-5 0 9 16,-4 4-17-16,0 7 6 15,0 7 4-15,-4-3 0 16,-5 2 7-16,3-3-11 15,4-2 4-15,2-3 4 16,0-5-12-16,2 0 8 16,17-2-2-16,3-2-2 15,6 0 18-15,0 0-14 16,0 0 2-16,-2 0 3 0,-7 0-9 16,-2 0 15-16,-6 0-14 15,-5 0 4 1,-4 0 0-16,-2 0-3 0,0 12 4 15,0 5-11-15,-2 2 9 16,-8 5 2-16,-1-5 2 16,0-1 4-16,2-5-10 15,5-3-1-15,4-5 7 16,0-1-7-16,0-2 3 16,0-2-2-16,2 0-5 15,15 0 16-15,3 0-10 16,4 0 3-16,2 0 1 15,0 0-5-15,-1 0 9 16,0 0-10-16,-3 0 6 16,-2 3 0-16,-5 4-2 15,-5 5 3-15,-3-1-8 16,-7 5 1-16,0 3 2 16,-7 2-2-16,-14 2 9 15,-3 5-5-15,-4-3-4 16,0 2 13-16,4-3-12 15,8-5 2-15,2 0 2 16,6-4-4-16,4-1 9 16,4-3-12-16,0-1 6 15,0 2-3-15,4-5-1 16,11 3 11-16,-2 2-12 16,1 1 2-16,4 3 7 15,-2 3-3-15,-4 4 0 16,1 5-1-16,-2 3-1 15,-3-1 4-15,-3 3-5 16,-3 2 4-16,-2-1-2 0,0 2-7 16,-2 1 14-16,-15 4-10 15,-7-1 2-15,-6 3 0 16,-2 0-5-16,-5-4 12 16,0 3-12-16,3-5 7 15,5-8-3-15,7-6 0 16,4-6 9-16,8-5-12 15,2-7 4-15,6-1-1 16,2-2 0-16,0 1 4 16,0 0-9-16,0 0 5 15,0 3 4-15,10 1-2 16,0 0 1-16,0 5 0 16,2 0-5-16,0 6 14 15,0-2-15-15,-2 4 9 16,-4-1-6-16,1 3-1 15,-7 1 12-15,0-4-13 16,0 2 5-16,0-3-1 16,-15-1 0-16,-1 1 6 15,-2-4-11-15,-4-1 1 16,0-1 6-16,1 0-2 16,-1-4 4-16,1 0-6 15,2-2-2-15,3-3 10 16,4-3-8-16,0 0 3 15,4-9-1-15,2-4-5 16,2-5 12-16,2 5-11 16,2 1 4-16,0 6-3 0,0 6-4 15,0 0 8 1,0 10-3-16,0 20 4 0,2 6 1 16,0 9-1-16,-2 3 5 15,0 0-7-15,0-1 11 16,-2-7-2-16,-10-1-1 15,-2-8 1-15,-4-4-9 16,3-6-3-16,-2-5 11 16,-2-4-8-16,-3-8 3 15,0-2-2-15,-4-2-3 16,0 0 9-16,-1-8-9 16,-3-12 3-16,2-4-1 15,0-1-3-15,4 2 8 16,2 4-19-16,8 4 12 15,2 5 3-15,6 8-1 16,2 2 4-16,2 0-15 16,0 15 8-16,-2 7 8 15,-3 3-6-15,0-1 4 16,-3-3-4-16,-1-2-3 16,2-5 11-16,-3-4-10 15,-1-3 2-15,-5-1 0 16,2-3-1-16,-4-3 11 15,-2 0-14-15,-2 0 7 16,3 0-2-16,0-7-1 16,-1-11 6-16,1-5-9 15,1-4-1-15,-2-3 4 16,6-4-4-16,0 6 9 16,6 2-8-16,2 10 1 15,2 3 6-15,4 9-5 16,2 4 6-16,0 0-7 15,0 4-1-15,-2 14 13 0,-2 3-9 16,-2 3 3-16,-3-4-1 16,-2 2-5-16,-4-3 15 15,-4-1-15-15,-5-1 9 16,3-5-6-16,-5 1-1 16,2-3 5-16,2-4-9 15,6-3 5-15,0-3 1 16,4 0-1-16,-1 0 3 15,4-6-6-15,-2-7-4 16,3 0 12-16,-1 1-10 16,0 0 6-16,3 4-1 15,0 5-5-15,-6 3 11 16,-2 0-14-16,-4 0 7 16,-5 9-1-16,-1 5 0 15,-2 5 9-15,-2-1-10 16,2-1 3-16,3-3-1 15,2-1 0-15,1-1 6 16,0-4-8-16,8-1 2 16,1-1 5-16,0 0-4 15,5-2 2-15,-5-2-4 16,0 2-3-16,-4-2 11 16,-7 2-9-16,-6 1 3 15,-6 8-1-15,-6-2-3 16,-6 1 12-16,1 1-12 15,-1 1 6-15,4-3-3 16,7-2 0-16,5-3 9 16,4 0-10-16,10-1 2 15,4-5 2-15,6 0 1 0,4 0 6 16,2 0-9-16,0-4-4 16,6-9 9-16,8-6-5 15,2-2 0-15,0 2 2 16,-6 2-5-16,-3 5 13 15,-3 0-13-15,-4 4 4 16,0 4 0-16,0 0-6 16,-4 3 15-16,-20 1-16 15,-6 0 7-15,-11 5-3 16,-6 10-1-16,-7 6 10 16,-2-3-10-16,2 3 1 15,3 0 4-15,5-8-2 16,10 0 5-16,10-6-8 15,9-5 1-15,8 1 8 16,9-3-7-16,0 0-4 16,4-10 1-16,12-5 3 15,3-7 10-15,2 0-11 16,1-6 3-16,-2-1-1 16,-6 0-1-16,-3-4 9 15,-6-2-13-15,-5 0 7 16,0 1-1-16,0 4-3 15,-16 5 4-15,-5 5-7 16,0 5 2-16,-5 10 1 16,-7 3-1-16,1 2 7 15,-2 0-8-15,-1 2-1 16,2 5 13-16,6 1-11 16,6-2 6-16,3-4-6 15,7 0 0-15,7-2 14 16,4 0-13-16,0 0 3 0,0-8-4 15,0-7-5-15,0-3 15 16,11-1-15-16,-5-3 8 16,-2 3 1-1,-4 4-1-15,0-1 3 0,0 4-8 16,-8 3 2-16,-16 3 3 16,-3 3-5-16,-8 3 4 15,-2 0-2-15,-3 0-1 16,1 0 11-16,5 0-12 15,4 0 5-15,4 0 0 16,4 0-4-16,4 0 13 16,8-1-12-16,-1-7 5 15,2 0-3-15,3-1 0 16,0-4 8-16,1 1-12 16,3-7 4-16,-2-3 2 15,4-6-1-15,-4-4 5 16,-1-3-9-16,-3-2 1 15,-3 3 9-15,-4 3-10 16,-2 3 2-16,-3 9 1 16,0 4-3-16,2 3 11 15,-2 2-11-15,5 4 6 16,2 2-2-16,5-1-4 16,1 1 14-16,3 1-15 15,2 0 7-15,2-3-4 16,0-5-1-16,0-3 8 15,0-1-9-15,8-2 4 16,-1 1 0-16,-5 0 3 16,0 5 2-16,-2-1-8 15,0 4 1-15,0 3 9 0,0 1-10 16,-4-2 9 0,-7 6-5-16,0 0-5 15,-2 0 11-15,5 0-11 0,-3 0 1 16,4 0 4-16,5 0-4 15,-2 0 8-15,4 0-11 16,0 0 3-16,0 0 0 16,8 0-1-16,10-14 10 15,3-2-4-15,-1-1 1 16,-1-1 2-16,-4 5-4 16,-4 4 2-16,-4 3-4 15,-5 5-3-15,-2-2 12 16,0 3-13-16,0 0 8 15,0 0-6-15,0 3-5 16,0 11 18-16,-9 5-13 16,-2 3 5-16,1 2-1 15,3-3-4-15,3-6 11 16,1-5-14-16,3-2 4 16,0-4 0-16,0-4-1 15,0 0 3-15,0 0-9 16,14-3 4-16,0-10 18 15,4-3-9-15,-2-3 0 16,0 0-5-16,-8 2 1 16,-1 2 8-16,-4 5-11 15,-1 1 6-15,-2 1-3 16,0 4-5-16,0 4 17 0,0 0-17 16,0 0-1-1,0 21 2-15,-2 1 6 0,-6 7 6 16,2 6-13-1,6-6 4-15,0-1 1 0,0-7 1 16,0-6 3-16,0-3-9 16,0-5 0-16,11-7 8 15,-4 0-7-15,1 0 4 16,-2-1 7-16,3-15-7 16,-4-1 13-16,-5-4-12 15,0-1 18-15,0-5-6 16,0-4 2-16,-12-6 21 15,-4-1-27-15,-6 1-4 16,-2-1-4-16,7 6 8 16,0 11 17-16,4 5-7 15,6 10-12-15,1 6 0 16,2 0-17-16,-3 24 7 16,3 11 6-16,0 7-5 15,-1 4 10-15,5 2-12 16,0-4 5-16,0-6-1 15,3-3-6-15,9-10 15 16,3-3-18-16,3-9 9 16,1-3-1-16,2-10-5 15,1 0 15-15,0 0-10 16,-1-16 8-16,-4-5-4 16,-4-4-3-16,-8-4 6 15,-5-4-8-15,0-4 1 16,-16-2 7-16,-7 4-10 15,0 1 2-15,3 10 0 16,2 7-3-16,8 8 13 0,-1 9-17 16,0 0 2-1,-1 26 3-15,1 10 4 0,2 3 11 16,3 7-16-16,3-6 4 16,3-3 0-16,0-8 0 15,0-8 6-15,7-3-11 16,1-7 3-16,3-5 2 15,-2-6-2-15,-1 0 11 16,1 0-6-16,-2-12 3 16,-3-5 9-16,-2-6-2 15,-2-6 10-15,0-2-2 16,0-4-10-16,-8-3 6 16,-8 1-21-16,4 6 7 15,1 3 2-15,2 12-2 16,5 4 11-16,4 12-18 15,0 0-2-15,0 13-1 16,0 23 0-16,-2 11-23 16,-5 13-65-16,-10 6-81 15,-7 0-177-15</inkml:trace>
  <inkml:trace contextRef="#ctx0" brushRef="#br0" timeOffset="46472.93">23622 13970 541 0,'-20'-6'48'16,"2"6"12"-16,-2 0-3 15,3 0-21-15,-4 23-2 16,1 14 13-16,-1 13-2 15,3 10-1-15,1 8-22 16,4 0-5-16,3-4 9 16,0-5-19-16,4-9 5 15,0-6-9-15,4-8-5 16,0-5 13-16,0-5-16 16,2-9 10-16,-2-3-6 15,2-4-8-15,0-7-22 16,0 2-29-16,0-5-15 15,0-5 7-15,0-20 5 16,0-12-60-16,0-13-51 16,-5-9-199-16</inkml:trace>
  <inkml:trace contextRef="#ctx0" brushRef="#br0" timeOffset="46906.49">23355 13976 445 0,'0'0'57'0,"0"0"-33"16,0 0 16-16,0 0-9 16,0 0-11-16,34-53 8 15,-18 45-16-15,6 2 2 16,4 0 4-16,1 6-10 15,3 0 12-15,9 9-5 16,-2 20 2-16,-1 6-6 16,-1 5-2-16,1 6 10 15,-8 3-13-15,-2-2 10 16,-6-1 2-16,-10 0-6 16,-6 3 22-16,-4-2-22 15,0 3 3-15,-18-6 1 16,-8 3-8-16,-5-11 5 15,-1-2-8-15,2-8-6 16,6-4 14-16,2-6-22 16,4-7 8-16,-2 1-1 15,7-4-8-15,-2-3-16 16,9 0-41-16,3-3-17 16,3 0-6-16,3-22-107 15</inkml:trace>
  <inkml:trace contextRef="#ctx0" brushRef="#br0" timeOffset="47706.8">24127 13903 458 0,'0'0'74'16,"0"0"-37"-16,0 0-34 16,0 0 29-16,-34 127 25 15,22-63-23-15,-2 6-2 16,2-3-9-16,-1-3-6 16,6-10 13-16,-1-6-18 15,-1-11 3-15,5-7-2 16,2-13-6-16,0-4 7 15,0-7-17-15,2-6 4 16,-3 0 1-16,3 0-1 16,0-13 9-16,0-16-11 15,0-8-3-15,0-13 10 16,5-13-7-16,5-4 5 16,1 1-9-16,-2-1-6 15,1 6 7-15,-3 9-5 16,-1 13 8-16,-2 8 0 15,3 9-4-15,-2 9 14 16,-1 3-16-16,2 10 3 16,2 0-6-16,8 0 8 15,2 16 11-15,2 17-10 16,6 8 8-16,0 7 7 0,-2 6 4 16,-3 1 1-16,-1-5-12 15,-6-4-3 1,4-11 7-16,-8-4-10 0,4-8 3 15,-6-5-5-15,-2-5-6 16,-1-4 19-16,0-6-28 16,-5 0-8-16,0-3-14 15,0 0-2-15,0 0 19 16,-16-11-48-16,-6 1-41 16,-1-1-23-16,-3 1-6 15,3 5 13-15,1 1-12 16,3 2 101-16,3 2 103 15,8 0 43-15,0 0-39 16,4 0-8-16,4 0 25 16,0 0-20-16,0-4-53 15,6 0-13-15,15-6 15 16,7-1 15-16,4-1-13 16,0-5-17-16,4 1 4 15,-6 3-5-15,-5-1 1 16,-1 4-19-16,-7 3-49 15,0-3-78-15</inkml:trace>
  <inkml:trace contextRef="#ctx0" brushRef="#br0" timeOffset="48374.94">24567 13759 456 0,'0'0'65'0,"0"0"-7"0,-106 110-20 15,80-54 7-15,5 6-3 16,8 2-13-16,7-1-6 16,6-6-6-16,0-5-10 15,6-5 14-15,20-15-20 16,2-6 1-16,10-8 2 15,4-6-4-15,1-12 9 16,2 0-3-16,-4 0-6 16,-5-6 5-16,-6-12-4 15,-8 0 9-15,-9-3-14 16,-5-4 4-16,-8-4 5 16,0 0-13-16,-6-2-3 15,-16-3-1-15,-3 8 2 16,-5 2 13-16,-2 10-8 15,3 2 2-15,8 6 1 16,3 6-3-16,6 0 11 16,7 0-10-16,5 0 4 15,0 0-2-15,13-8-9 16,17-3 17-16,9-5-7 16,4-2 4-16,2-3-2 15,1 3 3-15,-6 3-1 16,-4 7-3-16,-7 6-1 15,1 2 15-15,-2 4-6 16,-2 17 3-16,-2 11 6 16,0 3-3-16,-6 2 24 15,2 0-16-15,-5-4-2 16,-4-2 4-16,-1-5-8 0,-3-7 1 16,-5-7-17-16,0-4 5 15,-2-4-3-15,2-4-4 16,-2 0 8-16,0 0-9 15,0 0 0-15,0 0-9 16,-6-6-36-16,-9-6-22 16,-3-9-20-16,-5-10-14 15,-8-12-103-15</inkml:trace>
  <inkml:trace contextRef="#ctx0" brushRef="#br0" timeOffset="50792.05">11059 4779 564 0,'0'-7'81'16,"0"1"-19"-16,0 1-16 16,2 3-6-16,-2 0 10 15,2-1-13-15,0 2-16 16,2 1-8-16,3 6-21 16,2 32-2-16,3 16 8 15,2 14 3-15,0 17 9 16,2 8-11-16,-2-6 4 15,0-5 8-15,-4-9-2 16,1-9 2-16,0-10-9 16,-5-11-1-16,3-8 2 15,-1-11-3-15,-1-8 1 16,0-2-6-16,-3-8-50 16,-2-3-12-16,0-3-23 15,-2 0-34-15,0-13-89 16</inkml:trace>
  <inkml:trace contextRef="#ctx0" brushRef="#br0" timeOffset="51223.15">10998 4970 393 0,'0'0'30'0,"0"0"-24"16,0 0 23-16,0 0 28 15,0 0-20-15,125-14-4 16,-90 14-18-16,1 5 12 16,5 13-10-16,0 9-8 15,-2 6-1-15,0 4 13 16,-3 7-1-16,-5 5 0 15,-3 1-12-15,-2-2-1 16,-8-1 12-16,-4-4-12 16,-8-5 7-16,-6-5-9 15,0-4 0-15,0-4 16 16,-13-1-14-16,-6-5-1 16,-1-3-4-16,1-3-4 15,0-3 10-15,1-2-16 16,3-5 7-16,0-3 2 15,6 0-29-15,3 0-16 16,0-3-27-16,6-21-75 16,0-2-76-16</inkml:trace>
  <inkml:trace contextRef="#ctx0" brushRef="#br0" timeOffset="51823.58">11797 4832 501 0,'0'0'4'0,"0"0"-3"15,0 124 19-15,-2-60 22 16,-9 4 13-16,-4 1-5 15,0-5-26-15,2-6-8 16,0-9-8-16,2-13 7 16,5-9-3-16,1-11-8 15,3-9-2-15,2-4 1 16,0-3-7-16,0 0 4 16,0-20-2-16,0-7 3 15,9-9 3-15,0-9-2 16,-3-6 0-16,3-5-2 15,-7-6-2-15,0 1 8 16,0-3-12-16,0 5 2 16,0 9 3-16,3 9 0 15,-1 10 7-15,3 12-12 16,1 9-1-16,3 10 7 16,4 0 1-16,2 6 0 15,2 21-2-15,5 12 1 16,6 7 12-16,0 11-5 15,3 0 13-15,-3 5-1 16,-2-3 7-16,-2-5 17 0,-5-4-32 16,-4-7-1-16,-4-6-6 15,-4-6-1-15,-3-6 4 16,-4-4-10-16,1-6 3 16,-3-3-3-16,0-2-33 15,0-4-22-15,-5 0-9 16,-10-2-13-16,-10-4-103 15,-3 0-183-15</inkml:trace>
  <inkml:trace contextRef="#ctx0" brushRef="#br0" timeOffset="52021.53">11771 5342 411 0,'0'0'13'0,"0"0"-8"16,0 0 11-16,0 0 22 16,0 0-12-16,84-3-7 15,-54-7-11-15,2 1-7 16,3-5-2-16,-3-3-59 16,2 0-92-16</inkml:trace>
  <inkml:trace contextRef="#ctx0" brushRef="#br0" timeOffset="52873.33">12487 4568 429 0,'0'0'54'0,"0"0"-14"16,0 0-5-16,0 0-5 15,0 0 7-15,-95 80 0 16,83-36-19-16,4 5 8 16,-2 5-12-16,8 2 1 15,2-4-2-15,0 1 3 16,0-6 7-16,18-8-16 15,2-3 8-15,3-5-8 16,9-6-5-16,0-7 13 16,3-5-6-16,4-3-2 15,-5-8-1-15,-2-2-3 16,-4 0 1-16,-4 0-4 16,-5-6-2-16,-8-8 8 15,-4-1-7-15,-5-4 5 16,-2-5-3-16,0-3-8 15,-14 0 3-15,-7-1-13 16,-2 3 4-16,-3 0 2 16,2 6 1-16,5 2 13 15,1 7-8-15,8 0 5 16,2 6 0-16,4 0 0 16,4 4 4-16,0-3-12 0,4-5-4 15,14-2-2 1,10-4 17-16,5-3 1 15,5-6-4-15,1-4-4 0,2-1 10 16,-5 3-2-16,-1 0-2 16,-3 3 1-16,-6 2 0 15,-4 6 13-15,-6 3-14 16,-2 5 8-16,-8 4-5 16,0 2-2-16,2 0 7 15,2 0-13-15,0 12-2 16,8 13 10-16,3 7 6 15,3 10 20-15,4 4-8 16,-2 2 5-16,0 1 11 16,-2-4-12-16,-3-6 1 15,-2-3-10-15,-6-5-4 16,0-8 7-16,-6-4-11 16,-3-3-3-16,0-4-1 15,-2-7-5-15,-2 1 9 16,2-4-14-16,-2-2 6 15,0 0-1-15,0 0-4 16,0 0 6-16,0 2-10 16,0 3-40-16,0 5-32 15,-17 0-63-15,-21-8-71 16</inkml:trace>
  <inkml:trace contextRef="#ctx0" brushRef="#br0" timeOffset="79466.12">1202 8957 508 0,'-8'-1'44'0,"2"-1"-7"15,-2 2-8-15,4 0 10 16,2-3 5-16,2 3-24 16,-2 0-7-16,2 0-1 0,0 0-1 15,-2 0 9-15,2 0-6 16,0 0 7 0,-2 0 0-16,2 0 3 0,0 0-1 15,0 0-17-15,0 0-8 16,0 0 0-16,24 20-7 15,4 13 6-15,8 13 9 16,5 8-1-16,-1 7 11 16,0-2-11-16,-8-7 5 15,-4-4-1-15,-7-10 1 16,-1-5 6-16,-6-6-12 16,-2-4-3-16,-2-5 0 15,-2-1 1-15,0-5 3 16,0-1-10-16,0 1-46 15,2-3-39-15,-6-7-27 16,-4-2-72-16,0 0-284 16</inkml:trace>
  <inkml:trace contextRef="#ctx0" brushRef="#br0" timeOffset="80105.63">820 9254 480 0,'0'0'29'0,"0"0"-15"0,-14-118-2 16,14 73-1 0,14-3 11-16,6-1-11 15,6 4 1-15,5 1-5 0,1 11-5 16,0 8 5-16,2 14-5 16,4 11-2-16,-2 2-2 15,-2 32-3-15,-3 16 12 16,-3 10-12-16,-10 8 15 15,-6 0-7-15,-6-2-8 16,-4-10 12-16,-2-14-8 16,0-9 3-16,0-11 1 15,0-10-6-15,0-8 2 16,6-4-12-16,3-4 4 16,4-24 17-16,2-5-4 15,4-6 0-15,3-7 9 16,1 2 0-16,1 5 6 15,0 8-16-15,0 5 4 16,2 13-4-16,-1 9-4 16,1 4 6-16,0 10-9 15,-2 15 5-15,-2 14 4 16,-8 4 7-16,-8 6 10 16,-6-1-5-16,0 2-12 15,-2 2 7-15,-14-3-9 16,-2-9 1-16,1-3-5 15,0-4-12-15,6-14 13 16,0-5-34-16,5-14-28 16,4 0-58-16,2-16-60 15</inkml:trace>
  <inkml:trace contextRef="#ctx0" brushRef="#br0" timeOffset="80557.16">1719 9128 444 0,'0'0'16'16,"0"0"26"-16,0 0-5 15,54-107-14-15,-42 73-14 16,-3-2-4-16,-5 4 1 15,-4-1-3-15,0 4 1 16,0 4-4-16,-8 3 0 16,-9 5 8-16,-3 11-5 15,0 4 21-15,4 2-7 16,-2 6-18-16,6 19 13 16,0 10-15-16,8 2 6 15,2 6-1-15,2 0-2 16,0-7 3-16,2-5-2 15,14-4 0-15,0-8 7 16,2-5-1-16,2-5 8 16,0-6-9-16,4-3 0 15,0 0 1-15,2 0-2 16,1-18 3-16,7-8-7 16,-4-5-1-16,2-7 6 15,-2-6-13-15,-9-9-39 0,-6-5-67 16,-15-4-109-1</inkml:trace>
  <inkml:trace contextRef="#ctx0" brushRef="#br0" timeOffset="80811.25">1680 8318 459 0,'0'0'77'0,"0"0"-57"16,0 0-25-16,0 0 18 15,0 0 40-15,112 101 7 16,-60-48-20-16,2 3-24 16,1 2 1-16,-3-4-2 15,0-3 3-15,-8-10-9 16,0-1-5-16,-10-8 1 16,-6-4-4-16,-5-9 3 15,-9-3-25-15,-8-11-34 16,-6-5-40-16,0 0-94 15</inkml:trace>
  <inkml:trace contextRef="#ctx0" brushRef="#br0" timeOffset="81071.19">1844 8193 578 0,'0'0'-3'0,"0"0"24"16,0 0 30-16,126 99-15 0,-78-57-4 16,-1 9 0-1,1-4-18-15,1 2 1 0,-6-2-8 16,-2-11-7-16,-5-3 8 16,-6-8-10-16,-4-4-2 15,-4-8-27-15,-5-4-26 16,-6-5-40-16,-4-4-65 15,-7 0-57-15</inkml:trace>
  <inkml:trace contextRef="#ctx0" brushRef="#br0" timeOffset="82171.83">2244 8191 363 0,'0'0'67'16,"0"0"-12"-16,0 0-6 15,0 0-10-15,131-87-14 16,-93 87-11-16,2 6-1 16,-6 13-6-16,0 6 13 15,-8 2-3-15,-5 2-13 16,-3-6 6-16,-10 1-9 16,-2-7 2-16,-3-5-4 15,0-6-3-15,-3-5 7 16,0-1-3-16,0-1 5 15,0-27-7-15,-10-7-3 16,4-9 7-16,2-3-5 16,4 2 2-16,0 2 2 15,0 10-8-15,4 9 6 16,14 13 0-16,0 9 2 16,4 2 5-16,2 0-6 15,-3 12 3-15,1 7-2 0,-5 4-2 16,-2 0 8-16,-7-5-11 15,-3-5 5-15,0-2-1 16,-5-6-4-16,0-5 10 16,0 0-8-16,0 0 3 15,0-14-1-15,0-13-4 16,0-12 6-16,0-5-7 16,0-7 6-16,6 3 0 15,6 3 3-15,6 13 9 16,0 5-12-16,2 13-1 15,4 8 7-15,0 6-5 16,4 0-2-16,0 0 4 16,-1 2-4-16,-1 10 7 15,0-1-9-15,-4 0 2 16,-7-4-1-16,0-3-18 16,-6-1-10-16,-3-3-61 15,-2 0-15-15,1 0 42 16,-5-11 43-16,0-4 22 15,0-3-3-15,0 1-2 16,0 1 17-16,-9 4 33 16,3 2-14-16,2 5 42 15,1 5-33-15,1 0-1 16,2 0-35-16,0 8-9 16,0 9 5-16,0 1 1 15,0 1 4-15,0-3-9 16,0-4 3-16,0-3 2 15,5-5-4-15,-3 0 2 0,0-4-3 16,0 0-1 0,0 0 18-16,2-6-1 15,3-12 7-15,2-5-10 0,3-2-6 16,4-2 8-16,2 2-13 16,2 3 1-16,-2 7 0 15,-4 5-2-15,0 4 7 16,-6 2-10-16,-4 3 1 15,-2 1 4-15,0 0-3 16,1 0 5-16,-3 0-4 16,0 0 1-16,0-4 6 15,0-2-2-15,2-2 13 16,0-3-4-16,2-3-10 16,5 1 5-16,-3-2-9 15,3 5 4-15,2 4-1 16,0 1-3-16,1 4 5 15,2 1-6-15,2 0 4 16,0 0-2-16,-2 0-1 16,2 0 6-16,-4 3-7 15,0 1 2-15,-4 1-2 16,-2-2-16-16,1 1-12 16,1-2-24-16,3-1-19 15,2-1-59-15,2 0-75 16</inkml:trace>
  <inkml:trace contextRef="#ctx0" brushRef="#br0" timeOffset="82754.75">3300 6722 589 0,'0'0'66'15,"0"0"-21"-15,0 0-26 16,16 0-12-16,4 12-5 15,10 13 0-15,10 8 17 16,7 9-5-16,3 4-10 16,-6-5 16-16,-5-5-6 15,-7-7-4-15,-8-5-6 16,-6-6-5-16,-8-11 11 16,-8-1-11-16,-2-6 2 15,0 0 2-15,0 0 0 16,-8 0 8-16,-12-6-17 15,-6-12-4-15,-3 0 5 16,-4-12-2-16,-4-7 0 16,1-3-12-16,2-7 1 15,8 0 15-15,4 2-1 16,11 2 3-16,11 2-2 16,0 0-4-16,2 1 16 15,22 1-10-15,6-3 1 16,5-1 4-16,-1 4-6 0,2 6 7 15,-3 8-23 1,-5 10-16-16,-6 15-13 16,-10 0-35-16,-5 21-20 15,-7 16-17-15,0 7-35 0</inkml:trace>
  <inkml:trace contextRef="#ctx0" brushRef="#br0" timeOffset="83604.93">3509 6878 284 0,'0'0'37'0,"0"0"-37"0,0 0 4 16,0 0-3-16,0 0 0 15,30-21 7-15,-10-4-7 16,3-3-2-16,-4 2 4 16,-2 2-4-16,-3 4 4 15,-2 3 0-15,-5 6 16 16,-3 3 19-16,-1 4-30 15,1 4 0-15,0 0 10 16,0 12 12-16,7 10 50 16,0 3-41-16,5 3-23 15,0 0 0-15,4-5 3 16,1-6 8-16,0-5-12 16,1-5-1-16,1-7 3 15,-3 0-7-15,0 0-1 16,-6-5-4-16,0-11-2 15,-8 3 8-15,0-5-8 16,-6 0 0-16,0-1 2 16,0 1-9-16,0-5 12 0,-6 2-12 15,-8 1 2 1,2-2 1-16,2-1-2 16,-4 3 7-16,8-1-7 0,6 2-1 15,0 1 2 1,0 1 1-16,2 2 3 0,16 1-3 15,2 4-1 1,6 5 8-16,2 5-7 0,5 0 2 16,-1 0 0-16,2 3-4 15,0 9 10-15,-1 2-10 16,-7-5 4-16,-9-3 0 16,-4 0-3-16,-4-2 9 15,-5-3-9-15,-4-1 3 16,0 0 3-16,0 0-2 15,0 0 6-15,0-5-8 16,-9-16 2-16,3-11 7 16,-3-12-10-16,5-8 3 15,2-5-3-15,2-1-3 16,0 6 8-16,4 9-8 16,13 14 5-16,3 13-2 15,2 5-3-15,0 11 10 16,2 0-9-16,4 8 4 15,-4 11 0-15,0 4 0 16,-3 2 4-16,-5-3-7 16,-6 0 1-16,-8-5 4 15,-2-2-4-15,0-1 7 16,0-2-4-16,-4-3-1 16,-7-1 6-16,0-2-8 15,1-4 6-15,-1-2 1 16,0 0-9-16,5 0 8 15,-3 0-10-15,7 0-19 0,2 0-33 16,0-16-48-16,0-3-95 16,0-8-186-16</inkml:trace>
  <inkml:trace contextRef="#ctx0" brushRef="#br0" timeOffset="84072.1">4388 5732 526 0,'0'0'43'15,"0"0"-43"-15,0 0 6 16,0 0 30-16,96 2 17 16,-53 16-20-16,1 5 3 15,2 6-4-15,1 2 4 16,-6 1-13-16,0-1 6 15,-9 0 1-15,-4-3-12 16,-4-3 0-16,-2-4-15 16,-10-6-2-16,-5 1 1 15,-7 2-5-15,0-1 6 16,0 2-4-16,-15 3 6 16,-11 3-11-16,-2-1 4 15,2-5 3-15,-4-8-3 16,4-6 2-16,2-5 6 15,5 0-3-15,4-2-2 16,4-12-5-16,7-4-1 16,4-1 10-16,0-3-5 15,0 1 7-15,15-2-7 0,7 1 0 16,1 3 10 0,1 3-13-16,-1 5 3 0,-1 3-2 15,0 6-37-15,-6 2-43 16,0 0-33-16,-6 0-64 15,-1 0-238-15</inkml:trace>
  <inkml:trace contextRef="#ctx0" brushRef="#br0" timeOffset="84248.2">5126 5796 687 0,'0'0'39'16,"0"0"-14"-16,0 0-11 16,0 0-8-16,0 0-14 15,22-4-29-15,-22 4-136 16</inkml:trace>
  <inkml:trace contextRef="#ctx0" brushRef="#br0" timeOffset="119780.11">3718 6081 261 0,'0'0'8'0,"0"0"-3"16,-6-64-1-16,6 39-2 16,0-4 0-16,0 5 7 15,0 5 1-15,0 3 10 16,0 7 13-16,0 5 32 15,0 2-2-15,0 2-36 16,0 0-18-16,0 0 3 16,0 0-9-16,0 0 9 15,0 0 8-15,0 0 2 16,0 0 8-16,0 0-16 16,0 0 0-16,0 0-1 15,0 0-7-15,0 0 11 16,0 0-12-16,0 0 2 15,0 0 0-15,0 0-6 16,0 0 2-16,0 0-5 16,0 0-2-16,0 0 6 15,0 0-19-15,0 0-20 16,0 0-31-16,0 0-48 16,0 0-16-16,0-3-52 15</inkml:trace>
  <inkml:trace contextRef="#ctx0" brushRef="#br0" timeOffset="120054.43">3905 5547 391 0,'0'0'29'0,"0"0"-8"0,0 0 8 15,0 0 4-15,0 0-12 16,-46-12 12 0,38 12-15-16,0 0-3 0,1 0-2 15,4 0-13-15,1 0-5 16,2 0-10-16,0 1-50 16,0 10 15-16,0-2-51 15,0 2 1-15,0-5-38 16</inkml:trace>
  <inkml:trace contextRef="#ctx0" brushRef="#br0" timeOffset="121775.14">4342 5516 341 0,'0'0'56'16,"0"0"-27"-16,0 0 11 16,0 0-2-16,0 0-8 15,-93-20-6-15,71 20-10 16,-2 0 4-16,-1 0-4 15,-5 10-14-15,-6 7 12 16,-6 8-12-16,-5 5 5 16,-2 3-2-16,-6 7-6 15,-1 2 11-15,1 5-11 16,3 1 1-16,-2 5 3 16,0 4-2-16,-1 6 5 15,-3 3-7-15,-2 5 2 16,-5 3 3-16,-1 1-4 15,-4 6 6-15,1 0-8 16,1-1 3-16,-1 1 10 16,-5 5-11-16,4-4 5 15,1 4-5-15,-5 1 1 16,4 1 11-16,-1 2-17 16,-1 1 17-16,-3 4-5 15,-1 4 1-15,-1-1 7 0,0-1-14 16,2 4 3-16,-2-6-1 15,7-6-1-15,10-2 2 16,2-2-6-16,9-1-2 16,3-1 18-16,5 4-13 15,1 2 3-15,4-2 1 16,2 0-4-16,2-2 15 16,5-3-18-16,3-7 7 15,4-3-1-15,6-1 3 16,2-5 4-16,4 0-12 15,6-4 6-15,2-4-2 16,0-1-1-16,0-7 5 16,6-8-10-16,10-3 2 15,3-6 4-15,4-4-2 16,1-2 3-16,4-4-5 16,3-3-1-16,1-5 10 15,0-1-10-15,2-3 5 16,1-2-1-16,1-2-4 15,2-3 12-15,4-2-8 16,5-2 5-16,3 0-3 16,6-5-3-16,2-15 11 15,4-4-12-15,3-7 3 16,-3-4 4-16,1-7-4 16,1-3 4-16,0-5-8 15,1-3 1-15,4-4 9 16,2-1-9-16,0-3 4 15,4-2-3-15,3-1-1 16,-3-2 10-16,5 0-12 16,2 0 6-16,-3-8-1 0,3 1-6 15,-1-4 15-15,-1-5-16 16,0-5 7 0,-1-2-2-16,-1-3 0 0,-1 4 4 15,-1 3-8-15,-3 0 7 16,5 5-2-16,-6-1 1 15,3-4 1-15,3-5 0 16,-1 1-6-16,1-9 11 16,-5-3-10-16,-2 3 6 15,-4-1-2-15,-7 2-7 16,-4 2 18-16,-5 6-16 16,-1 1 8-16,-7-2-5 15,-7 3 0-15,-2-1 9 16,-9 1-10-16,-6 2 1 15,-6 2 5-15,-6 4-3 16,-5 3 3-16,-2 6-3 16,0 4-4-16,-13 2 9 15,-8 3-8-15,-9 7 2 16,-1 2 2-16,-6 7-7 16,-3 4 12-16,-5 8-10 15,-3 7 3-15,-6 7-2 16,-10 2-2-16,-5 10 9 15,-9 7-7-15,-3 0 8 16,-7 0 0-16,-1 12-9 16,5 1 7-16,3 6-6 15,5-1-5-15,3 5 20 16,7 4-14-16,3 4 3 0,5 8-7 16,4 11 4-1,2 8 5-15,1 8-5 0,3 6 7 16,-1 1-4-1,4 3-7-15,0-4 19 0,1-8-14 16,6-7 2-16,8-10 0 16,8-11-6-1,12-7 14-15,7-5-15 0,3 1-13 16,9 1-31-16,8-8-108 16,-4-13-161-16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22T02:39:28.4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14818 494 327 0,'0'-8'53'16,"0"2"-6"-16,0 0-9 15,0 2 1-15,0 1-1 16,0-3 8-16,0 3-10 16,0 1-11-16,0 2-2 15,0 0-9-15,0 0-4 16,0 0-5-16,-5 0-1 15,-5 0-2-15,-8 0 6 16,-3 0-7-16,-4 0 0 16,-6 0-4-16,-4 0 8 15,-5 0-4-15,-1 0-2 16,-7 0 7-16,-3 0-9 16,-3 7 4-16,0-1-2 15,-2-1 5-15,-2 2-4 16,1 0-1-16,-4 1 3 15,3 1-2-15,0 0-2 16,4 1 5-16,0 0-3 0,7 0 1 16,-1-1-4-1,6 1 3-15,-2 2 1 0,6-1-2 16,-3 3 2-16,2-1-6 16,-4 3 4-16,6-3 2 15,-1 3 0-15,2-3 1 16,2 1-2-16,2 0 0 15,-2 1 2-15,2 1-4 16,-1-1 4-16,-3 3 0 16,-2-1-2-16,1 2 2 15,-4 2 0-15,4 1 0 16,1-3 1-16,1 1-1 16,5 1 1-16,2-2-2 15,2 1 1-15,2-3-4 16,6 2 3-16,-2 0 1 15,2-1-4-15,2 0 3 16,0-1 0-16,1 3-2 16,3-1 1-16,1 2 2 15,2 0-5-15,5 1 5 16,0-3-3-16,4 2 1 16,0 3-3-16,0-1-2 15,0 2 9-15,0 2-4 16,0 2 1-16,6-3-1 15,2 2-6-15,8-1 5 16,-1 0-1-16,4-2-2 16,4 3 3-16,5-3-1 15,8 2-4-15,2-3 4 16,5 1 3-16,7-5-7 16,1-1 5-16,7 1 6 15,4-4-4-15,3-4-3 16,4-1 3-16,-2 1 1 0,3-5 0 15,1 2-1 1,3-4-3-16,3-1 7 0,1-2-11 16,1-2 12-16,3 0-7 15,2 0-2-15,-5 0 6 16,3 0-3-16,-2 0 1 16,-1 0 0-16,3-4-2 15,5-2 1-15,-2-1 1 16,1-3 0-16,1 0-4 15,-1 1 4-15,-4-1 0 16,-3-2 2-16,-3 5-10 16,-1 1 12-16,0-2-6 15,-2 2 1-15,2 2 1 16,5-2-3-16,1 0 1 16,1-3 3-16,3-1-1 15,-1-2 0-15,-1 1-1 16,1-3-1-16,-2 3 3 15,5-3-3-15,-4 1 3 16,-1-1-3-16,-3 2 2 16,-3 1-2-16,-6-1-1 15,4 0 2-15,-3 1 2 16,-2-1-1-16,1 1 1 16,-2-1-4-16,-2 0 3 15,-5 3-1-15,-1-1-1 16,-7 3 2-16,-5 1-4 15,0-2 3-15,-6-1 2 16,-1 4-4-16,0 0 2 16,-2-1 0-16,1 0 1 0,-3 2-2 15,0 0 2-15,-1 2-3 16,-3 2 2-16,-1-1 2 16,0 1-1-16,0 0-3 15,1 0 2-15,-3 0-1 16,0 0 1-16,2 0 3 15,0 0-7-15,3 0 6 16,-1 1-4-16,2 1 3 16,4 1-1-16,-4-2-2 15,5-1 4-15,-5 0 0 16,6 0-3-16,-6 1 1 16,3 2-1-16,-5 0 1 15,-2 6 1-15,2-1-2 16,2 3 0-16,-2 3-3 15,0-1 8-15,3 3-5 16,-1-3 1-16,0 3 1 16,4-3-1-16,-4 0-1 15,3 3 2-15,-3-4-3 16,6 3 2-16,-4-1 0 16,-1 2-2-16,1-3 4 15,2 2-6-15,-2 2 5 16,-4 0-2-16,-1-3 0 15,1 3 2-15,-2-3-3 16,-6-1 3-16,0-1-1 16,0-1-1-16,-3 0-2 15,5-5 3-15,-2 2-1 16,4 0-1-16,0-5 5 16,0 3 1-16,1 0-4 15,-3-2 0-15,4 0 3 0,0-1-6 16,4 2 6-1,-1-4-1-15,6-1-1 0,-2 2 7 16,-1 0-9-16,1 0 3 16,-4 0 0-16,-1 0 2 15,-1 0 4-15,-1 0-4 16,0 0 1-16,2-2-3 16,5 0 0-16,4 0 1 15,0 0 3-15,7 0-1 16,1-2 1-16,3-4 1 15,-2-2-1-15,-3 2-4 16,3-1 5-16,-2 1 13 16,-4-1-20-16,4-2 3 15,-1 0-3-15,3-1 0 16,-4-1 1-16,1-6-4 16,1 3 7-16,-3-3-4 15,0 1 1-15,-2-1-2 16,-1-7 0-16,-2 1 3 15,-1-1 0-15,0 1-6 16,-2 0 4-16,-1-2-1 16,0 3 1-16,-4-1 3 15,-2 2-4-15,-4-1-2 16,-5 2 3-16,-5-2-2 16,-3 0 3-16,-2-2-3 15,-5-4 4-15,1-2-1 16,-2-1-2-16,-3-6 2 15,-2-4-5-15,-2-4 3 16,0 0-2-16,-2-6-4 0,-20-1 2 16,-6 0-7-1,-8-1 11-15,-7 0-3 0,-7 3 0 16,-6 4 2-16,-8 5 1 16,-9 4 0-16,-9 5-2 15,-11 9 1-15,-5 1 5 16,-11 7-11-16,-2 0 10 15,-3 7-4-15,0 0-5 16,0-1 14-16,4 7-7 16,2-3-4-16,5 2 9 15,2 3-5-15,2 0 0 16,-2 0 2-16,-2 0-3 16,2 0 4-16,-1 3-2 15,3 7-5-15,3-3 5 16,5 0 0-16,7-1 8 15,5 1-8-15,1-2 3 16,1 3-1-16,-3 2-5 16,-4 2 4-16,-4 1-2 15,-6 1 1-15,-10 1 1 16,-3 5-3-16,-5 1 3 16,1 0-3-16,2 1 0 15,10 1 3-15,3-1-2 16,9-2 4-16,5-2-3 15,8-5-2-15,-2 0 3 16,1-1 2-16,-1-1-5 16,1 0 4-16,-7 1-6 15,1-2 5-15,-3 2-3 16,2 0 1-16,0 2 3 0,0-2-3 16,2-3 4-16,1 1 3 15,1 0 1-15,4-3-4 16,-4-1-2-16,3 2 4 15,-3 0-3-15,1-2-2 16,-1-1 2-16,5 1-1 16,7-2 2-16,1 0-1 15,9-2 1-15,4 0 0 16,7-2 2-16,0 0 3 16,2 0-3-16,1 0-7 15,-2 0 6-15,3 0-3 16,-5 0 0-16,0 0 3 15,-2 0-7-15,3 0 10 16,-3 0-8-16,1 0 0 16,0 0 4-16,4 0-1 15,-3 0-1-15,6 0-2 16,-4 0 4-16,4-4 3 16,1 0 0-16,1 0-6 15,-6 0 1-15,1 2-2 16,2 2 5-16,0-4-6 15,5 3 3-15,4 1 0 16,6-4-4-16,6 4 3 16,12-2 0-16,1 2 1 15,7 0-3-15,0 0-15 16,0 0-78-16,20 3 14 16,8 15 28-16,6 9-17 15,3 10-58-15,-3 12-38 16,-8 6-124-16</inkml:trace>
  <inkml:trace contextRef="#ctx0" brushRef="#br0" timeOffset="22798.3">11962 5241 291 0,'0'0'11'0,"0"0"-8"15,0 0-4-15,0-3 2 16,0 1 34-16,0-2 22 15,0 1-25-15,0 1 5 16,0 0-14-16,0 2-13 16,0 0-7-16,0 0-6 15,0 0 5-15,0 0 5 16,0 0 15-16,0 0 5 16,0 0-5-16,0 0-1 15,0-2-2-15,0 2 0 16,0 0-3-16,0 0-7 15,0-2 2-15,0 2-5 16,-8 0-5-16,-7 0 5 16,2 0-4-16,-8-2 4 15,-1 2-1-15,-2-2-4 16,2 2 5-16,-3-2-6 16,-1 2 3-16,3 0-2 15,-3 0-2-15,2 0 1 0,-2 0 0 16,1 0 2-16,-3 0-1 15,2 0-3-15,-2 0 5 16,-3 0 2-16,1 0-3 16,-2 0-1-16,2 2 2 15,-2 2-3-15,-5 2 4 16,-1 2-4-16,-4 1 0 16,2 1 0-16,-6 3 0 15,3 1 2-15,-1 3-5 16,0 2 5-16,1 3-3 15,0 2 1-15,6-1-1 16,3 2 0-16,2 4 0 16,6 0 0-16,4-2 3 15,3 0-3-15,6 0 0 16,0 2-1-16,7 1 2 16,0-4-2-16,1 3 2 15,5 0-1-15,0 0 0 16,0-4-2-16,3 0-1 15,11 1 3-15,8-2 1 16,-3-4-5-16,5 2 5 16,4 0-5-16,4-2 5 15,2 2 0-15,5-5-1 16,4 1 0-16,6-5 2 16,5 0 0-16,5-1 6 15,1-4-8-15,2 0 10 16,-4-3-6-16,3-3 0 15,-1 1 2-15,2-3-5 16,-1 0 2-16,3 0-2 16,3-3 3-16,3-10 3 0,2-3-4 15,1 1 4 1,5-6-3-16,-1-3 1 0,1 0 3 16,-6 4-5-16,-1-1 4 15,-1 1-3-15,-8 4-2 16,-5-5 1-16,-3 6-1 15,-4-2 0-15,-3 3 1 16,1-1-3-16,-3-1 4 16,0 1-3-16,2-1 3 15,-1 0 4-15,-1 1-9 16,-2-2 8-16,-2-1 0 16,-5 2-2-16,-6 3-1 15,-2 0-6-15,-6 1 8 16,-5 0-5-16,-2 0 3 15,-2-1 5-15,-2 0-3 16,-7 0 5-16,1-5 1 16,-5 0-6-16,0 1 6 15,0 0-5-15,0-5 1 16,-5 1 0-16,-4-2-4 16,-1 0 0-16,-1-1-2 15,-2 1-2-15,2-2 2 16,-1 4-2-16,-2-1 5 15,-2 1-4-15,-2 0 0 16,-4-3-1-16,-4 1-1 16,1 0 1-16,-3 0 2 15,0-1-5-15,0 2 6 16,-2 6-4-16,0-1 1 16,-2 0 0-16,-1 6-4 15,1 3 3-15,-4-1 0 0,-2 1 3 16,2 3 3-16,0 1-6 15,-3-1 7-15,-2 4-5 16,4-1 0-16,-1 2 0 16,-5 0-6-16,-1 0 7 15,4 0-2-15,-6 3 2 16,1 8-1-16,1 0 2 16,-4 1-4-16,-2 3 5 15,3 3-2-15,2-5 0 16,-2 4-2-16,1 1 1 15,3 1 0-15,1-3 1 16,0-1 1-16,2 5-4 16,3-5 3-16,-2 0 1 15,4 3-5-15,1-1 3 16,0 2 3-16,0-1-5 16,6 0 5-16,2-5-3 15,7 0 1-15,5-5 0 16,12 2-1-16,2 2-12 15,9-1-51-15,21 3-1 16,11-10-45-16,-6-4-117 16</inkml:trace>
  <inkml:trace contextRef="#ctx0" brushRef="#br0" timeOffset="24074.97">6863 6134 433 0,'-47'-12'31'0,"4"4"-7"16,0 0 39-16,4 0-12 15,2-4 2-15,3 5-21 16,4-1-1-16,2 0-21 15,2 2-2-15,2 2-6 16,5 4 0-16,4 0-4 16,-2 0-23-16,4 0-28 15,2 4-56-15,3 8-32 16,-2-6-15-16</inkml:trace>
  <inkml:trace contextRef="#ctx0" brushRef="#br0" timeOffset="25165.5">5987 5370 467 0,'0'0'22'15,"0"0"-4"-15,0 0 34 16,0 0 15-16,-127-42-9 16,99 31-19-16,-2 4-16 15,3 1-9-15,-3 3-8 16,0 0 3-16,0 3-4 15,-1 0 3-15,-6 0-4 16,-4 0 1-16,-1 0-4 16,-6 0 7-16,-4 6-4 15,-1 1-3-15,-5 2 0 16,-2-1 1-16,-1 0-1 16,1 1 4-16,0-1-7 15,1 2 9-15,3-3-1 16,3 7-5-16,-1 3 1 15,-4 2-5-15,2 7 1 16,-6 1 3-16,3 0-8 16,1 2 9-16,2-2-7 15,5 2 1-15,3 0 9 16,3-2-1-16,2 4-1 16,6-2-4-16,3-2 1 15,6 2 3-15,9-2-5 16,4 0 0-16,6 1 0 15,3-3 1-15,4 2-1 0,2-2-1 16,0-2 0 0,0 1 1-16,4 1 2 15,11-2-3-15,5 0 1 0,3 2 4 16,2-2-4-16,11 1-1 16,4-1-2-16,7-4 3 15,11-3 1-15,9-2-1 16,9-3 2-16,3-3-5 15,3-5 8-15,4-3-3 16,-2 0-1-16,2 0-1 16,2-15 3-16,4-10-1 15,5-6 0-15,-4-6 1 16,1-3 2-16,-3-1-2 16,-5-2 7-16,-6 3-3 15,-11 1-3-15,-7 4 2 16,-8 3-3-16,-9 0 3 15,-6 3-1-15,-4 0 8 16,-7 0 1-16,-8 0 2 16,0 0-1-16,-3-5-5 15,-2 1 5-15,-4-4-5 16,-2-2-3-16,-7-4 1 16,-2-3 1-16,0-3 2 15,0-4-3-15,-13 1-4 16,-8-4 1-16,-7 5-5 15,-6 4 2-15,-12 6 0 16,-12 8-1-16,-11 6 6 16,-13 9-6-16,-9 10 2 15,-11 6-1-15,-7 2-3 0,4 5 2 16,2 18-1 0,7 2-1-16,12 2 7 0,19 1-16 15,13-3 19-15,22 0-8 16,15 10-9-16,15 5-72 15,15 12-9-15,31 16 7 16,18 6-101-16,15 4-31 16</inkml:trace>
  <inkml:trace contextRef="#ctx0" brushRef="#br0" timeOffset="31132.08">14433 13753 167 0,'0'0'0'0,"0"0"-15"16,0 0 5-16,0 0 8 15,0 0 1-15,0 0 3 16,0 0 6-16,0 0 9 15,0 0 13-15,0 0 1 16,0 0-18-16,0 0-9 16,0 0-4-16,0 0-2 15,0 0 2-15,0 0-5 16,0 0 5-16,0 0-1 16,0 0 1-16,0 0 3 15,0 0 21-15,0 0 18 16,0 0 2-16,0 0 2 15,0 0-13-15,0 0 20 16,0 0-27-16,-5-4 2 16,3 0-7-16,0 4 3 15,-3-4-7-15,5 2 1 16,0 2 8-16,0 0-11 16,0 0-2-16,0 0-6 15,0 0-3-15,0 0-3 16,0 0 1-16,0 0 1 0,0-2-4 15,0 1 1-15,14-2 0 16,7-3 2-16,9 1 6 16,6-7 1-16,12 0-2 15,4-3-1-15,4 0-2 16,-1-1 3-16,6-3-5 16,1 1 1-16,-4 0-2 15,-2 4 0-15,3-3-1 16,-3 4 2-16,0 0-2 15,1 1 0-15,-1 3 1 16,2-1 1-16,1 0-1 16,1 1-4-16,6 1 6 15,-3-2-3-15,-1 3-1 16,3-1 3-16,-1 4-3 16,-4-2 1-16,-4 0 1 15,1 2-1-15,-3-1 1 16,-1-1-2-16,-1-2 2 15,4 0 1-15,0 2-3 16,2-1 0-16,2-1 2 16,3 0 0-16,-1 2-1 15,5 0-1-15,-1-1 3 16,7 1-3-16,-1 2 1 16,5-2 3-16,-2 4-5 15,4-2 4-15,-1 3-1 16,4 1-2-16,-2 0 2 15,2 0-6-15,-1 0 6 16,1 0-2-16,0 0 2 16,-3 0-3-16,-3 0 1 15,-1 0 1-15,-5 0 1 0,0 5-2 16,1 3 2 0,-7-2-2-16,-1 5 0 0,-5-3 3 15,-2 2-4-15,-5 1 3 16,-1-1-1-16,-6 0 0 15,4-2 1-15,2 2-3 16,-1-5 4-16,5 1-2 16,2 0-3-16,4-2 5 15,3 0-3-15,-1-3 3 16,7 2-2-16,-1-3 0 16,6 0 1-16,1 0-1 15,1 0 0-15,-1 0 2 16,5 0-4-16,-1 0 3 15,5 0-1-15,0 0-1 16,7 0 0-16,-4 0-1 16,9 0 3-16,-2-6-1 15,5 4-1-15,2-2 1 16,-2 2 0-16,-3-2 1 16,0 0-1-16,-9 0 0 15,2 1 1-15,-5-3-3 16,-2 2 2-16,3 0 2 15,-1-2-4-15,3 2 5 16,1-1-5-16,2-1 3 16,1 2 2-16,1 0-5 15,3-2 2-15,2 0 2 16,3-3-2-16,-1 1 0 16,3 0-5-16,1-2 6 15,0 1-1-15,-1 0-1 16,-1 3 1-16,2-1 0 0,-7 3 0 15,0-2 1-15,-4 4-1 16,-4-1 0-16,0-1 1 16,-4-1-2-16,2 4 3 15,3-3-4-15,1 1 4 16,-2 0-2-16,2-2 0 16,1 1 1-16,-1-2-1 15,0 5 0-15,-3-5 0 16,-1 1 1-16,-5-1 0 15,1 5-4-15,-4-4 3 16,-3 4 1-16,-2-3-1 16,-2 2 0-16,0 2 0 15,-4 0 0-15,-1 0 1 16,-3 0-2-16,1 0 3 16,-2 0-3-16,-1 0 2 15,-3 0 1-15,-2 0-4 16,0 0 4-16,-2 0-2 15,-1 0 0-15,1 0 2 16,2 0-4-16,3 0 4 16,-1 0-2-16,4 0 0 15,1 0 2-15,-1 0-5 16,7 0 4-16,1 0 0 16,2 0-1-16,3 0 0 15,3 0 0-15,-1 0 2 16,1 0-2-16,-1 0-2 15,1 0 6-15,-2 0-6 16,7 0 1-16,-6 0 2 16,7 0-5-16,0 0 6 15,0 0-3-15,1 0 2 0,0 2-1 16,-3 2-2-16,4 2 4 16,-7-2-2-16,1-1 0 15,-3 3 2-15,-1 0-3 16,-1-2 2-16,-2 2 1 15,0-4-2-15,-2 1 1 16,1-3-2-16,-4 3 3 16,-1 0 0-16,-3 2-5 15,1-5 6-15,-3 5-2 16,0-1 1-16,-3-1 0 16,-1 2-2-16,-2-4 2 15,-5 4-1-15,-1-4 0 16,0-1 2-16,-4 0-6 15,0 0 7-15,-3 0-1 16,-1 0 0-16,0 0 1 16,-4 0 0-16,5 0 0 15,1 0-1-15,0 0-1 16,0 0 3-16,1 0-2 16,-5 0 0-16,0 0 1 15,-6 0-5-15,-6 0 3 16,-7 0-1-16,-5 0 2 15,-6 0 3-15,-4 0-2 16,-3 0 14-16,-3 0 10 16,0 0-6-16,0 0-12 15,0 0-8-15,0 0 2 16,0 0-6-16,0 0-3 16,0 0-3-16,-19 6-14 15,-18 4-34-15,-17 5-49 0,-21-3-23 16,-20-8-98-16</inkml:trace>
  <inkml:trace contextRef="#ctx0" brushRef="#br0" timeOffset="38834.25">15011 3917 301 0,'2'-3'61'16,"3"-4"-33"-16,-5-5-1 16,4 1 8-16,-4 0 5 15,0 1 17-15,0 0 7 16,0 3 3-16,0 3-37 15,0 3-18-15,0-1 4 16,-6-2-5-16,-5 3-10 16,-4-4 3-16,-7 4-1 15,-4 1-1-15,-6 0-1 16,-8 0-5-16,-4 0 7 0,-5 0-3 16,-7 10 1-1,-4 0-1-15,-3 5-2 0,1-2 4 16,-5 2-1-1,3 1-2-15,-3-2 2 16,5 3-2-16,2-2 2 0,-3 0 1 16,3 1-3-16,4-1-1 15,0 3 1-15,0-1 3 16,4 1-3-16,3-1 0 16,5-1 3-16,6-3-1 15,6 5-3-15,1 0-6 16,3-6 10-16,-2 8 0 15,0 0-2-15,-2 7 0 16,0-5-2-16,-1 7 2 16,-3 0 2-16,4 1 0 15,2-1-3-15,4-2 2 16,2-2-1-16,7-6 0 16,4 0 0-16,6-2-2 15,3-3 2-15,4 4-4 16,0 0 3-16,0 3 0 15,0 0-1-15,0 2 3 16,13 1-1-16,6-3-2 16,5 2-1-16,4-2 1 15,9 1 2-15,7-3-2 16,10-1-3-16,5-5 3 16,9-3 1-16,6-4 4 15,7-6-2-15,10 0-2 16,3 0 4-16,12 0-3 15,3-6 2-15,10-5 1 16,1-1-5-16,3 0 2 0,2-3 1 16,-2 1-2-16,1 0 3 15,-1 1-4-15,-2 1-1 16,-1 1 3-16,1 3-2 16,-1-2 2-16,-6 0-2 15,0-1 1-15,-4 1 2 16,-1-1-2-16,-5-3 2 15,-5 2-1-15,0 3-1 16,-5-1 2-16,-1 2-1 16,-3 3-1-16,3 1 1 15,-3-2 0-15,1 6 2 16,1-2-6-16,-6 2 5 16,-2 0-1-16,-6 0-1 15,-8 0 1-15,-7 0-3 16,-5 0 4-16,-4 0-1 15,-2 0-1-15,-1 0 1 16,1 0-1-16,0 2 2 16,1-2-2-16,3 0-1 15,0 0 3-15,0 0-1 16,-2 0 0-16,-3 0 0 16,-3 0-3-16,-7 0 3 15,-5 0-1-15,-4 0 0 16,0 0 2-16,-1 4-5 15,-1-1 5-15,0 0-1 16,-2-2-1-16,0 1 1 16,2-2-2-16,0 0 3 15,2 0 0-15,3 0-1 16,-3 0 2-16,0 0-2 16,-2 0 1-16,0 0 0 15,-1 0-2-15,1 0 2 0,2 0 0 16,0 0-1-16,6 0 3 15,4 0-6-15,3 0 7 16,3 0-4-16,2 0 1 16,1 2 0-16,3 2-1 15,2 0 2-15,2 0-2 16,2 2 0-16,3 0 0 16,-1 0 1-16,0-3-1 15,1 3 0-15,-7-2-2 16,-1 0 3-16,-3-1-2 15,0 0 2-15,-3 3-1 16,-1-1-2-16,-4 1 3 16,0 4-1-16,-1-5-1 15,0 3 1-15,4-4-2 16,-1-2 0-16,3-2 0 16,-2 0-1-16,0 0 2 15,1 0-2-15,-5-6 6 16,-5-3-3-16,-8-1-1 15,-2-2 3-15,-4 3-2 16,-4-5 2-16,-1-4-1 16,0-5-1-16,3-2 8 15,3-2-5-15,-1-3 1 16,-2-1-2-16,-2-1-2 16,-8 5 3-16,-1 0 0 15,-4-4 1-15,-5-2 6 16,-2 0-6-16,0-5 1 15,0-3 2-15,-16-2-3 16,-6-3-1-16,-3-1-5 16,-3-1 4-16,-4 1 2 0,-7 3-6 15,-6 1 5-15,-5 2-2 16,-6 3-5-16,-6 5 4 16,-9 4 0-16,-6 4 3 15,-7 2-3-15,-11-1 0 16,-4 5 0-16,-7 4-1 15,-3 2 3-15,-9 2 0 16,-3 5 0-16,-4 5-2 16,-9 1-5-16,-3 0 6 15,-3 0-2-15,-4 7 4 16,-2 11-3-16,-9 1 0 16,-4 6 0-16,-4 2 3 15,-6 6-4-15,2 2 3 16,5 0-1-16,14 2 1 15,10-2 2-15,15-6-2 16,18-7 1-16,11-1 0 16,14-8 1-16,15-4 3 15,9-2-5-15,9-1-1 16,8 0 3-16,4 0-4 16,7-2 1-16,8 2-1 15,0-5 1-15,4 4 0 16,8-3 0-16,2-2 0 15,2 2-1-15,1-2 2 16,3 0 0-16,0 0-6 16,0 2 4-16,0 0-25 15,21 3-50-15,12 5 22 16,8 2-81-16,4-6-47 16</inkml:trace>
  <inkml:trace contextRef="#ctx0" brushRef="#br0" timeOffset="40782.18">13753 7521 415 0,'-26'-12'54'0,"-2"7"-12"15,-2-3-7-15,4 2 8 16,-2 0-8-16,4 3 1 16,1-3-14-16,1 0-5 15,-2 2-13-15,-2 2 1 16,0 2 0-16,-6 0-3 15,-2 0-1-15,-2 0-1 16,-1 9 0-16,-7 11 2 16,-2 1-3-16,3 7 3 15,-5 5 0-15,0 0-2 16,6 5 5-16,3 0-8 16,3 1 3-16,2-2 3 15,4 3-4-15,4-3 3 0,4 6-4 16,4 0 3-1,3 5 0-15,5 4-1 16,1 5 1-16,5 2-1 0,4 6 4 16,0 0-2-1,0 3 1-15,2 0 2 0,11-4-4 16,4-4 3-16,0-6 1 16,7-2-5-16,1-10 2 15,5-2 1-15,8-2-2 16,5-5 1-16,3-4-3 15,10-6 4-15,5-4-2 16,5-5-1-16,2-4 4 16,2-6-4-16,5-4 5 15,-3 0-3-15,-1 0 0 16,-1 0 1-16,-1-12-2 16,1-4 1-16,-4 0 0 15,3-4-1-15,-1-3 3 16,2-4-4-16,3-4 2 15,0 0 2-15,-2-4-3 16,4-3 1-16,-2-2 4 16,1-4-6-16,-6 1 5 15,1-4-5-15,-7 2 3 16,-1 2 2-16,-7-2-1 16,-4 1-3-16,-8-1 3 15,-5-2-2-15,-5 2 2 16,-2-4-1-16,-8-1 0 15,0-1-1-15,-8 3 1 16,-8-3-1-16,-4 4 0 0,-2-2 1 16,0-2 2-16,-18-1-3 15,-8 0 1-15,-6-3-7 16,-7 3 5-16,-11 2-3 16,-10 0 3-16,-11 5-4 15,-9 6-1-15,-8 5 5 16,-9 9-2-16,-2 5 0 15,1 10 0-15,-1 4 1 16,-1 6 1-16,8 0-1 16,3 12-1-16,8 5 0 15,9 7-1-15,8 1 2 16,11 1 3-16,13 4-7 16,10 3 4-16,12 4-4 15,9 5-25-15,9 6-5 16,0 6-25-16,0 7-28 15,0 1-22-15,0 3-121 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22T02:41:39.4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23825 9492 278 0,'-9'-16'76'16,"-4"3"-41"-16,7 3 0 15,-3-1-12-15,0 1 29 16,3 0-19-16,0 1-10 16,2 1-1-16,-2 2 4 15,4 0-6-15,0 1 2 16,0 5-3-16,2 0-2 16,0 0-11-16,0 0-2 15,0 0-4-15,0 0-2 16,0 11 2-16,0 16-2 15,0 10 5-15,0 12 0 16,0 8 1-16,0 6 3 16,0 0 3-16,2-1 10 15,0-4-2-15,0-4-5 16,0-5 5-16,2-5-6 16,0-7-2-16,-2-6-1 15,0-4-6-15,0-3 2 16,-2-6-4-16,0-5 0 0,0 0-1 15,0-1-7-15,0 1 8 16,0 0-3-16,-2 0 1 16,-6-1-22-16,0-1-24 15,4-6-17-15,4-5-30 16,0-5-25-16,6-26-49 16</inkml:trace>
  <inkml:trace contextRef="#ctx0" brushRef="#br0" timeOffset="2467.37">23790 9395 270 0,'0'0'55'15,"0"0"-30"-15,0 0-13 16,0 0-12-16,0 0-3 0,-15-12 0 15,15 12 6 1,0 0-2-16,13 0-1 16,2 6 4-16,9-2-1 0,4 0 3 15,11-4-2-15,7 0 4 16,13 0 7-16,9-2 8 16,12-11-2-1,13-5-6-15,3-2-6 0,10-3-2 16,4 2-2-16,2-4-3 15,-1 1 0-15,-3 2-2 16,-3-1 1-16,-5-1 0 16,-8 5-1-16,-1-2 2 15,-4 1-5-15,-3-1 1 16,1 1 8-16,-1 1-6 16,1-5 6-16,8 4 11 15,-1-2 17-15,6 1-19 16,3 0-12-16,-1-1 1 15,1 1-2-15,5 2-2 16,3-5 1-16,12 1 0 16,4 0 2-16,2 0 1 15,5-1-4-15,-1-1 4 16,4 0-1-16,-1-1-1 16,-1 1 1-16,2 0 0 15,1 1 2-15,1 2-4 16,-5 3 0-16,1 3 3 15,-4-1-3-15,2 5 2 16,-1-3-1-16,-1 3-3 16,2-1 2-16,-2-1-2 15,-6 1 2-15,-1 1 3 16,-3 2-4-16,-7 3 4 16,-5-4 1-16,-4 5-3 0,-3 2 2 15,1-2-4 1,-5 0 3-16,3 0-5 0,-4 1 3 15,-1-1 1-15,2 0-4 16,-4-5 4-16,-1 0-2 16,-6-1 0-16,1 1 0 15,-6 1 2-15,-5 0-5 16,-2-1 5-16,-3 1-5 16,-4 2 4-16,-1 1 1 15,-1-1-3-15,-4 0 3 16,3 1-6-16,-5 1 8 15,-4 0-4-15,-5 0 2 16,-10 2-5-16,-6 2 2 16,-10 2 3-16,-6 0 0 15,-6 0-4-15,-7 0 2 16,-1 0 0-16,-3 0 2 16,2 0-1-16,-2 0-4 15,0 0 2-15,0 0-1 16,0 0 2-16,0 0 3 15,0 0-4-15,0 0 6 16,0 0-7-16,0 0-1 16,0 0 1-16,0 0 0 15,0 8 4-15,6 9-2 16,0 11 0-16,3 8 1 16,0 12 0-16,4 14 4 15,-3 10 3-15,1 10 1 16,2 13 14-16,-3 5-1 15,6 5-10-15,-2 2 0 0,2-2-7 16,1-6-2 0,2-8 0-16,-3-11 1 0,-4-12-5 15,-1-10 1-15,-4-12 3 16,-7-11-3-16,0-6 1 16,0-10-2-16,0-4 0 15,-11-3 10-15,-8-4 5 16,-5-2-2-16,-6 0-7 15,-6-3-5-15,-10 0 0 16,-8-3 6-16,-9 0-9 16,-9 1 5-16,-5-1-2 15,-12 4 0-15,-1 0 2 16,-5 2-8-16,-1 2 11 16,-6 4-9-16,1 1 3 15,-7 0 5-15,-5 3-4 16,-10 3-3-16,-9 3 4 15,-10 2-2-15,-12 3 2 16,-8 6-6-16,-12 5 9 16,-9 2 2-16,-4 5-7 15,-7 7 9-15,0 4-5 16,1 0 4-16,6 6-4 16,10-3-1-16,3-5 3 15,10-6-7-15,5-4 4 16,6-8 1-16,5-7-2 15,2-4 4-15,2-6-4 16,3 2-1-16,6-2 3 16,6-1 0-16,4 1-2 15,11 3 3-15,11-3-5 16,11-2 2-16,5 1-1 16,7-3 1-16,12-2 1 0,1-1-3 15,5-2 3-15,2-3-1 16,1 0-1-16,1 1 1 15,0 1-4-15,2 3 4 16,1-1-1-16,-1 1-3 16,1 0 6-16,-3 1-5 15,2-1 4-15,-4-1-5 16,5 1 5-16,-6 2 0 16,1-1-5-16,0 1 5 15,2 0-2-15,-1 1 0 16,1 3 0-16,0-6-2 15,-4 5 5-15,1-3-2 16,-3 0-3-16,-3 4 3 16,1-3-1-16,-3 0 0 15,2-1 0-15,2 1 0 16,7-3 1-16,3 0-2 16,5-1 3-16,2-2-1 15,6-2-3-15,5 1 1 16,5-6 4-16,4 1-4 15,6-3 3-15,8 2-1 16,0-2 2-16,8 0 1 16,2 0-1-16,2 0 2 15,2 0-4-15,0 0 1 16,0 0 0-16,0 0-4 16,0 0 9-16,0 0-4 15,0 0 5-15,0 0 0 16,0 0-5-16,0 0 3 15,-3 0-5-15,-1 0 0 0,-1 0 0 16,1-2-2 0,0-1 2-16,-2 1 0 0,-3-4-2 15,3-2 2-15,-3 1-2 16,-2-1 2-16,3-2 0 16,-1 2-4-16,-2-1 6 15,1 1-4-15,0-4 1 16,0 0 2-16,0 0-4 15,-2 1 1-15,4-7 2 16,-5 2-1-16,2-3 1 16,-1-3-2-16,-2 0 0 15,-3-5 3-15,0-2-4 16,-2-2 4-16,-7-5-4 16,2-8 3-16,-4 2 0 15,2-4-4-15,0-2 3 16,3-5 0-16,-1 3 0 15,5 0-1-15,2 3 2 16,-1 2-1-16,6 9-3 16,2 11 3-16,4 7 2 15,2 7-4-15,2 5 5 16,0 2-3-16,2 4-2 16,0 0-10-16,0 0-30 15,0 0-9-15,0 0 4 16,0 6 19-16,4 9 6 15,12 5-22-15,-2 3 1 16,6 6-24-16,6 1-38 16,10-5-14-16,9-9-17 15</inkml:trace>
  <inkml:trace contextRef="#ctx0" brushRef="#br0" timeOffset="3484.31">24937 9178 207 0,'0'-10'37'16,"-2"5"3"-16,-2-1 3 15,1 0-15-15,-1 0 8 16,4 3-2-16,0 0-4 16,-2 2-8-16,2-1-11 15,0 2-1-15,0 0-1 16,0 0-10-16,0 0 0 16,0 0-6-16,0 3 1 15,0 11 2-15,9 7 4 16,1 8 5-16,-1 11 4 15,1 4 5-15,-1 7 5 16,0 6 9-16,3 5-9 16,0 2 0-16,4 2 5 15,0 0-6-15,1-2-5 16,2 0 3-16,1-2-4 16,-1-1 6-16,3-3-5 15,-3 2-3-15,2-4-2 16,1 0 2-16,2 1-4 15,0-3-2-15,-1 0 0 16,0-3 1-16,-1-1 0 16,-1-1-4-16,-1-5 4 15,0-4-4-15,-4-5 0 16,0 0-1-16,-2-6 0 0,0-4 1 16,-2 0-1-16,-3-4-3 15,-2-5 4-15,1-3-4 16,-4-2 0-16,1-4 2 15,-3-6-2-15,0-1-2 16,-2 0-14-16,0 0 2 16,0-1-15-16,2-18-63 15,11-9-72-15,2-13-23 16</inkml:trace>
  <inkml:trace contextRef="#ctx0" brushRef="#br0" timeOffset="4183.52">25873 9116 144 0,'0'0'34'0,"0"0"-11"16,0 0 15-16,0 0-4 16,4 2 5-16,0 8-29 15,3 4 3-15,4 7 7 16,1 13 14-16,6 9 3 15,-1 13 7-15,4 10 4 16,1 8-5-16,4 5-5 16,2-1-8-16,-3 3 1 15,1-6-10-15,0 0-5 16,2-6 2-16,-4-5-5 16,0-1-8-16,1-2 6 15,-1-4-4-15,2-2-1 16,-4-3-3-16,2-4 3 15,-6-1 1-15,4-5-4 16,-5 0 3-16,-4-10-5 16,0-3 0-16,0-4 2 15,-4-3-7-15,-1-5 5 16,0-4-5-16,-3 1 2 16,4-3 0-16,-3-5-2 15,2-6-25-15,8 0-16 16,10 0-3-16,6-32-2 15,13-17-73-15,5-14-39 16</inkml:trace>
  <inkml:trace contextRef="#ctx0" brushRef="#br0" timeOffset="4749.96">26816 8808 242 0,'0'0'11'0,"0"0"-9"15,0 0 34-15,0 0 14 16,2 149-18-16,8-81-1 15,0 8 15-15,8 3 10 16,2 1-11-16,1 3-20 16,9-2 3-16,2 1-6 15,0-1-4-15,4-6-3 16,-2 3-4-16,0-8-1 16,-6-9-3-16,-2-3-3 15,-3-7 1-15,-1-7-5 16,-4-5 2-16,-2-9-2 0,-2-4-1 15,-6-5 1-15,0-5-5 16,-1-3 4-16,-3-6 1 16,1-1-23-16,-1-1-11 15,0-5-24-15,3 0-42 16,5-12-7-16,4-19-12 16</inkml:trace>
  <inkml:trace contextRef="#ctx0" brushRef="#br0" timeOffset="5300.42">27584 8475 214 0,'0'0'44'0,"0"0"-4"16,0 103-26-16,0-56 16 16,2 3 23-16,17 7-5 0,4 10 5 15,6 2 1-15,3 12-18 16,0 1-10-16,4 3 1 16,1 2-4-16,-2-2-2 15,1-1 1-15,-1-5-10 16,-3-6 0-16,-4-4 0 15,-2-8-9-15,0-4 1 16,-5-5-2-16,-1-5-1 16,-4-6 0-16,2-4-5 15,0-1 3-15,-2-6-1 16,2-1-1-16,-4-1-1 16,4-2-9-16,-3-2-29 15,2-4-18-15,2-14-55 16,3-6-20-16,0-18-30 15</inkml:trace>
  <inkml:trace contextRef="#ctx0" brushRef="#br0" timeOffset="6116.19">28517 8466 257 0,'0'0'15'16,"0"0"-14"-16,0 0 5 16,0 0 24-16,18 31 7 15,-10-6-9-15,3 6 5 16,4 9 0-16,2 7 10 16,0 1 4-16,2 7-11 15,3 3-12-15,2 8-3 16,0 1 6-16,-1 3-4 15,1 4 1-15,0-1-4 16,-1 0-2-16,-2-4-5 0,-1-4-3 16,-2-1-2-16,0-8-1 15,-2-5 1 1,-1-5-9-16,0-3 5 0,-2-11-4 16,0-3 2-16,-5-5-2 15,-1-5-2-15,-1-7-1 16,-2 0 3-16,0-5-4 15,-1-1 3-15,1-2-3 16,1-2 3-16,-1 2-5 16,6-4-51-16,8 0-29 15,4-14-27-15,8-21-58 16</inkml:trace>
  <inkml:trace contextRef="#ctx0" brushRef="#br0" timeOffset="6767.22">29748 8363 234 0,'0'0'70'15,"0"0"-26"-15,22 105 9 16,-12-63-9-16,3 11-7 16,4-1 1-16,1 4-10 15,1 4 12-15,0 2-10 16,0 3-8-16,-1 3-3 15,0 2 3-15,-2 0-4 16,0 0-4-16,-2-3 0 16,4 4-3-16,-1-7-4 15,0 3 2-15,-2-5-1 16,3-3-6-16,-4-4 6 16,4-4-3-16,-4-4 0 15,2-4 3-15,-2-8-9 16,4-4 2-16,-5-4-1 15,0-5 1-15,0-3 0 16,-3-6-5-16,1 0 6 16,-4-1-3-16,1-2-4 15,-1-4 2-15,-3-4 1 16,-2 2-14-16,-2-4-22 16,0 0-2-16,0-6-19 15,-2-16-139-15</inkml:trace>
  <inkml:trace contextRef="#ctx0" brushRef="#br0" timeOffset="13834.47">23697 12106 333 0,'0'-25'66'0,"-6"3"-20"15,-2 6-6-15,1 3-4 16,1 3-5-16,3 4-7 15,1 3 1-15,2 0-17 16,0 3-10-16,0 0-2 0,0 0 1 16,0 0-1-16,0 8 0 15,15 16-2-15,2 8 11 16,5 12 6-16,0 11 6 16,0 9 0-16,0 6-3 15,0-4-5-15,-2-3 1 16,-1-8-1-16,-2-9-2 15,-2-5-4-15,-2-12-2 16,-4-10 1-16,-3-4-1 16,-2-8 0-16,-4-1-2 15,0-6 0-15,0 0 5 16,0 0 19-16,-6 0-6 16,-11-18-14-16,-5-7-3 15,1-8-1-15,-3-10 1 16,1-7-7-16,1-11 9 15,2-3-5-15,6-3-6 16,0 1-13-16,6 5-1 16,6 9 4-16,2 5 8 15,0 10 1-15,0 8 13 16,15 8-5-16,2 1-2 16,5 5 2-16,2 5-7 15,-1 10 13-15,1 0-1 16,-3 0-10-16,-4 23-7 15,1 4 10-15,-8 4 8 16,-1 1-4-16,-4-7-2 0,-5-2 7 16,0-3-6-1,0-6 5-15,0-1-3 0,-12-2 1 16,-2 1 0-16,-4-7-2 16,3 3 6-1,2-4-5-15,2-2-6 0,3-1 5 16,6-1-3-16,0 0 5 15,2 0-14-15,0 0-42 16,8-12-78-16,14-8-5 16,6-7 11-16</inkml:trace>
  <inkml:trace contextRef="#ctx0" brushRef="#br0" timeOffset="14383.34">24063 11956 225 0,'0'0'40'16,"0"0"22"-16,-30 97-31 16,24-59-3-16,1-2-10 15,5-5-7-15,0-8-2 16,0-6-9-16,0-5 4 16,0-6-5-16,0-4 0 15,0-2 0-15,0 0 7 16,0-4 31-16,0-12-10 15,0-5-25-15,0-3 3 16,0 4-1-16,0-1-2 16,0 0-1-16,5 8-1 15,1 4 0-15,3 5-2 16,4 4-1-16,-1 0 4 16,6 1-4-16,-3 14 6 15,0 0-1-15,1 1 3 0,-6-1-2 16,-4-3-10-16,2-5 11 15,-5-3-5-15,0-2-3 16,-3-2 8-16,0 0 0 16,0 0 7-16,0-5-9 15,0-8-10-15,0 0 11 16,0-2-1-16,0 0-4 16,0 7 3-16,2 0-3 15,6 2-2-15,0 6 7 16,6 0-1-16,-4 0-3 15,5 2-1-15,-4 11 3 16,0 3-9-16,-1 0 14 16,-3-1-19-16,2-2-22 15,-1-4 6-15,-2 2-28 16,6-11-19-16,-2 0-42 16</inkml:trace>
  <inkml:trace contextRef="#ctx0" brushRef="#br0" timeOffset="14766.34">24423 11812 292 0,'0'0'4'16,"0"0"27"-16,0 0 6 15,14 110-6-15,-7-74-12 16,4 1-12-16,-1-4 1 15,4-3-1-15,-2-10-5 16,0-1 1-16,-2-4-2 16,-4-6 0-16,-4-3-2 15,-2-2-42-15,0-1-5 0,0-3 30 16,-16 0-14-16,-4 0-21 16,-2 0 9-16,1-9 16 15,4-7-14-15,2-2 2 16,4 4 40-16,2 2 32 15,5 2 7-15,4 2 10 16,0 1-21-16,0 1-26 16,19-6 5-16,5-3-7 15,6-3 0-15,4 2-2 16,1-3-20-16,0 0-21 16,1 2-39-16</inkml:trace>
  <inkml:trace contextRef="#ctx0" brushRef="#br0" timeOffset="15133.38">24765 11806 250 0,'0'0'70'0,"0"0"-19"15,0 0-24-15,0 0-1 16,0 0 1-16,-31 27-6 16,27-20-11-16,4-6-2 15,0 4-5-15,0-5 1 16,0 0 5-16,0 0 10 15,0 0-7-15,0 0-7 16,15 0-1-16,0 0 10 16,11 0-4-16,3 0-8 15,-4 7 0-15,3 4-1 16,-5 0 1-16,-3 3-1 16,-5 1 3-16,-2 0 4 0,-4 1 4 15,-7-1 1 1,-2-1 4-16,0 1 0 0,0-1-7 15,0 0-3-15,-2-5-2 16,-7 3-7-16,1-4 0 16,1 2-4-16,5-4-1 15,2 0-20-15,0 1-40 16,0-3-27-16,11-4-56 16</inkml:trace>
  <inkml:trace contextRef="#ctx0" brushRef="#br0" timeOffset="16267.13">26011 11104 397 0,'0'0'71'0,"0"0"-67"16,0 0-11-16,0 0 10 15,-26 70 9-15,26-27 13 16,0 4-5-16,0 1-12 16,0-3-2-16,0 2 5 15,0-4 8-15,0-1-10 16,2-5-2-16,4-4-2 16,-2-5-2-16,1-9 0 15,-3-7-3-15,0-7-7 16,1-2 1-16,-1-3 5 15,2 0-3-15,-2-5 11 16,2-15 11-16,-2 0-18 16,1-8 3-16,-3 3-3 15,0 0 0-15,0 2-1 16,0 5-1-16,0 7 2 0,0 2-4 16,0 3 7-16,0 6-9 15,0 0 1-15,0 0-22 16,0 11-3-16,-3 10 14 15,3 3-39-15,0-2-1 16,0-2-30-16,3-7-26 16,14-2 59-16,6-10 45 15,-1-1 8-15,-2 0 9 16,-8 0 0-16,2 0 6 16,-8 0 8-16,-4-6 20 15,-2-1 20-15,0-5-37 16,0-1 3-16,0 0 3 15,0-1-9-15,0 0-5 16,0 2-6-16,0 3-6 16,-2 1-7-16,-6 4 0 15,-2 2 14-15,4 2-7 16,-2 0-3-16,0 8-2 16,2 13-1-16,4 5 4 15,0 2-1-15,0 6-3 16,2-3 5-16,0-3-2 15,0 1 0-15,0-6 3 16,4-3-5-16,4-5 0 16,2-5-1-16,-2 0-6 15,-2-8 2-15,2-2 3 16,-2 0-26-16,-2 0-18 16,2-8-8-16,3-15-59 15,-2 0-98-15</inkml:trace>
  <inkml:trace contextRef="#ctx0" brushRef="#br0" timeOffset="16475.37">26213 11353 235 0,'0'0'64'0,"0"0"-30"15,2 130-8-15,-2-88-6 16,4-5-9-16,0-6-3 15,1-6-7-15,4-8 1 16,-3-5-5-16,2-6-28 16,1-6-25-16,2 0-29 15,-3-14-79-15</inkml:trace>
  <inkml:trace contextRef="#ctx0" brushRef="#br0" timeOffset="16703.3">26460 11257 251 0,'0'0'72'0,"0"0"-37"16,0 136-5-16,6-90-5 16,4-5-8-16,0-6-6 15,0-6-7-15,4-4 2 16,-4-7-4-16,1-2 0 15,-4-4-3-15,-5-4-43 16,-2-5-31-16,0 0-43 0,0-3-82 16</inkml:trace>
  <inkml:trace contextRef="#ctx0" brushRef="#br0" timeOffset="16866.52">26417 11486 259 0,'0'0'-2'16,"0"0"15"-16,0 0 16 16,110-39-20-16,-67 28-7 15,0-1 1-15,3 0-27 16,-4-2-89-16</inkml:trace>
  <inkml:trace contextRef="#ctx0" brushRef="#br0" timeOffset="17583.36">27403 10909 278 0,'0'0'71'0,"0"0"-10"15,0 0-19-15,0 0 2 16,0 0-9-16,-6-42-16 16,0 42-19-16,0 0 5 15,-6 7-11-15,-6 12 14 16,-1 7-4-16,-2 4-2 15,-1-3 0-15,3 0-2 16,3-4 3-16,6-3-3 16,1-4 0-16,4-3 0 15,3-3-2-15,2-2 0 16,0-3-2-16,0-5-6 16,10 0-3-16,11 0 22 15,5 0 1-15,2 0-6 16,2 0-1-16,-2-1-1 15,0 1 1-15,-4 0-2 16,-5 4-4-16,-2 7-1 16,-2 7 5-16,-7-1 4 15,-1 3-3-15,-7-1 2 16,0-2 4-16,0 2-2 16,-2-1 5-16,-13-2 0 15,-2-1-7-15,-3 1-5 16,1-3-8-16,-2 2 7 15,-1-4-16-15,2 2-38 16,1-11-36-16,0-2-55 16</inkml:trace>
  <inkml:trace contextRef="#ctx0" brushRef="#br0" timeOffset="18266.41">27474 11044 215 0,'0'0'81'15,"0"0"-25"-15,0 0-30 16,19 109 6-16,-12-88-16 16,1-5-4-16,0-5-6 15,-1-3-3-15,-2-6 1 16,-1-2-5-16,2 0 0 15,0-6 7-15,2-12 10 16,0-7-10-16,4 0-6 16,0 2 0-16,-6 2 1 15,2 6-1-15,-1 5 1 16,0 6-1-16,1 4-3 16,-2 0-3-16,5 0 5 15,2 14 3-15,-2 3-2 16,0 4 14-16,0-1-9 15,-3-3-4-15,-2-2 2 16,-2-3 0-16,1-5-3 16,-3-1-13-16,-2-6-32 15,0 0 12-15,0 0 29 16,0-11-3-16,3-4 1 16,-1-3 2-16,0 2 5 15,0 5 3-15,2 3-2 0,2 4 7 16,-2 4-8-1,4 0 0-15,0 0 1 0,0 6 4 16,2 6-2-16,-6-1 2 16,2-1 1-16,-4-2-5 15,0-1-4-15,0-1 4 16,-2-2-2-16,0-4 3 16,0 0 30-16,0 0 13 15,0 0-33-15,0 0-1 16,0-6-2-16,0 0 1 15,0 1-12-15,2 1 2 16,3 4 2-16,-1 0-4 16,3 0 2-16,-3 0-1 15,2 6-12-15,-2 3-46 16,-1 3-25-16,-3 0 49 16,0-7-74-16,0-3-56 15</inkml:trace>
  <inkml:trace contextRef="#ctx0" brushRef="#br0" timeOffset="18531.58">27846 10892 303 0,'0'0'49'15,"0"0"-2"-15,0 0-15 16,8 117 9-16,1-80-19 0,2-2-5 16,-3-2-6-1,4-4-5-15,-2-2 0 16,-2-4-4-16,-4-5 0 16,-1-1-3-16,-3-2-23 0,0-5-59 15,0-4-5-15,-21-1-48 16</inkml:trace>
  <inkml:trace contextRef="#ctx0" brushRef="#br0" timeOffset="18785.73">27715 11101 271 0,'0'0'64'16,"0"0"-21"-16,0 0 35 16,0 0-29-16,0 0-2 15,114-95-22-15,-91 83-15 16,1 0-5-16,-2 5-3 16,-4 1-3-16,2 1 4 15,-4 5-38-15,-10 0-69 16,-6 0-27-16</inkml:trace>
  <inkml:trace contextRef="#ctx0" brushRef="#br0" timeOffset="33598.8">12899 5628 299 0,'0'-6'49'15,"0"-5"1"-15,-4 4-6 16,-1 1-16-16,2-1-5 16,3 2-11-16,0 4-2 15,0 0-10-15,0 1 1 16,0-3-5-16,0 3-37 15,0 0-9-15,0 0 28 16,10 0-13-16,0 0-11 16,-2 0-21-16,4 0-72 0</inkml:trace>
  <inkml:trace contextRef="#ctx0" brushRef="#br0" timeOffset="34431.44">13013 5548 322 0,'0'0'51'0,"0"0"-6"16,0 0-9-16,0 0-24 16,-5-9 2-16,1 6-4 15,4 2-9-15,-2 1-2 16,2 0 0-16,0-1 0 16,-2 1-2-16,2 0-6 15,-3 0-1-15,1 0-10 16,0 0-22-16,0 0-14 15,-2 1-37-15,0 6-14 0</inkml:trace>
  <inkml:trace contextRef="#ctx0" brushRef="#br0" timeOffset="35066.44">13013 5548 289 0,'-78'24'47'0,"78"-24"-8"0,0 0-26 15,0 1-8-15,0 5 2 16,0 0 6-16,0 0 12 16,0 0-9-16,0-3-2 15,0 1 3-15,0-4 4 16,0 0-10-16,4 0-2 15,2 0-3-15,10-1 9 16,-3-13 0-16,4-5-4 16,-2-3-2-16,5 2-5 15,-6-4 1-15,-3 2-2 16,0 3-4-16,-5-2 6 16,-2 3-4-16,-4 1 0 15,0 1 2-15,0 3 1 16,0 3 8-16,0 5 2 15,0-1 0-15,0 2 1 16,0 4-8-16,0 0-6 16,0 0-3-16,0 0-9 15,0 15 3-15,3 16 14 16,6 8 3-16,-1 11-1 16,2 4 1-16,0 4 2 0,-2-1 2 15,-2-3 12-15,4-6-7 16,0-3-6-16,-4-8-1 15,5-3-3-15,0-5 3 16,0-4-8-16,-1-5-2 16,1-6-2-16,0-3 0 15,-3-3-3-15,1-4 1 16,2-2-4-16,-1-2-13 16,2 0-8-16,0 0-12 15,2-8-4-15,-2-6-17 16,-4-1-44-16,-5 2-24 15,-3 4-72-15</inkml:trace>
  <inkml:trace contextRef="#ctx0" brushRef="#br0" timeOffset="35332.33">13170 6003 324 0,'0'0'32'0,"0"0"-6"16,0 0-3-16,0 0 6 15,0 0 30-15,-13 6-7 16,13-6-29-16,6 0-15 16,9 0 0-16,5 0 34 15,3-4-11-15,1-4-18 16,2-3-1-16,0-1-4 16,0-3 0-16,-1 3-7 15,-3-1-1-15,-1 2 2 16,-2 4-1-16,-7 1-1 15,-2 6-19-15,-10 0-46 0,0 6-78 16,-26 17-65-16</inkml:trace>
  <inkml:trace contextRef="#ctx0" brushRef="#br0" timeOffset="36749.01">12599 7778 291 0,'0'0'40'15,"0"0"-5"-15,0 0-8 16,-8-26-8-16,8 14-13 16,0-2 0-16,8-4-3 15,8-1 6-15,1-2-4 16,2-2 4-16,-2 2 4 16,1 1-6-16,-4 2 2 15,4 7-7-15,-6 3 0 16,4 8-1-16,-4 0-1 15,2 19-3-15,-6 17 2 16,-2 5 20-16,-3 3-11 16,-3 2-2-16,0 0 0 15,0-7 10-15,0 1 4 16,-9-7 1-16,1 1 0 16,-4-7-11-16,6-4-3 15,0-1 0-15,2-5-4 16,2-4-1-16,0-1 2 15,2-6-3-15,0-2-1 16,0-4-4-16,0 0 1 16,0 0 6-16,0-1-2 15,16-17 23-15,4-4 6 0,6-5-14 16,-3 0-1-16,-1 0-8 16,2 4-4-16,0 3 2 15,-4 2-4-15,2 7 1 16,-4-1-3-16,-4 3 4 15,-3 4-5-15,-2 3 0 16,-5 2 1-16,-4 0-9 16,2 0-35-16,-2 0-25 15,0 14-10-15,0 6-54 16,-8 3-132-16</inkml:trace>
  <inkml:trace contextRef="#ctx0" brushRef="#br0" timeOffset="38566.48">10435 10140 359 0,'0'0'60'0,"0"0"6"16,-46-25-39-16,36 19 0 15,2 3 0-15,-2 1-7 0,4-3-4 16,2 0-5-16,0 5-4 16,0-1 4-16,-1-4 1 15,1 4-3-15,1-4-4 16,1 4 10-16,0-5-6 16,2-4-13-16,0-2-1 15,0-5 8-15,0-2-2 16,7-11-1-16,12 0 5 15,5 1-3-15,-2-5-3 16,-2 5 2-16,4 2-1 16,-4 4 3-16,-3 7-2 15,-2 4 1-15,0 1-1 16,-2 10-1-16,2 1-6 16,-2 6 3-16,2 17-4 15,-5 8 14-15,2 2 1 16,-8 3-6-16,-4 3 3 15,0-2-4-15,0-3 2 16,0-5-1-16,0-3-3 16,0-7 2-16,0-3 0 15,0-11-1-15,0-2-1 16,0-2-2-16,0-1-7 16,0 0 3-16,13-1 7 15,4-12 0-15,7-5 8 16,-1-4-3-16,3 3 3 0,2 1-5 15,-2 7-1 1,-2-1 3-16,-2 8-6 16,1 4 2-16,-4 0-3 15,-2 0-1-15,-3 13-1 16,-4 13 2-16,-6 1 8 0,-4 6 0 16,0 2 1-16,-4 1 3 15,-15-1 6-15,-5-2 0 16,2-6-1-16,1 0-6 15,2-5 2-15,-1-5-1 16,4-3-5 0,0-3-2-16,3 0 2 0,2-5 2 15,5-5-4-15,0 1 0 16,3-2-3-16,1 0-1 16,0 0 1-16,2 0-6 15,0 4-21-15,0 8-46 16,0 10-36-16,0 7-3 15,17-2-120-15</inkml:trace>
  <inkml:trace contextRef="#ctx0" brushRef="#br0" timeOffset="44184.89">16255 8858 340 0,'-6'-11'36'15,"4"3"20"-15,-1-1-22 16,1 1 13-16,-2 0-9 16,4 1-1-16,-2 1-9 15,-1 4 2-15,3-4-13 16,0 4 6-16,0 0-4 16,-2 2-3-16,2 0-3 15,0 0-5-15,-2 0-7 16,2 0-1-16,-2 0-6 15,2 0-1-15,0 10 2 16,-2 13 0-16,0 8 10 16,-4 6-5-16,-4 1 6 0,2 0-4 15,2-5 1 1,0-6-2-16,0-3 2 0,4-6-3 16,2-5 0-16,0-5 0 15,0 0-3-15,0-4 2 16,0-4-3-16,0 0 2 15,0 0 0-15,0 0 0 16,12 0 1-16,0 0 6 16,8-2-2-16,1-8-1 15,1-1-3-15,-3 1 5 16,2-1-4-16,-1 4-2 16,-4 0 2-16,-2 1-9 15,2 1-13-15,-6 4-19 16,-4 1-19-16,-4 0-29 15,-2 0-45-15,0 0-17 16</inkml:trace>
  <inkml:trace contextRef="#ctx0" brushRef="#br0" timeOffset="44445.12">16266 9000 202 0,'0'0'82'16,"0"0"-22"-16,0 0-1 15,0 0-19-15,0 116 1 16,0-94 1-16,4-5-6 16,0-1-16-16,-1-3-11 0,-1-1-3 15,2 1-3 1,3-1-3-16,-1 2-1 0,0 1-11 15,-2 4-38-15,1-1-75 16,-3 1-51-16</inkml:trace>
  <inkml:trace contextRef="#ctx0" brushRef="#br0" timeOffset="45599.51">16412 10516 260 0,'0'0'43'16,"0"0"-22"-16,0 0-5 15,0 0 8-15,-90 0 11 16,70 4-8-16,1 0 0 16,4 4 6-16,0-5-21 15,2 1-1-15,0 2 10 16,7-2-7-16,-1-2-5 16,3-2 1-16,-1 2-1 15,3-2 1-15,2 0-4 16,0 0-3-16,0 2-4 15,0 1 0-15,0 6-2 16,0 4 2-16,0 6 2 16,0 6 0-16,0 8 3 15,0 6 3-15,0-1-1 0,0 0 3 16,0-4-6 0,0-5 6-16,0-3-3 0,0-9-3 15,0-3-1-15,0-7-4 16,0-1 1-16,0-2-6 15,0-4 1-15,2 0 4 16,5 0 0-16,2-4 0 16,-1-9 17-16,5-5-14 15,2 1 5-15,2 1-3 16,3 3-6-16,-3 1 0 16,2 2 4-16,5 3 1 15,0 5-2-15,2 2-2 16,-1 0 2-16,1 9-4 15,2 14 3-15,-2 6 4 16,-4 5 7-16,-6-4 6 16,0 1-3-16,-10-3 4 15,-2-8-5-15,-4-2-6 16,0-5 10-16,0-1 8 16,0-2-8-16,-12 0-1 15,-4-5-11-15,0 4-3 16,0-2-3-16,-3-1 2 15,8-4 0-15,-2 3-5 16,7 1-9-16,6 2-31 16,0 4-39-16,0 6-20 15,0 1-94-15</inkml:trace>
  <inkml:trace contextRef="#ctx0" brushRef="#br0" timeOffset="46733.34">16559 12415 272 0,'0'0'37'0,"0"0"-17"16,0 0 10-16,-68 118 0 15,58-75-5-15,-1-3-7 16,7 2-4-16,2-3 13 15,2-2-10-15,0-2 2 16,0 0-2-16,2-4-6 16,9-2-2-16,1-6-3 15,4-3 0-15,-2-5-5 16,4-7 2-16,2-4-3 16,-4-4 6-16,8 0 6 15,2-6 9-15,-2-11-5 16,-1-3-2-16,-1-3-11 15,-5-4-3-15,0 0 2 16,-6 0 4-16,-2-4-4 0,-5 0 0 16,-4 0-1-16,0 1-1 15,0-4 0-15,-16 9 1 16,0 3-1-16,-4 9 4 16,-4 11 3-16,1 2 7 15,1 10-13-15,-1 19 5 16,2 10-1-16,-3 6-2 15,4 4-3-15,6 4 2 16,4-5-1-16,8 2-2 16,2-7-28-16,0-8-45 15,16-13-97-15,10-16-191 16</inkml:trace>
  <inkml:trace contextRef="#ctx0" brushRef="#br0" timeOffset="48066.03">17860 5992 466 0,'0'0'58'0,"0"0"3"15,0 0-13-15,-50-18-22 16,42 12 8-16,0 1-8 16,4-1-11-16,4-6-7 15,4-10-8-15,28-6-8 16,15-8 20-16,11-7-8 16,16-4-1-16,-4-1-11 15,-3 5 19-15,-11 4-11 16,-4 0 1-16,-18 9 2 0,-8 7-3 15,-11 5 3 1,-7 8 1-16,-6 7-4 16,-2 3 0-16,0 0-3 0,2 12-1 15,0 14 2 1,4 17 7-16,-2 11 7 0,0 6-2 16,0 6 6-16,-2 4-2 15,2-7-1-15,3-5 5 16,0-8 3-16,-1-3-11 15,2-8-6-15,1-9-4 16,-2-5 1-16,-3-9 0 16,0-5-4-16,1-5 2 15,-1-4-10-15,-2-2-20 16,0 0-21-16,-2 0 14 16,0 0-2-16,0-3 13 15,0-10-8-15,-8-5-72 16,-12-3 5-16,-1-1-16 15,-5 2-93-15</inkml:trace>
  <inkml:trace contextRef="#ctx0" brushRef="#br0" timeOffset="48266.25">18232 6050 253 0,'0'0'61'0,"0"0"10"16,0 0 0-16,0 0-4 15,0 0-12-15,-8-4-17 16,8-8-9-16,4-4-13 15,16-7-8-15,3-4 4 16,7-3-12-16,6-4 2 16,6-3 0-16,-1 9-2 15,1-1 0-15,6 0-8 16,-2 7-26-16,-6 10-40 0,-8 12-54 16,-10 0-40-16</inkml:trace>
  <inkml:trace contextRef="#ctx0" brushRef="#br0" timeOffset="49299.07">20014 7370 287 0,'0'0'47'15,"0"0"-28"-15,0 0 3 16,0 0 5-16,-129 129 5 15,114-99-9-15,2-3-10 16,11-5-5-16,2-8-2 16,0-2-6-16,6-6-8 15,16-6 10-15,6 0 0 16,4 0 1-16,3-6 9 16,-1-6-4-16,2 2 2 15,-1 9-7-15,-5 1 1 16,0 0-1-16,-4 7-3 15,-2 15 3-15,-7 4-3 16,-4 2 4-16,-11 3 10 16,-2-2-8-16,0 0 9 15,-6-1-4-15,-16-2-4 16,0-2 2-16,2-5-4 16,0-3-4-16,2-7 1 15,6-2 0-15,-2-4 10 16,6-3 4-16,-1 0-11 15,1 0 1-15,3-7-6 16,5-15-7-16,0-5 6 16,0-8 10-16,0-7-4 15,9-15-4-15,10-3-1 0,-3-3 2 16,0-9-2 0,2 0-1-16,-4 2 0 0,2 9 3 15,-8 6-2 1,1 15 0-16,-6 9 2 0,-3 13 2 15,0 7 11-15,0 7-10 16,-5 2 1-16,-14 2 2 16,-3 0 2-16,-6 6-7 15,-2 15-1-15,-5 6-5 16,3 8 6-16,2 6-2 16,4 3-7-16,7 2-32 15,6 1-31-15,7-4-31 16,4-7-59-16</inkml:trace>
  <inkml:trace contextRef="#ctx0" brushRef="#br0" timeOffset="50246.53">22757 6481 328 0,'0'0'63'0,"0"0"-12"15,0 0-20-15,0-25-36 16,0 35 2-16,2 15 26 16,3 6 4-16,-5 2-9 15,0 2-6-15,0-4-4 16,0-2 0-16,-11-1 8 16,-6-3 3-16,-2-5-5 15,-3-1-3-15,-2-2-4 16,0-4-1-16,1-4-4 15,-1-1-3-15,7-5 2 16,2-3 1-16,2 0 3 16,4 0-1-16,5-19-11 15,4-7-1-15,0-10 7 16,0 0 2-16,13-8 6 16,4 1-5-16,5 6-2 0,-3 4-1 15,-1 10 1 1,0 7 1-16,2 10-4 0,2 6 5 15,-3 0-3-15,4 11-2 16,1 9 1-16,0 12 0 16,-3 6 2-16,1 5-2 15,-7 3 22-15,0-3-3 16,-5 1 6-16,-2-8-2 16,-2-2 1-16,-2-9-6 15,-2-7-3-15,-2-3-6 16,0-7 4-16,0-2-1 15,0-1-2-15,0-5 5 16,0 3-3-16,0 0-10 16,0 1-4-16,0 2-5 15,6 2-31-15,6-1-36 16,-6-3-32-16,0-4-111 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22T02:44:21.1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14723 5420 421 0,'0'0'22'0,"2"-21"15"16,-2 11-4-16,2-1 12 15,0-1-10-15,0 3 3 16,4-3-21-16,-2 1-10 16,0-1-1-16,0 0 6 15,0 0 8-15,-2 0-6 16,-2 2-3-16,0-2-2 16,0-2-5-16,-10 5-2 15,-8-3-1-15,-6 4-2 16,1 2 8-16,-3 0-5 15,-2 6 4-15,2 0-8 16,-2 0 3-16,2 0 3 16,3 6-6-16,4 11-4 15,1 7 7-15,1 6 8 16,4 10-2-16,-2 2-4 16,7 3-2-16,1-1 7 15,5-3-4-15,2-5 1 16,0-9-2-16,0-4-2 15,11-3 8-15,6-8-10 16,0 0 4-16,5-5-1 16,-1-1-2-16,5-2 7 0,-2-4-7 15,4 0 1-15,0 0-49 16,-3 0-55-16,-3-11-105 16,-5-6-188-16</inkml:trace>
  <inkml:trace contextRef="#ctx0" brushRef="#br0" timeOffset="565.11">14835 5434 445 0,'0'0'11'16,"0"0"32"-16,0 0 1 15,0 0-1-15,0 0-14 16,37 82-2-16,-25-76-5 15,2-5-5-15,2-1-5 16,-2 0 3-16,2-4 10 16,2-11-12-16,-3-7-3 15,0 1-1-15,-4-2-5 16,-3 2 3-16,-3-1-4 16,-3 5 0-16,-2 2 2 15,0 0 4-15,0 6 3 16,0 4-8-16,0 0 2 15,0 5-3-15,0 0-11 16,6 16-4-16,11 9 11 16,-1 6 6-16,3 6 3 15,2 6 0-15,-1-5-5 16,-5 2 7-16,0-1-1 16,-7-2-2-16,-1-2-4 15,-7 0-1-15,0-2-1 16,0-4 3-16,-2-2-1 0,-11-4-3 15,-5-4 3-15,4-2-3 16,-2-9 3-16,0-3 0 16,2-5 0-16,-2 0-4 15,2-6 3-15,2-13-4 16,5-5-3-16,7-1 2 16,0 2-6-16,0-2 7 15,11 2-8-15,15 3-8 16,2 3-19-16,6-1-13 15,5 3-12-15,6-1-18 16,0 3-49-16,3-5-47 16</inkml:trace>
  <inkml:trace contextRef="#ctx0" brushRef="#br0" timeOffset="883.91">15487 5386 478 0,'0'0'52'0,"0"0"8"15,0 0-25-15,0 0 3 16,0 0-4-16,-116-16-19 16,107 37-5-16,5 8 0 15,2 8 1-15,2 0 6 16,0-2-8-16,0 0 1 0,13-4-4 15,4-6-4-15,2-6 2 16,3-5-4 0,2-4 0-16,2-10 0 0,4 0 2 15,-1 0 6-15,6-10-10 16,0-9-32-16,-3-4-32 16,-2-3-18-16,-4 0-39 15,-5-5-86-15</inkml:trace>
  <inkml:trace contextRef="#ctx0" brushRef="#br0" timeOffset="1137.72">15612 5167 441 0,'0'0'50'0,"0"0"-13"15,0 0-29-15,0 0 24 16,0 0 38-16,42 105-24 15,-16-66-24-15,-2 3-8 16,2-6 3-16,-5-2-2 16,-1-5-6-16,0-8-5 15,-8-2-4-15,2-5 6 16,-4-4-9-16,-2-4-38 16,1-3-40-16,-2-3-49 15,-3 0-46-15,0-3-67 16</inkml:trace>
  <inkml:trace contextRef="#ctx0" brushRef="#br0" timeOffset="1322.35">15958 5336 366 0,'0'0'93'0,"0"0"-49"15,0 0-19 1,0 0 0-16,32 100-13 0,-28-88-1 15,2-3-5-15,-2-3-4 16,-2-4-18-16,-2-2-97 16,0 0-79-16</inkml:trace>
  <inkml:trace contextRef="#ctx0" brushRef="#br0" timeOffset="1466.25">15958 5336 315 0,'-28'-115'0'16,"30"121"7"-16,16 9-3 15,-2 2-51-15,4-3-99 16</inkml:trace>
  <inkml:trace contextRef="#ctx0" brushRef="#br0" timeOffset="1750.2">16205 5292 384 0,'0'0'74'0,"0"0"18"16,0 0-42-16,0 0 10 16,0 0-21-16,0 0-20 15,-46-25-22-15,46 49 10 16,0 2 14-16,0 5-13 15,4-3-2-15,10-3-2 0,4-6-4 16,8-5 4 0,2-5 0-16,4-6-6 0,7-3 9 15,-1 0-5-15,6 0 2 16,-4-4-26-16,-1-6-47 16,-7-2-64-16,-4-3-118 15</inkml:trace>
  <inkml:trace contextRef="#ctx0" brushRef="#br0" timeOffset="2665.05">17206 4704 415 0,'0'0'18'0,"0"0"25"15,0 0-10-15,0 0-18 0,0 0 25 16,65 118-11 0,-65-98-9-16,0-5-12 0,0 1-1 15,-6-7 7-15,-8 1-3 16,0-2-6-16,0-2 0 15,-1-3 0-15,0-3-2 16,4 0 0-16,1 0-1 16,1 0 3-16,0-15-4 15,3-5 3-15,2-3-3 16,4 0 4-16,0-2-6 16,0 1-1-16,0 5-1 15,10 4-2-15,8 4 11 16,-1 3-6-16,7 5-1 15,2 3-2-15,2 0 4 16,2 19-3-16,0 9 2 16,2 5 2-16,-4 6-2 15,-3 5 5-15,-5-3-9 16,-2 2 26-16,-10-3-8 16,-6 1 0-16,-2-4 3 15,0-5-7-15,-10 1-3 16,-16-4 1-16,-5 0-2 15,1-4-4-15,-2-2 2 16,-2-6-1-16,6-7-1 16,4-1 0-16,2-7-1 15,5-2 0-15,2 0-5 16,6 0 7-16,5 0-5 16,2 0 9-16,2 0 1 15,0 0-8-15,4 0-4 16,13 4 7-16,5 12 2 15,4 8 4-15,0 3 16 0,2 2 7 16,-2-2-11 0,-5 1-2-16,3-5 0 0,-5-4-13 15,-6-3-4-15,-1-3 1 16,-2-2-3-16,-2-6 6 16,-4-2-21-16,0 2-43 15,-2-5-28-15,0 0-16 16,-2 0-78-16,4 0-157 15</inkml:trace>
  <inkml:trace contextRef="#ctx0" brushRef="#br0" timeOffset="2826.95">17527 5635 415 0,'0'0'94'0,"0"0"-18"16,0 0-13-16,0 0-10 15,6 6-23-15,-2-6-29 16,1 1-1-16,-3 4-16 16,-2 5-103-16,0 1-177 15</inkml:trace>
  <inkml:trace contextRef="#ctx0" brushRef="#br0" timeOffset="13665.77">10323 10124 493 0,'-19'-9'16'16,"1"6"8"-16,4-3 12 16,-2 0-18-16,2 0 14 15,-4 5-2-15,2-4 2 16,0 4-15-16,-2 1-7 15,-3 0-4-15,0 0-5 16,-3 0 5-16,0 0 0 16,-1 0 0-16,-1 6 6 15,0 0-7-15,0-1-2 16,-4 6-4-16,0 0 0 16,-7 7 2-16,-1 3-4 15,-6 2 6-15,-3 5-1 16,2-3 1-16,-4 4-2 15,-1 0-3-15,0-2 5 16,1 4 0-16,-1 0-5 16,1 2 1-16,1-3 9 15,0 4 0-15,6-3-2 16,4-6-3-16,5 2 3 16,7-3-3-16,0-1-4 15,8 2 1-15,-2-2 0 16,4 7 1-16,2-4 2 0,3 6-6 15,4-1 5-15,3 3-4 16,4-1 3-16,0-2 0 16,0-4-5-1,6-3 3-15,12-4 0 0,2 0 0 16,2-2 2-16,6-1-3 16,3 1 4-16,3-2 2 15,3 1-4-15,2-5 3 16,1 2-5-16,4-2 1 15,5-6 1-15,1-3-1 16,6-3 7-16,2 0-3 16,4 0 1-16,5 0 3 15,2-6-6-15,1-5 8 16,2 2-5-16,1-1 1 16,0-1 1-16,-2 0-11 15,-2-3 12-15,-5 1-7 16,1-3-1-16,-7 3-2 15,0-2 0-15,-2-1 6 16,-1 0-4-16,-3-2 1 16,0-2-1-16,-1 1 2 15,-1-5 2-15,2 1 0 16,-7 0-8-16,-1 0 9 16,-6 2-5-16,-4-1 1 15,-6 0 3-15,-6 3-4 16,-5 3 4-16,-4-2-3 15,0-4-2-15,-3-3 7 16,2-4-6-16,-2-2 5 16,-2-2-4-16,0 2 0 15,-4-4 2-15,-2 4-2 16,-2 2 2-16,0 1 2 0,0 0-9 16,-4-1 8-1,-8 4-3-15,-2-4-2 0,-2 2 5 16,-3 0-8-16,-2-2 7 15,-3 1-2-15,-4 3-2 16,-2 3 3-16,-3 3-5 16,-1 1 6-16,-9 6-3 15,4 0-1-15,-6 4 2 16,-5 5 1-16,3-1-2 16,0 4 0-16,0 0 0 15,1 0 0-15,4 1 0 16,1 11 1-16,4 2-1 15,2 1-1-15,1 1 1 16,4-1 5-16,0 5-6 16,2-3 5-16,-3 0-7 15,9 1 8-15,0-5-3 16,4-1-5-16,8 0 5 16,3-2-2-16,5 1 1 15,2 1-21-15,0-1-28 16,0 7-21-16,7-5-85 15,1 1-127-15</inkml:trace>
  <inkml:trace contextRef="#ctx0" brushRef="#br0" timeOffset="19064.62">9508 10564 439 0,'-2'-7'28'15,"-2"-1"21"-15,0 0-22 16,0 2 7-16,4 3 10 15,-2-1-12-15,2 2-16 16,0 0-10-16,-4 0 4 16,4 2 7-16,0-2 1 15,-2 0-4-15,2 0-4 16,0 2 2-16,0 0 1 16,0 0-8-16,0 0 2 15,0 0-7-15,0 0-4 16,0 6 0-16,10 7 3 15,6 9 3-15,1-3 3 16,0 4-6-16,-4-4 2 16,2 1 2-16,-4-2 0 0,-2-3 0 15,2 1-3-15,-5-4 2 16,0-4-1-16,0 0 0 16,-1-2 1-16,-3-1-4 15,1-5 5-15,-3 2-2 16,0-2-3-16,0 0-7 15,0 0-30-15,0 0-24 16,0 0-30-16,-10 0-112 16</inkml:trace>
  <inkml:trace contextRef="#ctx0" brushRef="#br0" timeOffset="19356.48">9376 10574 366 0,'0'0'16'15,"0"0"41"-15,0 0-13 16,0 0 1-16,0 0-10 15,90-92-10-15,-74 78-17 16,0 0-6-16,4 6-1 16,-7 2-3-16,2 6-10 15,-4 0-56-15,-2 3-44 16,-7 13-11-16,-2 7-159 16</inkml:trace>
  <inkml:trace contextRef="#ctx0" brushRef="#br0" timeOffset="19565.02">9579 10804 338 0,'0'0'12'0,"0"0"23"0,0 0-13 15,0 0-11-15,0 0 1 16,118-64-1-16,-92 52-12 15,-3 2-5-15,-1 1-90 16,-3 0-121-16</inkml:trace>
  <inkml:trace contextRef="#ctx0" brushRef="#br0" timeOffset="19861.8">9872 10362 458 0,'0'0'40'16,"0"0"10"-16,0 0-16 15,0 0-9-15,0 0 12 16,0 0-11-16,-26 95-10 15,26-61-12-15,12-3 1 0,4-2-3 16,-2-2 0 0,4-6 0-16,-1-3-1 0,2-7-7 15,0-5-29-15,3-6-49 16,-2 0-56-16,-2 0-107 16</inkml:trace>
  <inkml:trace contextRef="#ctx0" brushRef="#br0" timeOffset="20314.59">10127 10311 434 0,'0'0'57'16,"0"0"-3"-16,0 0-20 15,0 0-11-15,0 0-12 16,-62 88-1-16,62-75-9 16,0-1-2-16,0-2-4 15,2 0 4-15,13-3 1 16,2 5 6-16,3-4-4 16,3 3 6-16,3 4-3 15,2-2-2-15,-2 3-1 16,-2-3-4-16,-1 1 3 15,-8 1 2-15,0-5-4 16,-10-1 2-16,-3 3-4 16,-2 0 13-16,0-2 2 15,0-1 13-15,-7-1-7 0,-6 0-3 16,-1-4-5 0,-4-1-5-16,1-3-2 0,0 3 1 15,-3-3-1-15,10 0-3 16,-4 0-1-16,8 0-15 15,4 0-22-15,2 0-66 16,0 0-243-16</inkml:trace>
  <inkml:trace contextRef="#ctx0" brushRef="#br0" timeOffset="21498.75">11139 10199 400 0,'0'0'15'0,"0"0"-9"16,0 0 18-16,34-37 7 15,-17 26-1-15,5 6 13 16,4-3-7-16,4-4-15 16,6 4-6-16,0-4 9 15,12-1-3-15,6 1-6 16,9-6-9-16,7 1 10 16,13-7 2-16,2 3-4 15,7 0 8-15,3-5-6 16,3 1-5-16,-6 2-3 15,1 1 2-15,-8 1 3 16,-3 4-4-16,-2-3-4 16,-3 6 0-16,-6-2-2 15,-2 1-1-15,-2-3 3 16,-7 1-5-16,-4 5 5 16,-9-4-4-16,-9 5-1 15,-5 3 3-15,-9 2 0 16,-9 0 2-16,-6 4-4 15,-3 0 1-15,-6 2 0 16,0 0-3-16,0 0 6 16,0 0-2-16,0 0 0 15,-2 0-6-15,-11 0-41 16,-9 0-16-16,-4 0-7 16,-2 0-43-16,-4 0-94 15</inkml:trace>
  <inkml:trace contextRef="#ctx0" brushRef="#br0" timeOffset="21933.56">12632 9662 457 0,'0'0'31'16,"0"0"44"-16,0 0-32 16,0 0-3-16,118-33-1 15,-86 30-11-15,5 3-10 16,4 0 0-16,-2 0-3 16,-1 6-6-16,-6 11-2 15,-4-2 5-15,-6 8-4 16,-11-2 1-16,-7 5-6 15,-4-1 9-15,0 3 3 16,-11 0-9-16,-10-3 8 16,-5 0-4-16,-5-2-3 15,-1 1 1-15,2-5-6 16,0-1 5-16,5-3-4 16,3-3 2-16,2-1-4 15,10-5 0-15,2-4 1 16,3 2 0-16,5-4-4 15,0 0-16-15,0 2-75 16,0 0-17-16,0 0-96 16</inkml:trace>
  <inkml:trace contextRef="#ctx0" brushRef="#br0" timeOffset="23631.93">13856 9010 442 0,'0'0'36'0,"0"0"15"16,0 0-21-16,-118 0 2 0,83 14-4 16,-3 6-9-16,0 8-4 15,-4 4-12-15,-3 3 8 16,-1 8 4-16,0 4-8 15,-2 0 1-15,1 6 0 16,5 0-6-16,0-3 8 16,5 0 4-16,5-1 11 15,6 1-1-15,2-5-9 16,5 5-5-16,6-4 2 16,5 1 0-16,0-6 2 15,8-1-7-15,0-3-6 16,6-2-1-16,12-3 5 15,10 0-5-15,7-6 1 16,6-1-2-16,2-5 2 16,11-2 3-16,6-6 3 15,3-6-3-15,5-3 2 16,3-3-1-16,5 0-4 16,-1 0 7-16,7 0-12 15,2-9 7-15,5-9-1 16,4 0 1-16,5-5-3 15,0-4-2-15,5 0 5 16,1-2-1-16,-3 0-2 16,-2 0 2-16,-5-1-2 15,-3-1-1-15,-5 4 1 16,-7-3-2-16,-3 1 3 16,-7 0 1-16,-3-3-5 15,-6-3 5-15,-6 1-7 16,-2-1 10-16,-5-3-5 15,-3-3 0-15,-4 2 2 16,-3-1-5-16,-5-1 5 16,-4 2 0-16,-4 1-3 0,-5-1 1 15,-8 0 1-15,-5-4 1 16,-6 1 0-16,0-1-3 16,0 0 3-16,-12 3 0 15,-14 1-2-15,-4 5 0 16,-7 0-4-16,-8 3 8 15,-4 4-6-15,-5 4 2 16,-4 4 0-16,-7 3-4 16,-4 7 6-16,-4 5-2 15,-4 4-2-15,-3 0 3 16,-4 0-2-16,-5 7 1 16,-5 11 4-16,-1 5-8 15,-2 2 4-15,-4 6-2 16,5 2 1-16,1 5 3 15,7 0-6-15,6 1 5 16,5 4 0-16,3 4-1 16,7 0 2-16,5-1-4 15,8 2 3-15,3 1 1 16,7-2-8-16,12-5-45 16,10-4-25-16,4-3-20 15,9-2-109-15</inkml:trace>
  <inkml:trace contextRef="#ctx0" brushRef="#br0" timeOffset="24123.14">13430 9859 358 0,'0'0'2'0,"0"0"-58"15</inkml:trace>
  <inkml:trace contextRef="#ctx0" brushRef="#br0" timeOffset="24551.42">13450 9668 541 0,'0'0'37'16,"0"0"-29"-16,0 0 7 15,0 0 36-15,0 0-11 16,51 60-18-16,-34-31-11 15,-2 1-3-15,0-7 2 16,-2-1-5-16,-2-5 5 16,-2-3-6-16,-1-3-1 15,-2-4 1-15,1-1-5 16,-2-3 2-16,-3 0-2 16,-2-3-15-16,0 0-5 15,0 0-5-15,0 0 7 16,0-3-29-16,0-11-49 15,-14 0-33-15,0-5-3 16,-8 0 17-16</inkml:trace>
  <inkml:trace contextRef="#ctx0" brushRef="#br0" timeOffset="24865.54">13450 9668 194 0,'-12'33'83'0,"6"-41"-10"16,6 0-24-16,0 2-24 15,0 1-7-15,8-3 12 16,8 0 17-16,6 3-19 15,-1-1-2-15,0 3 1 16,3 3-7-16,0 0 0 16,3 0-2-16,1 6 1 15,-2 14-5-15,2 3-4 16,-6 1-3-16,-3 1 0 16,-4 0-8-16,-6-2 4 15,-7-3 6-15,-2-1 3 16,0-4-1-16,0-2-2 15,-9 1-4-15,-8-4 3 16,2 2-5-16,0-5 1 16,-2 0-6-16,7-2 4 15,-4-1-23-15,4-4-23 16,3 0-26-16,0-3-52 16,3-16-138-16</inkml:trace>
  <inkml:trace contextRef="#ctx0" brushRef="#br0" timeOffset="25314.82">13780 9537 403 0,'0'0'48'0,"0"0"17"15,0 0-24 1,0 0-30-16,0 0 11 0,-49 37 4 15,39-18-7-15,5 0-12 16,3-5-8-16,2-5 0 16,0-1-7-16,0-7 8 15,2-1 4-15,11 0 0 16,2 0 8-16,5 0 6 16,-4 0-8-16,6-3-2 15,0 0-5-15,2 3 2 16,1 0-5-16,-3 0 0 15,-3 9 2-15,-2 4-1 16,-1-1-2-16,-8 1 3 16,-8 1-4-16,0 1 9 15,0-1 10-15,0 0-6 16,-15 1 1-16,2-1-7 16,-2-4-1-16,2 2-1 15,2-6-1-15,3-1 0 16,1-3-4-16,5-2-15 15,0 0-17-15,2 0-22 16,0-5-77-16,0-12-68 16</inkml:trace>
  <inkml:trace contextRef="#ctx0" brushRef="#br0" timeOffset="25831.54">13972 9488 450 0,'0'0'63'0,"0"0"-10"16,0 0-27 0,0 0-9-16,0 0 42 15,26 66-29-15,-13-30-17 0,-1 0-9 16,0 0 4-16,-4-5-2 16,-2-6-3-16,-1-7 3 15,-3-7-6-15,0-5 3 16,-2-2-1-16,0-4 0 15,0 0 3-15,0 0-1 16,0-6 4-16,0-9-8 16,-2-4 0-16,-7-5 3 15,-1-1-2-15,-1-5 0 16,-2-2-2-16,1-3 0 16,-2 1 2-16,8 0-5 15,2 5 1-15,4 6 0 16,0 5-3-16,0 9 3 15,4 7 2-15,13 2-1 16,0 0 7-16,5 11 4 16,2 15 0-16,-1 5 2 15,-1 3 1-15,-3-1-2 16,2-2-3-16,1 0-2 16,-4-6-2-16,-6-5 2 15,4-5 0-15,-8-5-2 16,-4-4-2-16,0-2 2 15,-4-2-7-15,0-2-19 16,0 0-11-16,0 0-15 16,-8 0-39-16,-16 0-67 15,-4 0-49-15</inkml:trace>
  <inkml:trace contextRef="#ctx0" brushRef="#br0" timeOffset="25993.64">14013 9712 400 0,'0'0'11'16,"0"0"35"-16,0 0-26 16,0 0-6-16,0 0-9 15,110-38-4-15,-89 26 1 16,-1 0-32-16,-4 3-98 16,-2 0-38-16</inkml:trace>
  <inkml:trace contextRef="#ctx0" brushRef="#br0" timeOffset="26184.52">14317 9544 372 0,'0'0'2'0,"0"0"3"15,0 0-7-15,0 0-32 16,0 0-30-16,0 0-84 16</inkml:trace>
  <inkml:trace contextRef="#ctx0" brushRef="#br0" timeOffset="26683.24">14419 9332 295 0,'0'0'65'16,"0"0"7"-16,0 0-13 15,0 0-5-15,0 0-9 16,121-56-18-16,-103 37-9 15,-6-1-3-15,2 1-6 16,-8 1-5-16,-2 4-3 16,-2-1 8-16,-2 3 8 15,0 2-3-15,0 3-3 16,0-2-6-16,0 6 6 16,0 1 2-16,0 2 4 15,0 0-6-15,0 0-14 16,0 11 9-16,15 13 20 15,0 3 7-15,5 4 1 16,-1 2-13-16,1 3 14 16,0-2-13-16,0-2-13 15,0-5 5-15,-6-2-6 16,2-3-5-16,-6-7 0 16,-1-1-5-16,-2-5 7 15,-5-3-8-15,-2 0-36 16,0 2-22-16,0-2-26 15,-9 1 2-15,-12 1-37 16,-7-2-98-16</inkml:trace>
  <inkml:trace contextRef="#ctx0" brushRef="#br0" timeOffset="26885.9">14588 9540 439 0,'0'0'47'0,"0"0"61"15,0 0-32-15,0 0-28 16,123-58-10 0,-89 35-17-16,-2 3-11 0,-2-1-2 15,-2 2 7-15,-7 3-11 16,-3 5-5-16,-6 3 2 16,-7 6-27-16,-5 2-66 15,0 0-119-15</inkml:trace>
  <inkml:trace contextRef="#ctx0" brushRef="#br0" timeOffset="28831.53">15704 9130 475 0,'0'0'6'16,"0"0"24"-16,-6-12 0 15,4 10-21-15,2-4-1 16,0 4-1-16,0 1-10 16,0-2 10-16,0 3-4 15,0-1 0-15,0 1-1 16,2-2-2-16,0 2 1 15,2-2-1-15,-2 2 1 16,3 0 3-16,-3 0-7 16,0 0 7-16,2 0 3 15,-2-4 9-15,3 2 2 16,3 0-4-16,-1-2 0 16,-3 0-4-16,5 0-1 15,2 0 3-15,-5 1-4 16,2-1 1-16,-1-1-2 15,0 4-1-15,-1-5 5 16,4 0-1-16,6 0 6 16,8-6 2-16,4 1-8 15,4-6 2-15,9 0 4 16,-1-2-8-16,4 0 1 0,-6 1-4 16,5 4 7-16,-2 0-8 15,-2 4-4-15,6 3 3 16,0 1-4-16,4 0 9 15,5-1 5-15,2 1-1 16,-2-2-4-16,-3 2 0 16,-1 1-4-16,-5-1 1 15,-8 2-4-15,0 0 4 16,-3-4-6-16,-4 1 3 16,3-2 0-16,1-2-3 15,0-1 9-15,-2-1 0 16,3 1-3-16,2 0-1 15,-3 0 2-15,-1 4 2 16,-1 0-4-16,0 2-3 16,-4 0 3-16,-2 1-3 15,-7 0 1-15,-2 4 1 16,-6-4-5-16,-3 5 6 16,-3-1-4-16,-5 1 1 15,0 0 4-15,0 0-6 16,0 0 5-16,0 0-6 15,0 0-21-15,0 0-12 16,-9 6-22-16,-3 2-27 16,3 4-12-16,-4-1-99 15</inkml:trace>
  <inkml:trace contextRef="#ctx0" brushRef="#br0" timeOffset="29581.48">17537 8188 405 0,'0'0'39'16,"0"0"20"-16,0 0-3 16,-125 28-4-16,97 1-10 15,3 8 0-15,1 9-19 16,5 5-9-16,0 2-3 16,3 2-6-16,2 5 4 15,0-2-3-15,4 0-6 16,4 0 5-16,1-1 5 15,5-3 5-15,0-6-2 16,11-2-10-16,17-3 8 16,8-6-9-16,9-5-1 15,11-4 4-15,14-7-9 16,9-7 7-16,9-11-2 16,11-3 2-16,2 0 0 15,1-11 2-15,-4-13-3 16,-1-1-1-16,-7-1 1 15,-1-5-1-15,-5-2-1 16,-3-2 4-16,-5-4-7 16,-5-2 3-16,-5-1 3 0,-10-4-6 15,-6-1 4 1,-9 0 3-16,-7-3-7 0,-8-2 3 16,-9-3-1-16,-4 2 0 15,-9-1 1-15,-4-3-2 16,0 3 4-16,-2 1-2 15,-22 5-3-15,-4-1 4 16,-8 3-3-16,-7 6 4 16,-9 1-3-16,-6 8-4 15,-8 8 6-15,-7 9-3 16,-7 10-2-16,-11 4 4 16,-3 1-7-16,-11 23 9 15,-6 8-2-15,3 4 0 16,5 5 2-16,9 1-4 15,12 8 1-15,17 5 0 16,16 3-16-16,8-2-57 16,11-1-51-16,9-8-144 15</inkml:trace>
  <inkml:trace contextRef="#ctx0" brushRef="#br0" timeOffset="30180.92">17537 8597 534 0,'0'0'19'0,"0"0"10"15,0 0 35-15,56 134-19 16,-36-87-4-16,0-5-4 15,-4-5-14-15,-2-8-15 16,0-6-7-16,-5-7 4 16,-5-7-2-16,1-3-3 15,-5-3 1-15,0-3-2 16,0 0 4-16,0 0-4 16,0-9-17-16,-11-6 6 15,-8-1 3-15,-5-5 0 16,0-4-5-16,-4-2-5 15,0-4 9-15,2-5 2 16,7 4-1-16,4-3 7 16,6 2-3-16,9 7 1 15,0 2 2-15,2 4-5 16,18 7 14-16,3 3-4 16,3 4 7-16,4 6-2 15,2 0-2-15,1 4 0 16,-1 16 0-16,-4 5-2 15,-2 6 1-15,-4 1-3 16,-12 4 6-16,-2-4 0 16,-8-1 13-16,0-2-5 15,0-5-8-15,-10-1 3 16,-5-6 0-16,-2-3-7 16,0-3-1-16,2-1 0 15,0-2-2-15,1-4-3 16,4-2-36-16,4-2-15 15,4 0-21-15,2-16-71 0,0-11-130 16</inkml:trace>
  <inkml:trace contextRef="#ctx0" brushRef="#br0" timeOffset="30597.75">17965 8400 526 0,'0'0'34'16,"0"0"-6"-16,0 0-1 16,0 0 4-16,0 0 9 15,-115 106-26-15,108-84-9 16,5-11-3-16,2 1-5 16,0-6-1-16,0-5 2 15,9-1 3-15,10 0 4 16,-2 0 9-16,7 0 0 15,3 0-2-15,-1 0-9 16,0 0 6-16,-2 0 2 16,0 5-9-16,-5 6 2 15,-4 5-4-15,-4-1 6 16,-7 2-5-16,-4 1 4 16,0-2 6-16,0-1 0 15,-15 1 0-15,-2 1-2 16,-7-2-4-16,1-2 0 15,-1 1-5-15,4 0 3 16,4-6-3-16,2-1-45 16,8-7-16-16,4 0-16 15,2 0-47-15,0-15-119 16</inkml:trace>
  <inkml:trace contextRef="#ctx0" brushRef="#br0" timeOffset="31048.88">18095 8416 282 0,'0'0'92'16,"0"0"-6"-16,0 0-13 15,0 0-19-15,49 135-26 16,-43-94 9-16,-4-5-9 16,4-1-3-16,-6-10-8 15,2-3-10-15,-2-11-2 16,0-3-6-16,0-5 2 15,0-3 3-15,0 0 4 16,0 0 3-16,0-14-16 16,0-5 11-16,0-5-4 15,0-5-3-15,0-4 1 16,-2-6-3-16,-8-2 4 16,6 2 1-16,0 5-7 15,0 6 8-15,2 12-4 16,2 4-2-16,0 12-4 15,0 0-4-15,10 0 17 16,8 21 14-16,-2 4-13 16,4 1 0-16,0 4-5 15,-6-3 3-15,2 1 0 16,-6-7-4-16,-1-6 2 16,-3-1-4-16,-2-4 3 15,-4-5 1-15,0 0-14 16,0-2-29-16,0 3-13 15,-12-2-25-15,-10 1-76 16,-6-3-76-16</inkml:trace>
  <inkml:trace contextRef="#ctx0" brushRef="#br0" timeOffset="31218.96">18062 8662 491 0,'0'0'39'16,"0"0"36"-16,0 0-31 15,0 0-24-15,0 0-4 16,128-65-9-16,-105 52-8 16,-2-1-3-16,1 1-72 15,-5-3-39-15,-4 3-110 16</inkml:trace>
  <inkml:trace contextRef="#ctx0" brushRef="#br0" timeOffset="31410.8">18297 8475 523 0,'0'0'30'16,"0"0"-22"-16,0 0 7 15,0 0-7-15,0 0-8 16,0 0 0-16,60-59-85 15,-58 55-99-15</inkml:trace>
  <inkml:trace contextRef="#ctx0" brushRef="#br0" timeOffset="31880.88">18339 8239 442 0,'0'0'36'16,"0"0"6"-16,0 0-12 15,0 0 8-15,0 0-3 16,0 0-17-16,102-48-7 16,-85 73-1-16,-4 4 0 15,-2 6 3-15,-5 3 0 16,-4 1 6-16,-2 3 6 15,0-9-10-15,0 1 3 16,0-7-3-16,0-8 7 16,0-3-8-16,0-6-11 15,0-7 2-15,0-3-6 16,0 0 0-16,10 0 7 16,6-8 17-16,8-11 32 15,4-2-36-15,2-4-6 16,3 1-4-16,-1 4 2 15,0 0-3-15,-2 3-5 16,-2 1-2-16,-4 2 2 16,-9 4-4-16,0 5 2 15,-11 1 1-15,-2 4-33 16,-2 0-35-16,0 0-31 16,-21 9-67-16,-12 9-273 15</inkml:trace>
  <inkml:trace contextRef="#ctx0" brushRef="#br0" timeOffset="36199.72">14172 10049 418 0,'-4'-3'18'0,"4"-1"-3"16,-4 2 15-16,2-2 17 16,2 2-7-16,-2 2-15 15,2-4-17-15,-2 4-4 16,2 0 2-16,0 0 9 16,0 0 5-16,0 0-10 15,-3 0 2-15,3 0-4 16,-2 0-1-16,2 0 2 15,0 0 0-15,0 0 8 16,0 0 2-16,-3 0 0 16,3 0 0-16,0 0-5 15,0 0-1-15,0 0 2 16,0 0-9-16,0 0-1 16,0 0-4-16,0 0-2 15,0 0 2-15,0 0-4 16,0 0 7-16,0 0-2 15,0 0-2-15,0 0-12 16,0 0-27-16,0 0-21 16,0 0-86-16,-2 0-133 15</inkml:trace>
  <inkml:trace contextRef="#ctx0" brushRef="#br0" timeOffset="37715.15">14063 10149 604 0,'0'0'55'0,"0"0"-11"16,0 0-5-16,-9-40-19 15,7 35 2-15,-3-3 11 16,3 5-7-16,0-2-8 16,2 4-7-16,0 1-10 15,0 0 5-15,0 0 6 16,0 0-6-16,0 0-3 16,0 1-14-16,15 17 15 15,4 5 7-15,3 5-4 16,4 8-1-16,-1 4-5 15,5 3 6-15,6 3-1 16,-2 3-2-16,9 1 12 16,2 0 0-16,6-3 4 15,12-3-8-15,1-1-9 16,8-8 8-16,1 0 3 16,5-7-4-16,-1 0 0 15,-2-2-11-15,2-2 4 16,-4-5-1-16,5-1-2 15,-1-1 5-15,1-3-7 16,8-5 8-16,0 0-2 16,2-8-4-16,4-1 4 15,-3 0-4-15,-1 0 4 16,-2-10-1-16,-4-3-4 16,-3-3 3-16,-1-1-2 15,-1-2 1-15,5-5 4 16,-3 4-10-16,6-4 9 0,-5 0-4 15,-1-1 1 1,-3 0 1-16,-8 4-4 0,-7 0 3 16,-10 4 0-16,-10 1-2 15,-11 4 3-15,-10 6-3 16,-8 1 1-16,-7 3 2 16,-3 2-3-16,-2-4 8 15,0 2-7-15,0-2 6 16,0 2-7-16,-7-2-5 15,-1 2 3-15,-5 2-26 16,0 0-27-16,-5 0-23 16,0 10-37-16,-4 4-19 15,-6-1-141-15</inkml:trace>
  <inkml:trace contextRef="#ctx0" brushRef="#br0" timeOffset="38139.8">16582 10475 573 0,'0'0'54'0,"0"0"-6"16,0 0-41-16,0 0 4 15,13-25 11-15,15 25 6 16,0 0-6-16,5 6-10 16,-1 9-2-16,0 1-5 0,0 3-3 15,-4 1 9 1,0-1-8-16,-5-2 2 0,-5 4 5 16,-6-1-7-16,-6-1 1 15,-4 1-3-15,-2 0 10 16,0-1 8-16,-14-1-1 15,-7-2 5-15,2-3-3 16,-1 3 1-16,3-9-3 16,0 2-11-16,6-3 3 15,0-3-6-15,4 2-4 16,3-4 5-16,4-1-9 16,0 0-2-16,0 0-51 15,0 0-57-15,-6 0-86 16</inkml:trace>
  <inkml:trace contextRef="#ctx0" brushRef="#br0" timeOffset="39597.55">17987 9784 368 0,'0'0'27'0,"0"0"12"15,0 0-2-15,-139 12-10 16,95 7 1-16,1 6-9 16,-2 0-1-16,0 6-10 15,-3 6-1-15,1 2 9 16,-5 6 7-16,1 7 3 16,-5 3-9-16,2 3-1 15,2 5-2-15,6-5 3 16,8-2 3-16,4-2 0 15,13-4-2-15,3-1-2 16,8-4-1-16,3 1-2 16,7-3-2-16,0-2-5 15,0-4 3-15,9-4-3 16,10 1-8-16,7-5 4 16,6-2-4-16,10-6 4 15,6-2 1-15,11-7 5 16,9-2-1-16,12-8 2 15,7-2 4-15,5 0-10 16,7-6-6-16,4-12 7 16,-1-5-1-16,3-2-2 15,5-6 2-15,-1-3-8 16,1-3 6-16,6-1 5 16,2-4-5-16,-2-4 2 15,-3-1-8-15,-4 3 10 16,-10-2-4-16,-9-2-2 0,-12 3 2 15,-14-2-8-15,-12 5 10 16,-9-3 2 0,-9 2-9-16,-10 1 7 0,-4-1-2 15,-5-1 0-15,-5-1 3 16,-3 1-8-16,-7-3 6 16,0 2 2-16,0 5-4 15,-13 1 3-15,-8 5-7 16,-5 0 6-16,-6 5 1 15,-6 4-7-15,-6-2 9 16,-10 4-9-16,-7-1 6 16,-9 4 2-16,-8 0-8 15,-6 4 4-15,-8 2-3 16,-3 8-3-16,-6 6 9 16,2 0-9-16,-4 6 6 15,4 19-1-15,1 2-2 16,9 7 9-16,3 1-13 15,4 2 13-15,9 2-5 16,10-4-1-16,11 3-6 16,12-3-61-16,12-1-27 15,10-3-39-15,6 1-163 16</inkml:trace>
  <inkml:trace contextRef="#ctx0" brushRef="#br0" timeOffset="41880.72">17462 10278 331 0,'0'-6'36'15,"-4"2"2"-15,-2 0 2 16,2 2 11-16,0-2 9 15,0 3-5-15,4 1-10 0,0 0-27 16,0 0-6-16,0 7-11 16,0 18 14-1,0 8 20-15,0 10-19 0,2 5 11 16,4 2-7-16,-2-3 3 16,-2-4-1-16,2-4 5 15,-2-10-5-15,2-8-15 16,-4-4-3-16,2-7 2 15,-2-3-5-15,0-2 0 16,0-5 3-16,0 0-8 16,0 0 5-16,4-12-2 15,-1-10 7-15,2-7-2 16,-1-9-6-16,-2-7 3 16,2-2 2-16,-4-3-5 15,2 2 3-15,-2 4-3 16,0 5 2-16,0 8 2 15,0 12-5-15,4 5 0 16,1 10 0-16,3 4-1 16,5 0 1-16,2 10-4 15,7 15 11-15,4 6 8 16,2 10 2-16,0 0-2 16,2 1-4-16,-2-2 8 15,-5-5 8-15,1-6-15 16,-7-4-4-16,-4-3-4 15,-3-7 3-15,-4-3 1 16,-2-2-6-16,-2-3 5 16,-2-1-17-16,0-2-28 15,0 2-13-15,0-4-32 0,-14-2-4 16,-9 0-27-16,-3 0-76 16,-8 0-48-1</inkml:trace>
  <inkml:trace contextRef="#ctx0" brushRef="#br0" timeOffset="42032.01">17561 10615 457 0,'0'0'13'15,"0"0"37"-15,0 0-15 16,120-70-22-16,-81 45-5 16,5-2-7-16,-6-3-2 15,3-1-34-15,-4 3-80 16,-7 5-69-16</inkml:trace>
  <inkml:trace contextRef="#ctx0" brushRef="#br0" timeOffset="42398.71">17916 10280 399 0,'0'0'69'16,"0"0"8"-16,0 0-20 15,0 0-19-15,0 0 5 16,0 0-4-16,-36 119-16 15,42-86-7-15,13-2-8 16,5-6-1-16,-2-5-2 16,2-8-3-16,-4-8 4 15,2-4 0-15,-2 0-9 16,-1-4 17-16,-4-13-8 16,0-5-2-16,-6-2 2 15,-1 1-10-15,-5-2 10 16,-3-2-4-16,0 2-2 15,-9-4 2-15,-11 2-5 0,-8 2 6 16,-2 3-2-16,0 5-1 16,2 8-2-16,2 3 0 15,7 6 1-15,2 0-3 16,4 6-3-16,4 11-9 16,7 2-7-16,2 4-14 15,0-5-22-15,9-1-55 16,14-11-91-16</inkml:trace>
  <inkml:trace contextRef="#ctx0" brushRef="#br0" timeOffset="42798.56">18192 10206 427 0,'0'0'54'16,"0"0"12"-16,0 0-23 15,0 0-6-15,0 0 3 16,-24 72-12-16,24-49-6 16,2-2-17-16,18-5 8 15,3-7-3-15,3-6-3 16,4-3 10-16,2 0-7 16,0-8 11-16,-2-8-9 15,-2-3-12-15,-4-1 5 16,-4 1-2-16,-10 0 0 15,-5-1 2-15,-5 1-7 16,0-3 5-16,-5 2-1 0,-14-2-1 16,-4 2 2-16,-5 6-5 15,0 3 3 1,0 9-2-16,2 2-2 16,2 0 4-16,5 5-12 0,1 12 17 15,6 5-6-15,5-2-25 16,5 4-13-16,2-4-20 15,0-3-53-15,0-6-134 16</inkml:trace>
  <inkml:trace contextRef="#ctx0" brushRef="#br0" timeOffset="43380.65">18518 10069 354 0,'0'0'89'15,"0"0"-17"-15,0 0-49 16,0 0-33-16,0 0 32 16,42 106 52-16,-28-65 80 15,4 0-128-15,-1-6-22 16,-2-16 16-16,-4-6-5 16,-1-5-5-16,-5-6-1 15,-3 0-9-15,-2-2 4 16,0 0 2-16,0 0 17 15,0-12-3-15,-2-3-20 16,-13-7 3-16,-2-3-2 16,-5-2-1-16,-4-4 3 15,0-4-7-15,0-5 4 16,5-5-10-16,4-3-6 16,4 1 3-16,8 3-6 15,5-1 4-15,0 7 10 16,5 8-1-16,16 8 3 0,3 5 1 15,2 8 3-15,2 7 0 16,2 2-5-16,0 2 4 16,0 20-1-16,1 4 0 15,-5 5 10-15,-6 5-2 16,-4-6 8-16,-8 3 4 16,-8-6-6-16,0-4 12 15,0-3-9-15,-6-5 6 16,-14 1-6-16,0-4-4 15,-4-3-2-15,-4 1-8 16,0-3 0-16,-3-1 4 16,3-1-6-16,4-2 4 15,6-3-5-15,4 0 1 16,6 0-20-16,6 3-33 16,2 0-46-16,0-3-61 15,0 0-90-15</inkml:trace>
  <inkml:trace contextRef="#ctx0" brushRef="#br0" timeOffset="46168.06">16806 8476 459 0,'0'-1'29'15,"0"1"-6"-15,0-1 8 16,0 1 7-16,0 0-9 15,4 0-15-15,15 1 5 16,9 11 13-16,6-2-2 16,8-1-24-16,1 3 2 15,2-2 5-15,-2 1 10 16,-7 1-11-16,-5 0-14 16,-8-1 7-16,-7 1-3 15,-12 3-4-15,-4 3 1 16,0 3 9-16,-11 1 24 15,-12 3-11-15,-3 1-4 16,-4 2 5-16,0-3-5 16,-1 0 5-16,3-2-6 15,4-1-6-15,3-5 1 16,8-3-7-16,1-5-2 16,4 1 1-16,6-4-10 15,2-2 5-15,0-1-11 16,0 3-54-16,14-2-24 15,0-4-43-15,6 0-253 16</inkml:trace>
  <inkml:trace contextRef="#ctx0" brushRef="#br0" timeOffset="47863.01">21219 8293 486 0,'0'0'87'16,"-24"-29"-35"-16,14 22 1 15,1-3-17-15,2 6 3 16,1 0 15-16,4 4-11 15,0 0-17-15,2 0-22 16,-2 24-6-16,-5 12 0 16,1 12 30-16,-3 11-9 15,0 7-7-15,-1-5-6 16,1-2 7-16,2-11 6 16</inkml:trace>
  <inkml:trace contextRef="#ctx0" brushRef="#br0" timeOffset="49565.65">21100 8204 261 0,'0'0'13'0,"0"0"0"15,0 0 7-15,0 0 1 16,0 0 1-16,0-1 0 15,0 1-9-15,0 0-7 16,0 8 8-16,0 16 33 16,0 9 17-16,0 10-37 15,0 3 1-15,0 9-1 16,0-4-9-16,0 0-4 16,0-4-1-16,0-5-4 15,0-5-3-15,0-3-2 16,0-7-2-16,0-2 5 15,0-5-15-15,-2-4 16 16,2-4-6-16,0-7-3 16,0-3-3-16,0-2-4 0,0 0-2 15,0-3-7-15,0-15 15 16,0-7-2 0,2-6 4-16,3-5-2 0,-1-7 1 15,1-6-20-15,-1 1 14 16,0-8 0-1,0 3-8-15,-2 3 13 0,1 9-13 16,-1 10 27-16,0 8-13 16,0 7 9-16,-2 11 4 15,0 3-4-15,4 2 1 16,-1 0-4-16,5 0-9 16,1 0-1-16,6 7 28 15,4 15 10-15,3 9-9 16,0 9-7-16,1 6 8 15,0 1-3-15,-3 2-5 16,1-3 6-16,-1-7-3 16,-1-4 6-16,-2-8-14 15,-1-4-11-15,-4-7 3 16,-6-4-3-16,0-4 2 16,-4-3 0-16,-2-5-6 15,0 0 0-15,0 0-16 16,0 0-3-16,-10 0-12 15,-4-8-25-15,-8-7-35 16,0-3-35-16,-5-2-70 16</inkml:trace>
  <inkml:trace contextRef="#ctx0" brushRef="#br0" timeOffset="49734.97">21197 8564 401 0,'0'0'15'0,"0"0"65"15,0 0-30-15,0 0-30 16,76 4 3-16,-57-4-8 16,0 0-20-16,-1 0 17 15,-1-4-49-15,-4-7-41 16,0-3-70-16,-3-3-35 16</inkml:trace>
  <inkml:trace contextRef="#ctx0" brushRef="#br0" timeOffset="50014.58">21533 8222 444 0,'0'0'55'0,"0"0"-13"16,26 106 0-16,-16-69-5 15,0-3-5-15,0-7-7 16,-2 1-18-16,0-7-3 16,-2-3 0-16,-2-7-6 15,-2-5 9-15,-2 0-11 16,0-6-39-16,0 0-1 16,0 0-18-16,-10-4-96 15,-10-11-124-15</inkml:trace>
  <inkml:trace contextRef="#ctx0" brushRef="#br0" timeOffset="50218.84">21418 8233 432 0,'0'0'49'0,"0"0"4"16,0 0-34-16,0 0-12 15,119-51-6-15,-97 48 2 16,-2 3-2-16,-4 0-15 16,-2 0-45-16,-6 18-71 15,-4 7 20-15,-4 4-66 16</inkml:trace>
  <inkml:trace contextRef="#ctx0" brushRef="#br0" timeOffset="50449.98">21539 8586 419 0,'0'0'23'0,"0"0"5"15,0 0 43-15,0 0-11 16,0 0-1-16,0 0-15 16,116-41-28-16,-79 22 0 15,2-1-16-15,-4 2 4 16,-3 5-3-16,-6 0-2 15,-7 1 3-15,-6 3-39 16,-7 3-48-16,-6-3-107 16,0 7-180-16</inkml:trace>
  <inkml:trace contextRef="#ctx0" brushRef="#br0" timeOffset="52081.5">21477 7796 251 0,'0'0'1'0,"-112"42"8"0,56-17 26 16,2 0 33-16,5 0 9 16,4 3-16-16,4 3-24 15,3 4 7-15,2 4-24 16,0 1 6-16,4 0 0 15,2 3-9-15,4-1 2 16,5 0-15-16,1 2 3 16,2-1-4-16,2-1 5 15,0 1 2-15,4-5-4 16,3-1 3-16,2-2-1 16,5-2-8-16,2-4-1 15,0 2 1-15,0 0 0 16,0 3-2-16,5-6-4 15,6 2 11-15,3 2-9 16,4-2 1-16,2-5 3 16,8-2-4-16,4-2 6 15,6-4-1-15,5 1-2 16,5-3 2-16,3-1-3 16,5-3 10-16,4-2-10 15,2 0 4-15,5-3 0 16,5-2-15-16,1-2 42 15,-1-2-30-15,4 0-2 16,-3 0 8-16,3 0-3 16,-6-6-2-16,1-6 1 15,1-6-6-15,-8 1 5 16,3-4 4-16,-5-2-5 16,1-4 4-16,-3-4-5 15,0-2 3-15,-4-3 1 16,-5 2-4-16,-1-2 2 0,-5 0-3 15,-6 0 4-15,-2-1 1 16,-7 0-3 0,-4 0 4-16,-5-4-3 0,-4 1 0 15,-4 2 4-15,-4-2-8 16,-7 0 8-16,-2-1-4 16,0 3 0-16,-2-1 5 15,-18-4-7-15,-8 3 15 16,-8-1-6-16,-7 0-3 15,-7 1 21-15,-8 1-10 16,-8 6-2-16,-8 2 0 16,-7 7-11-16,-8 6 4 15,-3 6-7-15,-1 6 2 16,-3 6 3-16,3 0-12 16,5 0 12-16,8 7-7 15,13 10 7-15,13 3-2 16,12 4-8-16,9-1-5 15,10 6-45-15,2 2-8 16,3 6-12-16,-4 0-59 16,-6 1-149-16</inkml:trace>
  <inkml:trace contextRef="#ctx0" brushRef="#br0" timeOffset="53098.77">18865 8394 375 0,'0'0'9'0,"0"0"18"0,88-66 28 16,-40 41-1-16,14-2-3 15,4-2-7-15,17-2-3 16,3 1-11-16,11 0-5 15,-1 3-18-15,3 4-3 16,0 1 1-16,-3 6-6 16,2 1 4-16,-3 6-2 15,-5 1-2-15,-7 2 3 16,-3 2-4-16,-7 2 4 16,-6 0 0-16,-7 2-4 15,-2 0 4-15,-2 0-1 16,0 0 2-16,-2 0 2 15,-1 0-5-15,-1 0 5 16,-4 0-5-16,-5 8 2 16,-5 2 0-16,-3-3-5 15,-3 3 7-15,-4-4 2 16,-2 0-5-16,-4 0 2 16,-2 0-4-16,-4-1 3 15,-5 2-1-15,-2-6-4 16,-5 1 5-16,-2 1-4 15,-2-3 1-15,0 0 5 16,0 0-8-16,0 0 2 16,0 0-28-16,0 0-7 15,-6 0-21-15,-12 0-79 16,-8 0-71-16</inkml:trace>
  <inkml:trace contextRef="#ctx0" brushRef="#br0" timeOffset="53516.97">20829 7836 322 0,'0'0'68'16,"0"0"27"-16,0 0-38 15,125 38-21-15,-88-26-3 16,-5 6-2-16,-3-4-14 16,-7 1-4-16,-6-1-4 15,-10 2-7-15,-6 1-3 16,0 4 12-16,-12 2 15 15,-14 4-7-15,-4-2 6 16,-1 3-14-16,-1-3 5 16,4-4-5-16,2-2-3 15,6-6 0-15,6-2-8 16,0-4 4-16,8-3-4 16,4 2-7-16,2 0-46 15,0-4-60-15,0 2-33 16,0 0-264-16</inkml:trace>
  <inkml:trace contextRef="#ctx0" brushRef="#br0" timeOffset="54615.58">19395 9970 506 0,'0'0'12'16,"0"0"-18"-16,0 0 13 16,0 0 16-16,4-16 19 15,12 13 5-15,4-1-11 16,4-4-15-16,6 2-13 15,0-3 7-15,0-2-1 16,1 2-6-16,1-2 0 16,4-6-4-16,5 4 3 15,4-4 1-15,6-8-3 16,6-2 3-16,5-2 2 16,2-4-3-16,4-2 0 15,-2 0-9-15,-3-2 5 16,-5 0-1-16,-7 3-2 15,-3-2 1-15,-6-2-5 16,-2 3 9-16,-4 1-3 16,1-3-2-16,-5 4 1 15,-4 2-2-15,-2-3 4 16,-3 4-3-16,-1-1-1 16,-3-2 6-16,2 2-4 15,-1 0 1-15,-2 0 2 16,0 2-8-16,0 1 7 0,-3 3-3 15,-2 3 0-15,-3 0 5 16,1 5-11-16,-4-1 10 16,-1 5-2-16,-4 1-3 15,1 2 2-15,-3-1 1 16,2-1-1-16,-2-1 2 16,2-1-7-16,0-1 5 15,0-3-2-15,4 1-3 16,1-4-4-16,0 5-2 15,-1 1 9-15,0 3 7 16,1 4-6-16,-3 8-5 16,-4 0-23-16,0 0-9 15,0 14 7-15,0 7-35 16,0-2-67-16,-9 5-144 16</inkml:trace>
  <inkml:trace contextRef="#ctx0" brushRef="#br0" timeOffset="55090.34">20573 8960 421 0,'0'0'49'0,"0"0"23"16,0 0-17-16,115-118-17 16,-89 96-3-16,-6 5-14 15,-2 3-10-15,-5 6-1 16,-2 5 5-16,-5 3-14 15,1 0-2-15,-1 0-4 16,0 21 10-16,-1 8 19 16,-5 11-9-16,0 11 2 15,0 5-7-15,-3 1-9 16,-14 0 7-16,-2-4-5 16,0-5 17-16,-1-9-13 15,0-6 5-15,8-8 0 16,0-6-11-16,4-6 3 15,4-6 0-15,2-1-9 16,2-3 4-16,0-1-27 16,0-1-23-16,0-1 1 15,0 0-84-15,4 0-243 16</inkml:trace>
  <inkml:trace contextRef="#ctx0" brushRef="#br0" timeOffset="60947.6">22768 8371 393 0,'0'-8'19'16,"2"2"-7"-16,5-1 15 15,-1-1 21-15,3 2-15 16,6 4-18-16,0-2-2 16,2 4-8-16,6 0-1 15,3 0 5-15,4 0 7 16,7 0 8-16,4 0-18 16,4 0 1-16,7 0 21 15,6 0-5-15,5 4-5 16,5 0 10-16,5 4-18 15,7-3 1-15,0 3-3 16,1 2 0-16,-1 0-1 16,-5-1-10-16,-1 2 6 15,-8 0-3-15,1-2 1 16,-3 1 1-16,3-1-8 16,2 0 10-16,-2 0-2 15,2 1-2-15,-3-1 3 16,-1 3-4-16,-9 1 3 15,-6 3-1-15,-8 0-3 16,-1-3 4-16,-7 5-4 16,-2-5 5-16,-3-1-1 15,-4-1-5-15,-5-1 6 16,-9-4-3-16,-1-2 1 16,-5-1 4-16,-3-3-11 0,-2 0 12 15,0 0-2-15,0 0-2 16,0 0 3-16,0 0-5 15,0 0 1-15,0 0-33 16,-11 0-33-16,-10 0-51 16,-7-5-123-16</inkml:trace>
  <inkml:trace contextRef="#ctx0" brushRef="#br0" timeOffset="61398.97">24287 8687 557 0,'0'0'1'15,"0"0"-7"-15,0 0 33 16,0 0 12-16,0 0 9 15,153-30-24-15,-98 30-8 16,6 0 6-16,1 0-9 16,0 0-4-16,-3 6 1 15,-7 0-11-15,-6 0 5 16,-4 0-4-16,-12 0 2 16,-8-6 4-16,-8 1-15 15,-5-1 13-15,-7 0 1 16,-2-1 17-16,0-17 13 0,0-1-36 15,0-9 9-15,0 2 6 16,-11-7-4 0,1-2-2-16,-5 0-9 0,6-1 3 15,1 10 2-15,-1 5-8 16,4 8 4-16,3 7 0 16,2 6-4-16,0 0-43 15,0 13-48-15,-8 7-49 16,-6 6-141-16</inkml:trace>
  <inkml:trace contextRef="#ctx0" brushRef="#br0" timeOffset="62697.67">25967 8346 477 0,'0'0'28'16,"0"0"15"-16,0 0-6 15,-111-20-18-15,72 20 0 16,-8 0-8-16,-7 20-3 16,-7 8-4-16,-7 8-7 15,-10 4 7-15,-3 9 2 16,-5 3-5-16,-5 4-2 0,-3 2 2 16,-1 6 3-1,0 2-4-15,-4 3 1 0,6 1 23 16,6 0-9-16,7-5-2 15,11-1-2-15,17-5-5 16,16-7 0-16,16-3 0 16,14-7-9-16,6-1 3 15,0 0-3-15,12-3 6 16,16-1-2-16,10 0-9 16,11-4 12-16,11-2-10 15,11-6 6-15,11-5 0 16,10-2 1-16,7-6 11 15,7-6-7-15,5-1 1 16,8-5 7-16,10 0-10 16,5-3-2-16,3-17 10 15,5-1-10-15,3-8 3 16,-4-2-7-16,2-4 9 16,-2-2-7-16,1-3-6 15,-1-3 8-15,-10 1-2 16,-5-1 0-16,-13 1 9 15,-12-2-13-15,-11 1 11 16,-15-2-9-16,-3 0 1 16,-10-5 9-16,0-4-7 15,1-1-8-15,-3-5 15 16,2-1-5-16,-1-6 3 16,-6 4-9-16,-7-3 3 15,-12 0 7-15,-12-2-5 16,-16 0 1-16,-8 5-6 15,0-1 8-15,-24 4 2 16,-14 2 0-16,-12 9 3 16,-12 4-16-16,-15 7 11 15,-18 7-4-15,-11 12-8 16,-14 9 6-16,-18 10-7 0,-10 0 2 16,-7 12-4-16,2 13 4 15,2 6 5-15,12 4 3 16,14-1-23-16,17 4-3 15,13 6-35-15,11-1-33 16,16-5-51-16,1 5-45 16</inkml:trace>
  <inkml:trace contextRef="#ctx0" brushRef="#br0" timeOffset="63330.31">24896 9254 273 0,'0'0'9'0,"0"0"4"16,0 0-7-16,-67 56-5 16,61-47 2-16,0-2-1 15,6-2-1-15,0-1-2 16,0-4 11-16,0 0 32 16,6 0-11-16,8 0 17 15,10 0-23-15,0 0-9 16,6 0 1-16,0 0-10 15,-1 2-3-15,-1 5 0 16,-2 5 6-16,-8 4-1 16,-4 0-1-16,-4 1-4 15,-8 0 5-15,-2-1 2 16,0 1 13-16,0-4 2 16,-14 3-5-16,-2-3 0 15,0-1-11-15,-2-3-2 16,3-6-2-16,2 1-9 15,2-4 6-15,2 0-14 16,3 0-52-16,0-10-63 16,1-8-77-16</inkml:trace>
  <inkml:trace contextRef="#ctx0" brushRef="#br0" timeOffset="63586.18">25053 9107 569 0,'0'0'14'0,"0"0"-19"15,0 0 51-15,0 0 6 16,0 0-21-16,82 90-7 16,-60-52-5-16,-1 1-5 15,-4-3-4-15,-1-2-9 16,-4-4 4-16,-4-9-3 15,-3-3-2-15,-2-9 1 16,-1-3-38-16,-2-1-5 16,0-5-46-16,0 0-44 15,-8 0-24-15</inkml:trace>
  <inkml:trace contextRef="#ctx0" brushRef="#br0" timeOffset="64130.54">25079 9318 358 0,'0'0'7'0,"0"0"0"16,0 0 0-16,0 0-9 16,134-100-15-16,-104 76-1 15,-5 6 2-15,-3 3 14 16,-9 5-1-16,-7 2-10 15,-6 7 60-15,0 1 54 16,0 0-44-16,-2 0-38 16,-11 19-12-16,2 6 15 15,-1 4 7-15,0 7-2 16,6 0-14-16,-2-2-9 16,6-5 6-16,2-5-10 0,0-5 5 15,0-5-10-15,0-8 6 16,2-2-5-16,10-4-3 15,2 0 17-15,0-9-8 16,-1-6 2-16,2-4 2 16,-4 1-1-16,2-3-2 15,-4 1 9-15,-5 4-7 16,2 2 0-16,-4 3-1 16,3 2 1-16,-3 7 3 15,1 2-11-15,3 0 3 16,0 0-1-16,2 0 6 15,4 12 12-15,0 1-16 16,2 3 9-16,-4-5-2 16,1 0-10-16,-5-2 6 15,1-3-8-15,-3-3-39 16,-2-3-27-16,-2 0-27 16,0 0-13-16,0-3-32 15</inkml:trace>
  <inkml:trace contextRef="#ctx0" brushRef="#br0" timeOffset="64376.18">25424 9087 441 0,'0'0'50'16,"0"0"-35"-16,0 0 7 15,0 0 57-15,0 0-36 16,25 78-11-16,-8-51-10 15,0 2-10-15,5-1 2 16,-3-6-1-16,0 0-8 16,-1-5-1-16,2-2-3 15,-4-5 3-15,-2-4-5 0,-4-3-43 16,-2-3-6-16,-1 0-37 16,-7 0-57-16,0-15-136 15</inkml:trace>
  <inkml:trace contextRef="#ctx0" brushRef="#br0" timeOffset="64599">25402 9201 485 0,'0'0'-10'15,"0"0"25"-15,0 0 16 16,0 0-21-16,118-75-7 16,-85 56 0-16,1-1-5 15,-4 2-84-15,0 0-101 16</inkml:trace>
  <inkml:trace contextRef="#ctx0" brushRef="#br0" timeOffset="64943.75">25918 8874 385 0,'0'0'51'15,"0"0"-2"-15,0 0 0 16,0 0-28-16,0 0-7 16,-35-13 2-16,35 10-10 15,-2 3-1-15,2 0 0 16,0 0-4-16,0-1 2 15,0 1-8-15,0 0-16 16,0 0-64-16,0 0-82 16,-2 0-146-16</inkml:trace>
  <inkml:trace contextRef="#ctx0" brushRef="#br0" timeOffset="65253.47">25918 8874 330 0</inkml:trace>
  <inkml:trace contextRef="#ctx0" brushRef="#br0" timeOffset="65916.81">25918 8874 330 0,'-84'14'65'0,"84"-16"-5"0,0 2-6 0,-2-2-13 0,0 0-14 0,0 2-7 0,2 0-11 16,-2-2 3-16,0 2-4 15,-1 0 0-15,-1 0 3 16,2 0-9-16,-5 0 0 16,-1 0-1-16,4 8 3 15,-3 3-2-15,0 5-1 16,3 1-5-16,2-3 8 15,0 2-8-15,2-3 7 16,0-1-4-16,0-5-4 16,0 3 9-16,0-4-5 15,0 0-2-15,0-3 2 16,0 2-3-16,0-3 4 16,2 3-3-16,2-1 4 15,-2-2-2-15,0-1-2 16,0-1 3-16,1 0-4 15,-3 0 1-15,2 0 3 16,1 0-3-16,1 0 5 16,0 0-3-16,2 0 15 15,-2 0-3-15,3 0-12 16,-2 0 5-16,-1 0-4 0,0 0-1 16,2 0 2-16,3 0-3 15,-3-3 5-15,5 0-1 16,0 0-3-16,-5-2 4 15,3-1-4-15,0 0 2 16,-3-2-2-16,-4-2 2 16,2 1 5-16,-2-5-3 15,0 0 3-15,-2-3 2 16,0-1-8-16,0 1 10 16,0 4-1-16,0 1 1 15,0 4 0-15,0 4-5 16,0 0 15-16,0 3-9 15,0 1-11-15,0 0 1 16,0 0-9-16,0 0 0 16,3 0 7-16,6 11-3 15,1 1 7-15,4-1-3 16,-4 1 2-16,3 0 1 16,-2-1-6-16,-3-3-2 15,3 1-30-15,-2-7-35 16,-5-2-35-16,5 0-88 15</inkml:trace>
  <inkml:trace contextRef="#ctx0" brushRef="#br0" timeOffset="66364.93">26032 8849 304 0,'0'0'36'0,"0"0"12"0,0 0-21 15,48 37-16-15,-40-20 27 16,-2-3-6-16,-2 0-2 16,-2-5-22-16,1 0 1 15,-3-7 7-15,0 1-1 16,0 0-2-16,0-3-1 15,0 0 0-15,0 0 1 16,0 0-14-16,0-7 1 16,0-6 9-16,0-3-3 15,-3-2 3-15,1-1-10 16,2 2 16-16,0 1-4 16,0 4-2-16,0 6-1 15,0 3-10-15,2 3-4 16,10 0 20-16,2 0-13 15,2 15 2-15,-4 1-1 16,2 5 1-16,-6 0 0 16,1 1-3-16,-3-3 3 15,-1-3-14-15,-3-1-33 16,0-8-18-16,-2-1-48 16,0-1-82-16</inkml:trace>
  <inkml:trace contextRef="#ctx0" brushRef="#br0" timeOffset="66862.14">26237 8640 475 0,'0'0'62'0,"0"0"-27"16,0 0-8-16,0 0-7 16,0 0 36-16,16 29-15 15,-2-5-20-15,-2 1 1 16,0 3-2-16,-2 0-6 15,-4-3 2-15,1-2-5 16,-4-2-6-16,-3-3 0 16,0-3-6-16,0-1 7 15,0-5-6-15,0 1 4 16,-10-4 0-16,0 0-12 16,-4-2-14-16,6-4 11 15,-2 0-10-15,-2 0 7 16,4-4-1-16,2-12 4 15,-1-3 7-15,3-3-17 16,4 5 19-16,0 0-4 16,0 3-3-16,0 8-5 15,17 3-18-15,1 3 14 16,0 0-19-16,4 0-56 16,0 3-102-16</inkml:trace>
  <inkml:trace contextRef="#ctx0" brushRef="#br0" timeOffset="67397.93">26589 8810 450 0,'0'0'10'0,"0"0"43"16,0 0-19-16,0 0 7 16,11 124-5-16,-9-102 9 15,3-3-22-15,-3-7-8 16,-2 0 3-16,2-7-13 16,-2-3 6-16,0-2 0 15,0 0 0-15,0 0 2 16,0 0-5-16,-4 0-7 15,-7-12 4-15,-2-6-13 16,0-4 8-16,0-10-4 16,0-2-3-16,5-3-3 15,1-4-3-15,5 0 7 16,2 9-1-16,0 5 4 16,0 8 4-16,4 4-16 15,11 13 7-15,3 2 19 16,1 0-14-16,-2 7 6 15,-2 12-2-15,-2 6 9 16,-8 0 1-16,-1 0-4 16,-4-1 7-16,0-7-3 0,0-3-2 15,0-2-5-15,-2-3-9 16,-5-3 13-16,0-2-18 16,-3-1-27-16,-1 0-44 15,-4-3-70-15,2 0-117 16</inkml:trace>
  <inkml:trace contextRef="#ctx0" brushRef="#br0" timeOffset="67494.81">26589 8810 371 0</inkml:trace>
  <inkml:trace contextRef="#ctx0" brushRef="#br0" timeOffset="67647.7">26589 8810 371 0,'78'-109'86'0,"-64"124"-23"0,0-2-41 0,-6 1 5 15,-4-3 10-15,-1-3-5 16,-3-4-7-16,0-2-13 16,0-2 5-16,0 0 18 15,0 0-16-15,0 0-8 16,0-5-12-16,0-7-3 16,0-2-16-16,0-2-17 15,0-1-35-15,0 0-57 16,0 1-62-16</inkml:trace>
  <inkml:trace contextRef="#ctx0" brushRef="#br0" timeOffset="67991.64">26834 8675 405 0,'0'0'45'16,"0"0"-2"-16,0 0-13 16,0 0-16-16,10 46 39 15,4-46-40-15,-3 0 1 16,4 0-6-16,-4-2 7 16,2-7-1-16,-5-5-5 15,-1 0-4-15,-3 1 4 16,-4 0-12-16,0-3 13 15,0 2-5-15,-6 1-5 16,-7 1-1-16,-5 3-15 16,2 5 11-16,-2 2-10 15,4 2-8-15,-2 0 8 16,1 0-38-16,2 0-27 16,2 2-109-16</inkml:trace>
  <inkml:trace contextRef="#ctx0" brushRef="#br0" timeOffset="68384.88">26942 8388 495 0,'0'0'20'16,"0"0"-12"-16,0 0 61 15,0 0-2-15,0 0-28 16,43 116-16-16,-19-91 0 16,0-3-2-16,2-6-3 15,4-7-2-15,-3-1-14 0,1-6 15 16,-2-2 5-16,0 0-17 16,-6-6 7-16,-2-10-10 15,-2-1-2-15,-8-1 11 16,-1-3-11-16,-7-2 8 15,0-5-5-15,0 3-2 16,0-1 4-16,-15 5-9 16,2 5 7-16,-2 4-4 15,-1 12-5-15,2 0-11 16,-2 24-27-16,0 11-22 16,-8 0-47-16,-2 13-225 15</inkml:trace>
  <inkml:trace contextRef="#ctx0" brushRef="#br0" timeOffset="74235.16">24797 9658 390 0</inkml:trace>
  <inkml:trace contextRef="#ctx0" brushRef="#br0" timeOffset="78396.4">24797 9658 390 0,'112'-123'40'0,"-112"120"-12"0,0 2 20 0,0 1 20 0,0 0-12 0,0-2-5 15,0 2-30-15,0 0-11 16,0 0-1-16,0 0-7 16,0 2 6-16,0 13 15 15,0 7 0-15,0 0-7 16,-2 4-11-16,-4 2 2 16,-1 2-1-16,0-1-6 15,1 2 6-15,0 0-3 16,-1 3-3-16,-2-7 4 15,1 6-7-15,-3 1 8 16,2-3-2-16,-1 2-3 16,1-3 5-16,-2 5-6 15,-4 0 5-15,2 1-1 16,-2-3-5-16,-2 4 6 16,-2-1-4-16,-1-2 2 15,-2 1 2-15,4 2-7 16,-4-2 6-16,-2 1-2 15,1 1 0-15,-3-1 4 16,-2-3-11-16,-2 3 9 16,0-1-3-16,-7-1 0 15,3 1 5-15,-5 0-10 16,0 1 11-16,-4-3-9 16,2 1 5-16,-4-1 0 15,2 2-2-15,-2-2 0 16,-1-1 5-16,4 0-12 15,1-1 9-15,-3 0 0 16,4 0 0-16,-3-1-1 0,-1 1-7 16,2 0 5-16,-8 1-6 15,1-4 4-15,-3 5-1 16,-2-2-10-16,-2-1 13 16,3-1 0-16,3-4 2 15,2 1-3-15,6-1 1 16,-3-1-1-16,5-1-1 15,0 0-2-15,1-1 4 16,1-3 2-16,1 1-2 16,2 1 8-16,3-5-15 15,4-2 13-15,-4 4-5 16,2-3-1-16,-1 1 4 16,3-1-8-16,-4-1 8 15,0 4 0-15,-2-1-6 16,-1 1 1-16,-3 1 0 15,-4 2 4-15,0-1 3 16,-1 0-10-16,-5 2 9 16,3-3-6-16,0 0 1 15,0 0 7-15,-5 4-9 16,8-4 3-16,-6 2-2 16,1 3 2-16,-1 1 3 15,1-2-6-15,2-2 1 16,0 0 9-16,-1 1-9 15,6-3 4-15,-1-1-4 16,2 1 4-16,-2 0 1 0,0 0-7 16,0-1 6-1,0 1-2-15,-1 3 0 16,0-3 1-16,4-2-4 0,-3 1 7 16,0-3-4-16,-2 1-1 15,-1-1 4-15,-2 3-6 16,-4-1 5-16,1 2-2 15,-3 3-2-15,2 0 3 16,1-2-3-16,-1 2 3 16,1-2 3-16,1-2-8 15,0 2 7-15,0-3-4 16,-6 3 4-16,0-3 0 16,-3 2-8-16,-2 3 8 15,-1-3-4-15,0 4 1 16,-3-4 3-16,3 3-4 15,2-2 4-15,0-3 1 16,2 2 2-16,1-4 2 16,5 3-6-16,0-5 0 15,5 5 1-15,1-3-7 16,6-3 7-16,4 0-2 16,-1-3-3-16,3-1 9 15,2 0-7-15,0 0 7 16,-3-1-3-16,-1 1-4 15,0 3 3-15,-1-1-2 16,2 0 0-16,-3-1 3 16,2 2-4-16,-3-2 3 15,1 2-2-15,-2 1 2 16,0-2 1-16,2 2-4 16,1-3 6-16,-1 1-1 15,2-1-1-15,-4-2 0 0,0 4-7 16,-1-4 8-1,-1 3-5-15,0-2-1 16,0 2 3-16,-1-3-2 16,-5 5 2-16,2-2 2 0,-4-1-9 15,1 3 7-15,-5-1-2 16,4 1 0-16,-1 0 4 16,0-1-8-16,4-1 8 15,-3-2-2-15,1 0-2 16,2-2 4-16,0 1-8 15,-1-2 9-15,1-2-5 16,5 1 0-16,-6-2 2 16,3 2-3-16,-2 0 3 15,-2-1 1-15,-5 3-5 16,2 0 3-16,1 0-1 16,-1-2 2-16,1-1 2 15,4 3-8-15,2-1 9 16,4-2-5-16,-2 1 2 15,5 0 4-15,3 2-11 16,1-3 11-16,0 2-3 16,0-2-2-16,2 1 0 15,2-3-1-15,2 2 2 16,-2-1 1-16,2-2-2 16,0 0 10-16,1 0-4 15,1 0 1-15,-2 0 1 16,0 0-7-16,-4 0 12 15,-1-5-6-15,1 3-6 16,-4-1 1-16,-2 3-6 16,-1-3 7-16,-2 3-3 15,0 0 1-15,-1 0 4 16,-1 0-4-16,0 0 2 0,2 0 0 16,-4 0 6-16,6 0 2 15,-3-3-10-15,3 3 0 16,1 0 2-16,-2 0-8 15,6 0 9-15,0 0-1 16,0 0-3-16,-3-2 4 16,3 1-7-16,2-1 5 15,-2 2 0-15,2-4 0 16,2 2 8-16,2-1-9 16,-1 2 2-16,3-3 3 15,-2 1-6-15,2 0 4 16,0 0-3-16,-1-2 0 15,1 4 2-15,2-4-9 16,2 4 7-16,0-3 0 16,0 1-2-16,0-2 3 15,1 2-5-15,2-3 5 16,-4 2-1-16,5 0-2 16,0-2 4-16,-2 0-5 15,6 0 4-15,-4 3 0 16,4-3-4-16,-2 0 4 15,-1-2-2-15,0 2-2 16,2 0 6-16,-2-3-9 16,-2-1 7-16,2 0-2 15,-2 3 0-15,1-5 2 16,0 0-6-16,-2 1 5 16,3 2 1-16,0-1-3 15,2 0 0-15,0 2-2 16,5 1 4-16,-1-2 1 0,-2 3-8 15,5 0 7-15,-3 0 0 16,1 1-2-16,1 3 3 16,0-4-7-1,1 3 8-15,0-1-4 0,0-1 0 16,1 3 1-16,-2-3-4 16,1 2 6-16,-2-3 0 15,1 0-6-15,-2 2 3 16,1-2-1-16,0-1 2 15,-2 2 2-15,2-1-8 16,2 1 7-16,1-1 0 16,-1 3-5-16,-3-2 7 15,3-1-9-15,4 5 10 16,-3-2-5-16,3 2 0 16,0-1 1-16,2 2-5 15,0 0 7-15,0 0-2 16,0 0-3-16,0 0 4 15,0 0 0-15,0 0 4 16,0 0 0-16,0 0-9 16,0 0 5-16,0-4-1 15,0 4 4-15,0 0 12 16,0-2 4-16,0-2 9 16,0 2-1-16,0-2-5 15,0 2 22-15,0-2-34 16,0 4-7-16,-2-1-1 15,2-3-2-15,-2 4 13 16,0 0 13-16,2 0-9 16,0-2-11-16,0 2-11 15,0-2 8-15,0 0-2 16,0 2 7-16,0-2 7 0,-3-2-16 16,-1 2 8-1,-3-5-2-15,-3-1 4 0,-5-4-5 16,-2-1-7-16,-5-3 6 15,-2-3 1-15,0 1-9 16,-1-5 6-16,-1 4-5 16,4 0 4-16,1-1 2 15,6 7-9-15,-1-2 8 16,6 7-4-16,0-3 1 16,3 4 3-16,0-3-9 15,1 2 8-15,-2-3-1 16,1-1-3-16,2 0 4 15,-1-1-7-15,0-1 9 16,2 5-2-16,-3-3-4 16,0 1 4-16,1 5-4 15,0-6 5-15,-1 5 0 16,-1-3-9-16,-1-2 9 16,0 0-3-16,-1 1-1 15,-1-3 5-15,2-2-11 16,-3 4 11-16,0-2-5 15,4 1 0-15,-2 1 4 16,2 0-9-16,-2 0 10 16,0-1-2-16,-2-3-5 15,0-1 5-15,-1-1-4 16,-5-1 4-16,4 0 3 16,-4-3-13-16,1 3 12 0,2-2-5 15,-5-2 0 1,-1-2 5-16,0 0-11 0,1-2 11 15,-1-1-4-15,-1 1-1 16,3 0 1 0,2 2-5-16,-3-3 8 0,-2 2-1 15,4-2-4 1,-2 3 4-16,-2 0-4 0,3 1 2 16,0-1 4-16,2 2-10 15,-3 0 8-15,0 2-1 16,6-5-3-16,-4 5 6 15,4-2-9-15,-2 0 7 16,-1-3-2-16,2 0-1 16,-2-1 2-16,0-2-5 15,0 2 8-15,-1-1-3 16,6 1-4-16,-6-2 4 16,6 0-4-16,-4 0 4 15,-1 0 2-15,4 3-8 16,0 4 8-16,0 0-2 15,2 3-3-15,-1-2 7 16,1-1-11-16,-2 1 10 16,4 1-4-16,-4 1 0 15,5 2 0-15,2 1-3 16,-2 4 6-16,2 1-2 16,2-1-5-16,2 3 7 15,0 0-4-15,0 3 0 16,2-1 5-16,0-5-11 15,0 4 9-15,0-4-3 16,0-1 0-16,0-4 3 16,0 4-5-16,0 1 5 0,0 1-1 15,0-4-2-15,-4 1 3 16,-1-4-5-16,-2-3 6 16,1-4-3-16,-2 0-2 15,-6-3 3-15,6 0-2 16,-3 2 1-16,-2 1 3 15,5 3-10-15,-3-1 9 16,2 4-2-16,5 4-2 16,0 1 4-16,-3 1-9 15,3 1 10-15,0-4-2 16,-3 5-3-16,5-3 2 16,-5-1-4-16,1 1 6 15,4 3 0-15,-2-1-7 16,0 1 6-16,2-1-3 15,0 1 1-15,-4 4 4 16,0-5-10-16,2 1 11 16,2-3-5-16,-2 1 0 15,-2-2-1-15,-2-1-4 16,4 3 7-16,-2 1-2 16,4 2-4-16,-2 3 4 15,2-3-3-15,-1 4 3 16,1-2 1-16,0 3-6 15,-1-5 6-15,1 4-4 16,0 0 3-16,0 3 4 16,2-2-11-16,-2 1 11 15,2 3-3-15,0-1-1 16,0 2 4-16,0-2-8 16,0 0 7-16,0-2-1 15,0 0-3-15,-2-2 3 16,0 1-5-16,2-5 6 0,0 2 0 15,0 2-6-15,-2-3 6 16,2 1-3-16,-2-2 1 16,-1 1 4-16,1-3-10 15,-4-4 10-15,3 1-5 16,-3-1 1-16,2-1 3 16,-1 2-9-16,1 3 9 15,0 5-1-15,2 1-3 16,2 1 2-16,-2 4-3 15,2 1 3-15,0 0 0 16,0 0-7-16,0 0 2 16,0 0-61-16,0 0 4 15,0 0-19-15,0 6-11 16,8 12 8-16,5 2-30 16,2 5-9-16,-2 2-19 15,0 1-43-15,-4-3-97 16</inkml:trace>
  <inkml:trace contextRef="#ctx0" brushRef="#br0" timeOffset="79354.5">13703 10804 394 0,'0'0'90'16,"-2"0"-8"-16,-4-1-12 16,4-3-16-16,-3-6-15 15,5 2-18-15,0-7 1 16,0 0-9-16,0-4 11 15,0-4 2-15,0-4 1 16,0-2-5-16,5-3-2 16,3-6 0-16,3 0-2 15,-5-3-3-15,1 0 5 16,-1 4-4-16,-2-1 6 16,-1 7-6-16,-1 0-9 15,-2 4 3-15,0 4-5 0,0 4 1 16,0 1 3-16,0 7-10 15,0-1 10-15,2 8 0 16,-2 2 7-16,0 2 5 16,0 0-12-16,0 0 5 15,0 0-5-15,0 0-6 16,0 0 1-16,0 0-3 16,0 0 1-16,0 0-1 15,8 0-9-15,6 8 3 16,0 5 4-16,12 3 3 15,8 5 3-15,4 4-9 16,7 6 7-16,4 8-2 16,4 2-1-16,1 1 3 15,1 0-4-15,-9-1 5 16,2-3 1-16,-7-12-7 16,-9-2 5-16,-8-11-4 15,-7-1 3-15,-4-3 2 16,-9-7-8-16,0 2 7 15,-4-4-4-15,0 0 3 16,0 0 5-16,0 0-10 16,0 0-25-16,0 0-41 15,0 0-29-15,0 0-27 16,0 0-49-16,0 0-177 16</inkml:trace>
  <inkml:trace contextRef="#ctx0" brushRef="#br0" timeOffset="143512.1">22641 7672 558 0,'-13'-19'42'15,"4"5"-36"-15,3 4-2 16,2 3 7-16,0-2 21 15,-1 3-4-15,5 3-23 16,-2-1-5-16,2 3-3 16,0 1 4-16,0 0 1 15,0 0-5-15,0 0 1 16,0 1-5-16,0 12 2 16,0 3 6-16,0 2 6 15,0 1 1-15,2-3-5 16,3-5-1-16,1-3 0 15,0-2-5-15,-1-5 1 16,-1 2 6-16,3-1-2 16,1-2 13-16,3 0-6 15,2 0-6-15,1 0 24 16,10-12-5-16,2-7 2 16,4-5-19-16,3-1-2 0,3-4 10 15,0-3-5-15,2-2 0 16,-2 2 0-16,-1 3-4 15,-3-1 3-15,-2 7 0 16,-10 2-3-16,-4 7 4 16,-7 3-10-16,-4 5 6 15,-1 1-1-15,-4 5-2 16,4 0-1-16,0 0-26 16,5 11-88-16,6 6-15 15,9 5-348-15</inkml:trace>
  <inkml:trace contextRef="#ctx0" brushRef="#br0" timeOffset="145782.1">26172 7829 346 0,'0'0'60'16,"0"-7"-10"-16,0 1 10 16,0-4-27-16,0 3-8 15,0 1 8-15,0-3-4 16,0 6 6-16,0-3-17 16,0 2-7-16,0 2 5 15,0-2 0-15,0 2-4 16,0 0 1-16,0 0-5 15,0 0 1-15,0 2-5 16,0 0-2-16,0 0 1 16,0 0-6-16,0 0 5 15,0 0-2-15,0 0 0 16,0-2 1-16,0 2-2 16,0 0 4-16,0 0 1 0,0 0 1 15,0 0 7 1,0 0-1-16,0 0 3 0,0 0 0 15,0 0-8-15,0 0 5 16,0-2-5-16,0 2-6 16,0-1 2-16,0 1-4 15,0 0 4-15,0-3-2 16,0 3-2-16,0 0 2 16,0 0-5-16,0 0 1 15,6 0-6-15,5 4 1 16,-2 10 8-16,4 0 2 15,-1 1 0-15,-1 0 4 16,0 2-4-16,-3-7 1 16,6 2 1-16,-6-1-5 15,0 0 5-15,2-5-5 16,-6-2 3-16,2 2 0 16,-4-3 1-16,0-1-2 15,-2-1-2-15,2 2 5 16,-2-3-3-16,0 2-1 15,0-2 3-15,0 0-2 16,0 0 1-16,0 0 2 16,0 0-6-16,0 0 5 15,0 0 1-15,0 0-2 16,0 0 2-16,0 0-3 16,0 0 6-16,0 0-5 15,0 0 1-15,0 0 1 16,0 0-1-16,0 0 9 0,5-5 0 15,4-8-10-15,3-2-2 16,6-7 0-16,3-3 3 16,5-1 0-16,4-2-4 15,0-3 9-15,2 0-3 16,3 0 1-16,2-2 0 16,1-2-6-16,3 0 3 15,0-2 5-15,2 5-6 16,-2 1 7-16,-5 2 1 15,-4 2 0-15,-4 5 5 16,-6 7-10-16,-4 0 9 16,-6 7-3-16,-1-1-4 15,-7 3 2-15,1 3-8 16,-3 0 5-16,-2 2-3 16,0 1 0-16,0 0-2 15,0 10-25-15,-17 21-104 16,-20 8-1-16,-17 5-142 15</inkml:trace>
  <inkml:trace contextRef="#ctx0" brushRef="#br0" timeOffset="177963.34">14761 9037 233 0,'-6'-6'14'16,"6"-1"-12"-16,-2 2 0 16,0 2 1-16,2-3 0 15,0 3 6-15,0 2 17 16,-2-1 2-16,2 2-10 16,-2 0-18-16,2 0-5 15,-2 0 7-15,-2 0-12 16,0 0-8-16,0 0 0 15,0 0 21-15,2 0 0 16,2 0-2-16,0 0 3 16,0 0-6-16,0 6-5 15,0 2 9-15,0 0 1 16,2 7 3-16,10 0-3 16,-4-3 1-16,0 1 1 15,-1-3 5-15,0-2 14 16,-1 0 5-16,0-2-5 15,3-3 5-15,0 1-14 16,3-4-2-16,8 0 10 16,5-7 31-16,5-19-5 15,10-11-18-15,7-9-1 16,7-7-6-16,2-2-5 16,6-2-5-16,-2 1-6 15,-3 8-4-15,-6 7-6 16,-8 9 4-16,-11 10-1 0,-6 10-1 15,-11 10-3-15,-7 2-53 16,-6 12-38-16,-2 13-26 16,0 6-108-16</inkml:trace>
  <inkml:trace contextRef="#ctx0" brushRef="#br0" timeOffset="178693.97">17836 7943 386 0,'0'0'51'0,"0"0"-45"15,0 0-12-15,0 0 0 16,-12-12 6-16,12 12 6 15,0 2-1-15,2 4-3 16,15 0-5-16,0-4 1 16,7-2 26-16,6 0 18 15,11-8-12-15,4-18 6 16,9-2-16-16,8-7-11 16,2 1 10-16,6-1-13 15,-8 0 3-15,1 6-15 16,-12 5 17-16,-6 11-10 15,-4 1-22-15,-9 7-38 16,-2 5-52-16,-2 0-47 16</inkml:trace>
  <inkml:trace contextRef="#ctx0" brushRef="#br0" timeOffset="179263.29">21368 7674 443 0,'0'0'60'15,"0"0"-54"-15,0 0-4 16,0 0-2-16,0 0 8 16,23-55 35-16,8 36-7 15,5-3-10-15,7-6-5 16,4-5 5-16,0 2-7 15,1-9 1-15,3 1-12 16,-1-2-1-16,0 4-1 16,-8 5-3-16,1 4-4 15,-11 8 2-15,-6 9 0 16,-10 11-18-16,-12 0-44 0,-4 28-63 16,-8 12 36-16,-20 12-52 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22T02:49:39.4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13929 7438 371 0,'-8'-16'37'16,"-1"5"-38"-16,5-1 28 16,2 1-18-16,-1 1 5 15,1 2-11-15,2-1 5 16,-2 4-3-16,0 2-3 16,-3 0-22-16,1-3-81 15,-4 0-17-15</inkml:trace>
  <inkml:trace contextRef="#ctx0" brushRef="#br0" timeOffset="565.5">13733 7350 371 0,'0'0'18'0,"0"0"12"15,0 0 4-15,0 0-10 16,0 0-11-16,0 0-7 16,-6-31-4-16,6 31 5 15,8 0-2-15,5 0 1 16,3 5 1-16,-2 2-2 15,2 0 3-15,0-1 4 16,0 0 2-16,4 0-12 16,-4-4 8-16,2 0-4 15,-1-2-6-15,2 0 5 16,0 0 6-16,5-4-2 16,6-16 20-16,10-6-5 15,6-9-10-15,11-8 10 16,7-3-16-16,7-4 11 15,2-4-8-15,4 1 8 16,-1 3-3-16,-3 2 0 16,-11 3-8-16,-5 10-7 15,-15 6 6-15,-10 8-3 16,-10 5 1-16,-9 9-4 16,-6 2 0-16,-5 4 0 15,0-2 4-15,-2 3-2 16,0-2-1-16,0 2-1 15,0 0 0-15,2 0-5 16,7 0-69-16,1 0-37 16,1 2-25-16,4 1-139 15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22T02:49:39.4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13929 7438 371 0,'-8'-16'37'16,"-1"5"-38"-16,5-1 28 16,2 1-18-16,-1 1 5 15,1 2-11-15,2-1 5 16,-2 4-3-16,0 2-3 16,-3 0-22-16,1-3-81 15,-4 0-17-15</inkml:trace>
  <inkml:trace contextRef="#ctx0" brushRef="#br0" timeOffset="565.5">13733 7350 371 0,'0'0'18'0,"0"0"12"15,0 0 4-15,0 0-10 16,0 0-11-16,0 0-7 16,-6-31-4-16,6 31 5 15,8 0-2-15,5 0 1 16,3 5 1-16,-2 2-2 15,2 0 3-15,0-1 4 16,0 0 2-16,4 0-12 16,-4-4 8-16,2 0-4 15,-1-2-6-15,2 0 5 16,0 0 6-16,5-4-2 16,6-16 20-16,10-6-5 15,6-9-10-15,11-8 10 16,7-3-16-16,7-4 11 15,2-4-8-15,4 1 8 16,-1 3-3-16,-3 2 0 16,-11 3-8-16,-5 10-7 15,-15 6 6-15,-10 8-3 16,-10 5 1-16,-9 9-4 16,-6 2 0-16,-5 4 0 15,0-2 4-15,-2 3-2 16,0-2-1-16,0 2-1 15,0 0 0-15,2 0-5 16,7 0-69-16,1 0-37 16,1 2-25-16,4 1-139 15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22T02:50:27.64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17957 9701 562 0,'0'0'10'0,"0"0"34"16,-2-39 11-16,2 30-18 16,-2 0 7-16,2 6-14 15,0-1-5-15,-2 2-7 16,2 2 2-16,0 0 8 15,-2 0-14-15,-3 0-1 16,-2 0-3-16,-1 0-8 16,-3 0-2-16,-4 0-1 15,-2 6 0-15,0 6 6 16,0-1-6-16,1 3 2 16,2-1-2-16,-4 1-1 15,6-1 5-15,-2-1-10 16,8-2 1-16,0-3-1 15,4-1 4-15,2-2-1 16,0 0-4-16,0-2 3 16,0 0-5-16,6 2 1 15,8-2 14-15,4 2-5 16,4-1-1-16,2 1 5 16,1 1-4-16,5 2 1 15,-4-1-1-15,2 6-3 16,-2 0 9-16,-2 1-9 15,-5 1 4-15,-4 3-1 16,-4-3-1-16,-3 0 6 16,-6 0-9-16,-2-5 3 15,0 1 4-15,0-2-1 16,-10 0 3-16,-9 0-2 16,-5-1-3-16,-2-1 6 0,0 0-5 15,-4-2 3-15,2 0-1 16,4-4-4-16,1 0 8 15,3 0-10-15,8 0 4 16,-2 0-1-16,8 0-9 16,2 0-15-16,4 0-39 15,0 0-23-15,0 0-112 16,0 0-294-16</inkml:trace>
  <inkml:trace contextRef="#ctx0" brushRef="#br0" timeOffset="561.01">17957 9625 556 0,'0'0'38'0,"0"0"-11"16,0 0-21-16,0 0-16 16,36 41 65-16,-18-10-24 15,4 2-23-15,-8 0-3 16,1-2-3-16,-2-4-1 15,-2-5 5-15,-2-6-8 16,-1-1 6-16,-3-8-4 0,-1-4-1 16,-2 0 4-16,-2-3-7 15,2 0-7-15,2-3 7 16,3-10 13-16,2-7-3 16,-3 1-9-16,2-6 4 15,6 5 1-15,-4-2 0 16,4 6 0-16,-2 4-4 15,6 9-3-15,-4 3 8 16,4 0-2-16,-1 0 4 16,-2 8-2-16,-2 7 4 15,-5 3 0-15,1 0-6 16,-2-4 2-16,-5 0-3 16,0-3 1-16,0 0 3 15,-2-5-35-15,0-4-21 16,0-2-45-16,0 0-54 15,0 0-45-15</inkml:trace>
  <inkml:trace contextRef="#ctx0" brushRef="#br0" timeOffset="945.98">18396 9695 330 0,'0'0'124'16,"0"0"-55"-16,0 0-23 15,0 0-22-15,0 0 9 16,-11 47-2-16,11-30-11 16,0 2-12-16,2-3-5 15,11-3-4-15,2-1 1 16,5-6-4-16,1-5 3 0,5-1 7 16,0 0 10-1,-2 0 8-15,0-5-18 16,-6-6-4-16,-4 0 6 0,-6-4-8 15,-8 0 0-15,0-3 3 16,0 1 2-16,-6 0-5 16,-16-1-5-16,-2 6 2 15,-2 4 6-15,0 3-8 16,1 5 0-16,1 0 14 16,5 0-12-16,2 0 4 15,1 9-20-15,8 1-1 16,4-2-38-16,2-2-27 15,2-1-13-15,0 0-95 16</inkml:trace>
  <inkml:trace contextRef="#ctx0" brushRef="#br0" timeOffset="1529.58">18699 9641 394 0,'0'0'76'0,"0"0"-9"16,0 0-19-16,48 102-34 16,-38-73 7-16,-1-2-6 15,0-7-2-15,-5-4-7 16,0-5-6-16,-2-6 2 16,-2-5 1-16,0 0 0 15,0 0 13-15,0 0 12 16,0-2-30-16,0-12 3 15,0-3-1-15,-2-2 11 16,0-9-5-16,2-3-1 0,0-2 4 16,0-4-9-16,0-1 2 15,2 6 0-15,15 3-4 16,5 7 4-16,6 8-4 16,4 10-1-16,0 4 5 15,1 4-9-15,-1 18 7 16,-4 8 1-16,-4 1-2 15,-5-2 7-15,-6-2-8 16,-9-4 2-16,-4-2-1 16,0-3 0-16,-4-3 7 15,-14-3-7-15,0-4 0 16,0-4 0-16,3-4 2 16,0 0 4-16,4 0-6 15,1-16-3-15,1-7 16 16,2-2 1-16,1-4 0 15,2 3-6-15,4 5-3 16,0 4 1-16,0 9-7 16,0 4-1-16,12 4 2 15,4 0-2-15,-3 4 7 16,-1 10-25-16,-1 0-25 16,-6 1-24-16,-3-2-74 15,-2-3-239-15</inkml:trace>
  <inkml:trace contextRef="#ctx0" brushRef="#br0" timeOffset="1927.01">19149 9209 469 0,'0'0'52'15,"0"0"-53"-15,0 0 57 16,0 0-8-16,32 62 6 16,-19-27-10-16,3 6-17 15,-2 5-2-15,0 0-1 16,2 1 2-16,-4-4-4 15,0-4-8-15,-4-7-4 16,4-6 0-16,-4-2-10 16,1-8 1-16,-5-3-1 15,-2-7-1-15,0-2 6 16,-2-2-15-16,0-2-14 16,0 0-9-16,0 0-7 15,0-8-22-15,-11-5-27 16,-10-7-27-16,-2-4-61 15</inkml:trace>
  <inkml:trace contextRef="#ctx0" brushRef="#br0" timeOffset="2097.88">19091 9518 428 0,'0'0'4'0,"0"0"20"16,0 0 12-16,0 0 13 0,0 0-27 15,86 0-7-15,-58-9-11 16,-3 3-4-16,-1-3-72 16,-2-3-104-16</inkml:trace>
  <inkml:trace contextRef="#ctx0" brushRef="#br0" timeOffset="2547.15">19465 9364 414 0,'0'0'25'0,"0"0"15"16,0 0-14-16,0 0-18 15,0 0 3-15,0 0-4 16,-44 87-15-16,44-81-10 15,8-4 10-15,9-2 16 16,2 4 23-16,5-4 4 16,-2 2-13-16,3 4-4 15,-1 3-8-15,2 3-11 16,0 5-2-16,-4 0 11 16,-8 3 11-16,-1-3-8 15,-8 1-10-15,-5 0 26 16,0-5-4-16,0 1-4 15,-5-2 1-15,-12-1-1 16,-1-4-10-16,0 1-1 16,-6-2-5-16,2-2 1 15,-2 0-4-15,3-4 1 0,1 0-6 16,1 0-26-16,4 0-14 16,3 0-19-16,0-8-59 15,4-6-116-15</inkml:trace>
  <inkml:trace contextRef="#ctx0" brushRef="#br0" timeOffset="4264.03">19958 9107 489 0,'0'0'48'0,"0"0"15"16,0 0-14-16,0 0-8 15,0 0-3-15,-71-45-9 16,58 40-8-16,-2 4-14 15,2-1-2-15,-2-1-2 16,0 3-2-16,-4-1 5 16,-5 0-6-16,0-4 4 15,-4 2-3-15,-2-3 2 16,0 0 5-16,-7 1-8 16,-3 2 1-16,1-2-1 15,-2-1 1-15,-4 2 2 16,3 2-4-16,2-3-1 15,-1 0 6-15,-4 4-5 0,4-4 4 16,-4 4-4 0,-2-4-1-16,0 4 5 15,-5 1-5-15,4 0 2 0,1 0-1 16,-1 0-7-16,4 0 11 16,0 0-9-16,1 0 1 15,3 0 4-15,-2 1 1 16,2 10 1-16,-1-3-2 15,0 3-1-15,2 2 1 16,-3 0 2-16,0 3-1 16,-1-1 0-16,1 3-2 15,0 2 8-15,2-3-11 16,-1 1 6-16,2 1 2 16,-2-4-7-16,7 3 10 15,-7 0-9-15,2 2-3 16,-4 2 13-16,-3 3-10 15,0 2 11-15,-4 2-10 16,3 0 2-16,1 0 2 16,8 0-1-16,3-2-2 15,1 0 2-15,6 0-2 16,2 1 5-16,4 1-8 16,1-1 5-16,0 5-2 15,1-4-3-15,1 3 11 16,1 0-10-16,0 0 4 15,4-3-1-15,4 0 0 16,6-1 2-16,-2-1-5 16,6-2-6-16,0 1 13 15,0-1-7-15,0-2 7 0,0 2-4 16,12-3-5-16,2-3 6 16,6 3-9-16,0-5 3 15,5 1 6-15,1-3-1 16,4 2 0-16,2-4 2 15,3 1-9-15,4 0 11 16,4-5-10-16,-1 3 18 16,6-6-9-16,-1 1 6 15,5 2-15-15,-4-6 14 16,1 3-3-16,2-2-7 16,-1-4-8-16,-1 0 10 15,3 0 2-15,0 0-4 16,-1 0 5-16,-1 0-1 15,-3 0 5-15,-4-4-7 16,0 2 2-16,-4-2-4 16,2 3 1-16,-4-1-2 15,1-2-9-15,-2-2 12 16,6 0 2-16,-4-1-4 16,3-4 4-16,-2 4-4 15,2-3-3-15,-5 2 11 16,1 2-9-16,-3 0 2 15,-2-1 0-15,1 1-5 16,0-1 13-16,1 1-9 16,0-1 3-16,-1-4-2 15,1 1-2-15,0 1 8 16,-4-3-9-16,-2 1 4 16,-2 3 1-16,0 0-1 15,-1 1 2-15,-1-3-5 0,2 0 2 16,2 0 5-16,2-3-5 15,-1 1 1 1,1-1 0-16,0 1-3 0,-2 3 8 16,-2-3-8-16,1 0 4 15,1 2-1-15,0-2 0 16,0 1 4-16,0-3-7 16,2 3 2-16,-2-3 1 15,0 0 0-15,0 0 2 16,1-2-4-16,-7-1 1 15,2 3 5-15,-4-3-5 16,-1 3 3-16,-2-1-1 16,-4 1-3-16,3 0 16 15,-4 1-8-15,2-1 1 16,-2 2-6-16,-4-1 2 16,4-2 1-16,-4-2-3 15,0-1 0-15,2-7 1 16,-2-2 0-16,-2-6 0 15,1 0-4-15,-2 0 0 16,-5-2 8-16,0 4-8 16,0-1 5-16,-18 4-4 15,-6-1 0-15,-2 3 6 16,-4-2-4-16,0-1-2 16,-7 0 1-16,-1 2 1 15,2 1-2-15,-6 3 0 16,6 4 3-16,-5 2-7 15,5 9 14-15,-1 2 5 16,0 4-10-16,5 2-3 0,2 0 5 16,7 0-9-1,3 3 3-15,10 10-6 0,0 4-59 16,2 4-24-16,2 3-84 16</inkml:trace>
  <inkml:trace contextRef="#ctx0" brushRef="#br0" timeOffset="5480.3">18544 10307 399 0,'0'-2'76'0,"0"-4"-19"16,0 2 4-16,0 1 10 16,0-3-20-16,0 0-1 15,0 0-6-15,0 0-12 16,0 0 0-16,0 1-8 0,0-3 5 15,0 0-8 1,0 0-11-16,0-3 0 0,0 2-12 16,0 0 4-1,0 4-3-15,0-1-2 0,0 1 5 16,0 4-7-16,0-1 1 16,0-1 0-16,0 2 2 15,0 1 2-15,0-5-5 16,0 5 3-16,0 0 7 15,0 0-3-15,0 0 4 16,0 15-6-16,0 7 7 16,6 10 22-16,8 10-18 15,-4 5-4-15,6 6-1 16,-1 4 2-16,4 3 3 16,0 3-11-16,5-2 7 15,2 4 3-15,4-1-4 16,-2 1 7-16,0-1-7 15,-2 0 4-15,-3-5 13 16,-3 1-12-16,-6-5 5 16,2-5-7-16,-6-5-4 15,2-8 11-15,-2-6-12 16,-2-6 0-16,0-8-4 16,-2-7-1-16,-2-2 7 15,-4-7-10-15,0-1 3 16,0 0 4-16,0 0-3 15,0-7-19-15,-10-8-41 16,-8-2-26-16,-2-3-17 16,-6 2-69-16,-4-2-78 15</inkml:trace>
  <inkml:trace contextRef="#ctx0" brushRef="#br0" timeOffset="5833.36">18663 11162 573 0,'0'0'16'15,"0"0"52"-15,0 0-23 16,0 0-14-16,112 59 4 16,-84-40-2-16,-1 0-12 15,-1-3-9-15,0-2-2 16,-4-3-1-16,-5-5-12 15,2-6 3-15,-1 0 0 16,-6 0 13-16,3-6 8 16,-4-13-8-16,2-3-5 15,-7-3 3-15,-3-6-8 16,-3-5 3-16,0-7-2 16,0 0-6-16,-13-4 11 15,0 7-15-15,-2 8-20 16,4 7-1-16,3 16-4 15,-1 9-34-15,0 3-48 16,1 23-78-16</inkml:trace>
  <inkml:trace contextRef="#ctx0" brushRef="#br0" timeOffset="6646.22">18347 11819 506 0,'0'0'17'15,"0"0"8"-15,0 0-1 16,28 134 5-16,-16-88 10 16,6 1 1-16,-3-10-16 15,2-4-16-15,0-8-2 16,-6-7 3-16,0-6-2 16,-5-5 1-16,-4-4-7 15,-2-3 2-15,0 0 19 16,0 0-3-16,0-15-15 15,-6-4-3-15,-10-6-2 16,4-3 8-16,-8-7-9 16,-1-6 3-16,-5-1-2 15,0-6-1-15,2-4 5 16,1 4-10-16,6 3 1 16,1 1 1-16,6 4 2 15,8 5 3-15,2 6-11 0,0 6 8 16,8 7-3-16,14 4 2 15,4 9 6-15,0 3-3 16,2 0-1-16,0 12 10 16,-3 14-7-16,-3 8 3 15,-5 0 5-15,-4 5-2 16,-7-3 7-16,-6-2 0 16,0-4 4-16,0-5 3 15,-8-1 1-15,-8-6 3 16,-3-3-14-16,0-5-2 15,-2-3 0-15,1-3-8 16,-4-4 2-16,4 0-1 16,2 0-8-16,0 0-2 15,6-4-32-15,3-5-3 16,9-3-14-16,0 1-25 16,0-4-74-16,19 1-79 15</inkml:trace>
  <inkml:trace contextRef="#ctx0" brushRef="#br0" timeOffset="7091.31">18677 11664 553 0,'0'0'57'0,"0"0"6"16,0 0-25-16,0 0-7 0,0 0 0 15,-75 125-4 1,75-95-18-16,0-3-3 16,0-4-4-16,3-5-4 0,12-7-1 15,-2-5 1-15,1-4 2 16,0-2 10-16,-2 0-13 16,-3 0 10-16,0-8-1 15,-5-7-6-15,-2-4 8 16,-2-5-9-16,0 0 3 15,-2-3-1-15,-11-3-1 16,2 3 2-16,3 6-7 16,-1 3 0-16,7 8 8 15,2 10-8-15,0 0 2 16,2 4-2-16,15 14-2 16,3 1 14-16,0 4-9 15,-2-2 3-15,2 1-2 16,-7-4-6-16,0-5-26 15,-5-6-4-15,-4-1-16 16,-1-1-23-16,-1-5-46 16,-2 0-68-16</inkml:trace>
  <inkml:trace contextRef="#ctx0" brushRef="#br0" timeOffset="7499.11">18790 11717 323 0,'0'0'52'15,"0"0"15"-15,0 0-20 16,0 0-21-16,0 0 20 16,49-24-6-16,-32 45-18 15,-3 4-13-15,-4 3-8 16,-4-3-2-16,-4-2 15 0,-2-4 3 16,0-7 1-16,0-7-12 15,0-3-5 1,0-2 10-16,0 0 0 0,0-2-4 15,2-12-11-15,0-7 6 16,6 2 17-16,2-7-9 16,-2 0 0-16,2 1-2 15,0 6 1-15,-1 1-3 16,6 11-5-16,-4 4 4 16,6 3 2-16,-2 3 2 15,0 16 6-15,-2 6-12 16,-1 0-2-16,-4 2 7 15,-4-3-14-15,2-6-5 16,-6-4-18-16,0-5-13 16,0-5 1-16,0-4-10 15,0 0-45-15,0 0-62 16,0-4-175-16</inkml:trace>
  <inkml:trace contextRef="#ctx0" brushRef="#br0" timeOffset="7736.09">19125 11521 471 0,'0'0'64'0,"0"0"28"16,0 0-28-16,41 97-29 16,-23-59-12-16,-4-1 1 15,2 0-6-15,-2-2-4 16,0-6-9-16,-4-4-6 0,-2-7 5 15,-5-8-4-15,0 1-6 16,-3-11-22-16,0 0-28 16,0 0-8-16,-20 0-115 15,-4-8-117-15</inkml:trace>
  <inkml:trace contextRef="#ctx0" brushRef="#br0" timeOffset="7913.51">19134 11743 484 0,'0'0'60'0,"0"0"-27"15,0 0-22-15,126-21-10 16,-95 13-3-16,1-1 4 16,-4-1-27-16,-2-2-23 15,-2 1-150-15</inkml:trace>
  <inkml:trace contextRef="#ctx0" brushRef="#br0" timeOffset="8297.02">19446 11551 445 0,'0'0'62'0,"0"0"11"15,0 0-19-15,0 0-19 16,0 0-17-16,0 0-10 15,-65 67-4-15,65-59-12 16,0 3 1-16,7-7-3 16,10 2 14-16,5 0 11 15,2-3-10-15,3 3 18 0,1 4-1 16,0 1-6-16,0 5-6 16,-2-1 1-16,0 5 5 15,-6-5 3-15,-10 1-12 16,-2-3 0-1,-8 1 2-15,0 0 1 0,-8-5 24 16,-14 2-18-16,-8 0-8 16,0-2 2-16,-2-4-6 15,-1 2-1-15,3-1-5 16,2-6-12-16,2 0-17 16,5 0-25-16,6 0-24 15,7-11-30-15,1-5-154 16</inkml:trace>
  <inkml:trace contextRef="#ctx0" brushRef="#br0" timeOffset="9548.04">19863 11484 592 0,'0'0'66'16,"0"0"-12"-16,0 0-1 15,0 0-4-15,0 0-7 16,-44-58-12-16,26 50-15 16,0 2-5-16,-2 1-9 15,-2 2 0-15,-6 0 7 0,0-1-8 16,-7 2 5-16,-1 0-1 15,-1 0-7-15,-4 0 12 16,-2 0-12-16,-1 2 6 16,-4 0-4-16,0 0 1 15,-3 0 4-15,-1 0-6 16,-4 0 1-16,-4 0 2 16,1 0-1-16,-3 0 1 15,-2 6-6-15,1 4-3 16,1 3 9-16,-3 3-4 15,3 1 4-15,0 2-3 16,-1 2-5-16,5-1 15 16,0-1-13-16,5 0 8 15,1 2-4-15,4-2 2 16,1 2 3-16,4 0-7 16,-2 3 2-16,2-1 1 15,0 0 1-15,0 0 1 16,4 0-4-16,0 3-1 15,5 0 8-15,2-1-7 16,3-1 4-16,4 1-2 16,4 2-2-16,1-3 15 15,10 2-12-15,-2 2 3 16,8-3-2-16,2 4-2 16,2-1 10-16,0-3-16 15,0 0 6-15,2-2 0 16,14-2 4-16,-2 2-8 15,6-2 4-15,4-1-3 16,-1 1 7-16,3-1-9 16,2-1 7-16,2-2-4 0,0 1 1 15,2-3 3-15,3 0-2 16,-1 2 0-16,2-4 3 16,6 0 2-16,0-1 2 15,4-2-9-15,5-2 4 16,3-1-1-16,2-1 0 15,2 0 2-15,3-5-5 16,-1 4 0-16,2-4 6 16,3-1-5-16,-3 0 1 15,1 0-1-15,-1-4-6 16,0-10 10-16,-3 0-16 16,-1-3 7-16,-5-2 0 15,-1 0 3-15,-2 0 7 16,-4 1-8-16,-2-3 4 15,-1 2-2-15,-1-4 0 16,-2 3 4-16,0 3-5 16,-3-3 0-16,1 2 5 15,0-1-6-15,-2 1 6 16,2-1-1-16,-3 3-5 16,-1-3 10-16,0-3-9 15,-6 4 4-15,-2 3-2 16,-8-1 1-16,-3-1 5 15,-4 3-8-15,-3-1 5 16,-1-2 0-16,-5-3 6 16,0-3 1-16,-2-3-5 15,0 0 1-15,0-4 1 16,0-1-4-16,0 2 2 0,-6-2-2 16,-1 5-4-16,1-2 12 15,-1 5-5-15,-1 0 5 16,-1 1 2-1,1 0-5-15,-6-3 6 0,0 0-12 16,-2 3 2 0,0 1 1-16,-4 5-2 0,4 6 1 15,2 4-7-15,-4 6 1 16,3 0 6-16,0 15-25 16,-2 11-25-16,0 8-21 15,-2 1-70-15,-5 8-79 16</inkml:trace>
  <inkml:trace contextRef="#ctx0" brushRef="#br0" timeOffset="10629.9">18921 12364 476 0,'0'0'40'0,"0"0"32"15,-3-9-13-15,1 6-8 16,2 3 0-16,0 0-10 15,0-3-13-15,0 3-2 16,0 0-3-16,0 0 4 16,0 0-14-16,0 0-5 15,0 6 17-15,5 8-9 16,6 4 1-16,1-2-8 16,4 6 0-16,1 3 4 15,2 0-9-15,5-2 2 0,-3 1 0 16,3-1-4-16,2 2 5 15,0 2-5-15,0 0-3 16,4 5 6-16,0-2-4 16,2 5 0-16,1-3 1 15,1 2 0-15,2 1 14 16,-3 0-16-16,3-5 6 16,3 5-1-16,-2 1-3 15,1-3 11-15,3-2-10 16,0 5 4-16,-2-5-5 15,-1-2 0-15,-1 0 3 16,-5-2-11-16,-2-2 6 16,0-3 6-16,-6-3-7 15,-4-6 3-15,-5-1-3 16,-7-5-3-16,-3-2 13 16,-3-2-12-16,-2-3 5 15,0 0-1-15,0 0 2 16,0 0 11-16,0 0-9 15,0 0 3-15,0 0-5 16,0 0-1-16,-7 0 2 16,-4-5-25-16,1 1-28 15,-3 2-38-15,-4 2-65 16,-5 0-51-16,-6 0-358 16</inkml:trace>
  <inkml:trace contextRef="#ctx0" brushRef="#br0" timeOffset="11247.2">19483 13300 484 0,'0'0'29'15,"0"0"29"-15,0 0 12 16,0 0-20-16,139-3-16 16,-93 11 3-16,3 8-1 15,1 0-7-15,-1 1-11 16,-2-2-11-16,-8-3-6 15,-9-4 20-15,-4-2-4 16,-8-6-7-16,-6 0 0 16,-1 0 12-16,-4-14 7 0,-3-3-15 15,-2-8 0 1,0-3 2-16,-2 1-1 16,0-4-2-16,-2-1-11 15,-11-7 0-15,-6-4 2 0,-1-2-2 16,3 3-1-16,2 6-13 15,4 10-9 1,2 11 7-16,5 15-27 0,4 0-28 16,-2 22-30-16,-2 15-26 15,-5 10-181-15</inkml:trace>
  <inkml:trace contextRef="#ctx0" brushRef="#br0" timeOffset="11863.46">19767 13664 632 0,'0'0'46'16,"0"0"11"-16,6 98-20 15,6-52-4-15,2 1-6 16,3 1 0-16,0 1-13 0,1-2 2 16,1-5-1-16,2 0-9 15,-1-10 3-15,1-6-8 16,1-2 3-16,-6-8-2 16,-2-8-5-16,1-4 13 15,-6-4-12-15,-3 0 3 16,0 0-2-16,-2-12 4 15,1-10 2-15,-3-1-7 16,-2-5 2-16,0-3 3 16,0-6-12-16,-15 2-4 15,-5-2-4-15,-2 4-1 16,-2 4 18-16,4 7-6 16,1 9 10-16,4 7-5 15,0 6-4-15,4 0 12 16,0 4-10-16,3 11 2 15,5 3-5-15,3 1-37 16,0-1-9-16,0-1-22 16,7-3-25-16,14-2-78 15</inkml:trace>
  <inkml:trace contextRef="#ctx0" brushRef="#br0" timeOffset="12280.44">20191 13979 446 0,'0'0'96'16,"0"0"14"-16,0 0-43 16,0 0-19-16,0 0 5 15,127-58-13-15,-109 40-16 16,0 4-12-16,-3-3-5 16,-4 3-6-16,-7 2-3 0,-4 0 11 15,0 0-10-15,0 1 3 16,-20-3-3-16,2 3-2 15,-8 5 9-15,-4 3-13 16,-3 3 7-16,3 0 0 16,0 12 4-16,4 10 0 15,2 7-6-15,5 2 0 16,6 1 6-16,7 0 2 16,6-1 7-16,0-4-1 15,0-2 2-15,16-3 5 16,6-7-7-16,4-2-1 15,0-3-6-15,4-2-4 16,0-8 12-16,1 0-16 16,-1 0 4-16,-4 0-1 15,-6-3-7-15,0-9-22 16,2-6-38-16,-7-1-39 16,0-4-7-16,-6-9-56 15,-3-4-70-15</inkml:trace>
  <inkml:trace contextRef="#ctx0" brushRef="#br0" timeOffset="12519.66">20392 13652 591 0,'0'0'78'16,"0"0"-32"-16,0 0 1 16,0 0 31-16,0 0-10 15,26 116-33-15,-11-75-15 16,-4-4-3-16,2 1-9 15,-4-4-5-15,-2-5 9 0,1-3-14 16,-4-10 6 0,-2-3-5-16,2-4-3 0,-4-6-9 15,2-3-40-15,6 0-32 16,-4-3-30-16,2-19 26 16,-2-3-103-16</inkml:trace>
  <inkml:trace contextRef="#ctx0" brushRef="#br0" timeOffset="12832.52">20556 13453 612 0,'0'0'66'16,"0"0"-36"-16,0 0 18 15,0 0 9-15,26 105-13 16,-11-63-13-16,4 5-5 15,3-3-2-15,4 1 6 16,0-1-15-16,2-3-6 16,0-4 13-16,0-6-23 15,1-2 9-15,-1-10-5 16,0-4-6-16,-4-3 12 16,-2-8-13-16,-5-4-6 15,-2 0-16-15,-7 0-14 16,-5-16 1-16,-3-3-31 15,0-5-19-15,-7-5-6 16,-19 1-77-16,-8-5-259 16</inkml:trace>
  <inkml:trace contextRef="#ctx0" brushRef="#br0" timeOffset="13033.71">20563 13765 609 0,'0'0'17'0,"0"0"52"16,0 0-28-16,0 0-28 15,121-8-8-15,-93-2 4 16,-1 2-10-16,-1-4-7 16,-7 3-54-16,0-2-64 15,-5-1-127-15</inkml:trace>
  <inkml:trace contextRef="#ctx0" brushRef="#br0" timeOffset="14429.24">21044 13462 642 0,'0'0'63'0,"0"0"-22"16,0 0-14-16,0 0 14 16,0 0-14-16,0 0-16 15,-68-73-3-15,42 65-3 16,-4-1 2-16,-5 1-9 16,-7-4 2-16,-2 4 7 15,-3-2-9-15,-5 4 4 16,-2 0-14-16,-3 5-4 0,-1 1 20 15,-3 0-10-15,-1 0 6 16,-8 12-1-16,0 1 2 16,-3 5 4-16,-3 1-9 15,-1 0 4-15,5 1 2 16,4-1-2-16,3 2 3 16,5-1-3-16,4 3-1 15,5 0 11-15,5 2-7 16,4 2 2-16,5 1-5 15,3 1 2-15,6 2 13 16,2-1-10-16,6 5 9 16,4 3 0-16,-2 0-1 15,5-1-1-15,-4 1-11 16,6 1 6-16,-2-2-1 16,4-2 3-16,3-2 3 15,2 1-8-15,4-5-5 16,0 1 11-16,0-4-4 15,0 4-1-15,10-3-3 16,5-2-1-16,3 2 13 16,6-4-15-16,2-3 4 15,2-1-4-15,2 0 1 16,2 2 7-16,2-7-11 16,1 3 4-16,-1-3 0 15,7-1 1-15,-2-1 5 16,4-1-9-16,-1-4 1 15,4 2 6-15,3-3-6 16,-1-2 5-16,2 2-6 16,-2-5 0-16,-2 2 11 0,1-3-11 15,-3 0 4-15,-4 0-1 16,-1 0-2-16,-3-3 7 16,-2-5-8-16,8-3 2 15,-8-1 1-15,7-1 0 16,-3 0 5-16,2-3-9 15,-2 0 2-15,-1 1 7 16,-1-1-9-16,1 1 5 16,0 0-2-16,-1 1-4 15,-4 1 12-15,1 0-14 16,-1-5 7-16,0 2-4 16,-4 1 0-16,4-4 10 15,-2-1-11-15,-2 3 4 16,1-2 1-16,1 0-2 15,-4-1 7-15,2-2-8 16,-3 2-1-16,-1-2 9 16,2 1-6-16,-3-2 2 15,-2-1-4-15,1 1 0 16,-2 0 11-16,-1 1-13 16,-2 0 8-16,-4 5-4 15,0-4-1-15,-4 3 10 16,-3 4-12-16,-2-2 3 15,-1 1 2-15,-1 2-1 16,-2-4 4-16,0 2-7 16,0-3 0-16,0 1 7 15,0-4-5-15,0 1 2 16,0-3-2-16,0 0-4 16,0 0 15-16,0 3-14 15,-7-1 5-15,1 2-2 0,-7 1 0 16,-2-1 7-16,-4-3-9 15,-5 3 3-15,-2 0 0 16,-2 2 0 0,-2 1 4-16,2 2-7 0,-2 5 1 15,1 3 10-15,5 2-3 16,-2 2 4-16,0 2-9 16,0 0 4-16,2 0 13 15,3 0-19-15,1 0 6 16,0 6-4-16,4 2-1 15,2 1 9-15,0 3-13 16,2-2 5-16,2 0-3 16,2-1 6-16,3-3 1 15,1 0-8-15,1-4-2 16,1 1-3-16,2 1-15 16,0 0-9-16,0 0-23 15,0-2-27-15,0 4-17 16,0-2-38-16,0 0-144 15</inkml:trace>
  <inkml:trace contextRef="#ctx0" brushRef="#br0" timeOffset="16629.75">21161 13398 491 0,'0'0'48'0,"0"0"27"16,0 0-27-16,0 0-7 15,0 0 3-15,8 0-8 0,3-11-10 16,4-7-13 0,7-1 15-16,6-9 15 0,8 0-21 15,1-2-1-15,8-6-2 16,4-1-8-16,7-3 10 16,7-3-15-16,3-1 14 15,8-5-4-15,5 0 0 16,1-1-2-16,4-2-8 15,-1-2-1-15,4 2 1 16,-3-6 0-16,-3 4 2 16,-3-5-5-16,-5 5-4 15,-7 2 8-15,-7 5-7 16,-8 4 3-16,-10 10-3 16,-11 3 0-16,-6 13 5 15,-10 3-7-15,-6 8 3 16,-4 2 0-16,-4 3 0 15,0 1-3-15,0 0-20 16,0 0-3-16,0 0 0 16,-2 0-33-16,-18 19-52 15,-8 4-49-15,-12 13-59 16</inkml:trace>
  <inkml:trace contextRef="#ctx0" brushRef="#br0" timeOffset="17346.82">21215 13087 520 0,'0'0'38'0,"0"0"10"15,0 0-7-15,0 0-10 16,-20 122-7-16,10-81-3 16,-1-2-4-16,-2-1-4 15,2-3 8-15,0-10 0 16,3-5 0-16,3-5-2 15,3-10-7-15,2 0-2 0,0-5-11 16,0 0 3-16,7 0 14 16,14-5 8-16,5-6-3 15,4-3-10-15,5 3-6 16,3 1 6-16,1 1-7 16,4 1-1-16,0-4 1 15,3 3-3-15,-4-1 0 16,-1-2-3-16,-2 0-1 15,-6 0-6-15,-6 4-47 16,-1-3-46-16,-2-2-41 16,-3-5-177-16</inkml:trace>
  <inkml:trace contextRef="#ctx0" brushRef="#br0" timeOffset="18580.12">23558 11451 538 0,'0'0'36'0,"0"0"19"16,0 0-8-16,-121-4-23 15,81 4 8-15,-8 14-5 16,1 3-14-16,-5 5-3 15,0 0-3-15,-4 7 1 16,-4 1 5-16,0 4 1 16,-5 5-7-16,0 2-7 15,1 1 6-15,4 4 8 16,4-3-8-16,7 2 3 16,5 0 0-16,4-3 0 15,7 1 10-15,9-1-14 16,8-1 8-16,2-3-1 15,8 2-7-15,2-4 2 16,4 1-4-16,0-2 1 16,0-6 0-16,0 0 1 15,2-5-5-15,14-5-3 16,4-1 8-16,4-1 10 16,4-2-14-16,2-2 2 15,7 0 0-15,1-1-6 16,4 0 13-16,5-2-12 0,3 0 4 15,2-3-3 1,1-2 1-16,3-4 6 0,2 1-11 16,0-2 5-16,4 0 0 15,1 0 0-15,5 0 4 16,3-9-8-16,1-1 3 16,1-2 6-16,-1 2-8 15,2-3 3-15,-5 1-2 16,2-3-2-16,-2-1 8 15,2-3-8-15,-3 1 1 16,3-1 0-16,-1 0 3 16,-2 1 2-16,-3-1-5 15,-5 2 2-15,-2-3 1 16,-2 1 1-16,-7 0 1 16,-1-1-3-16,-5-1-2 15,-2-2 7-15,-6-1-5 16,-5-1 3-16,-2-1-3 15,-3-2-2-15,-8 1 10 16,-2-2-9-16,-4 0 3 16,-8-2-1-16,-3 0 0 15,0-1 4-15,-5 2-6 16,-19-1 3-16,-2-1-1 16,-4-2 1-16,-4 2 2 15,-7-2-5-15,-4 4 0 16,-6-5 7-16,-7 4-7 15,-7-3-1-15,-4 6 0 16,-2 3-3-16,-2 5 13 16,1 8-12-16,0 6 6 15,1 6-2-15,-5 0 0 0,-1 21 7 16,-1 5-9 0,1-1 2-16,5 5 4 0,8-5-5 15,11-2 4-15,16-2-6 16,14 0-10-16,7 1-49 15,4 1-47-15,-2 4-46 16,-3 4-203-16</inkml:trace>
  <inkml:trace contextRef="#ctx0" brushRef="#br0" timeOffset="19229.45">22962 12158 392 0,'0'0'58'0,"0"0"20"16,0 0-17 0,-58-6-11-16,38 6-20 15,0 6-1-15,2 7-8 16,0 3-14-16,1-3 0 15,4-1-3-15,2-1-1 0,5-3-1 16,2 0-3-16,1-4 0 16,3-2 4-16,0 0-11 15,0-1-4-15,3 2 15 16,10-3-1-16,8 0 19 16,0 0-12-16,5 0 2 15,4 2-5-15,0 3 0 16,-1 7 0-16,1 4-9 15,-4 3 6-15,-5 2 0 16,-4 0 1-16,-5 1 3 16,-6-2 4-16,-6-3-2 15,0-2 11-15,0-3 0 16,-2-4-2-16,-12 1-8 16,-2-1-6-16,-2-4 6 15,1-2-12-15,-2-2 5 16,3 0-7-16,1 0-19 15,-2 0-13-15,4-2-34 16,-2-13-13-16,4 1-70 16,1-8-166-16</inkml:trace>
  <inkml:trace contextRef="#ctx0" brushRef="#br0" timeOffset="19660.7">22992 12112 623 0,'0'0'46'15,"0"0"-15"-15,0 0 13 0,0 0 13 16,0 0-25-16,77 94-12 16,-61-63-13-16,-2-4-4 15,-3-4-2-15,-2-3-3 16,-3-5 8-16,-4-3-7 15,0-5 6-15,-2-2-5 16,0-5 0-16,0 0 5 16,3 0-8-16,3-5-19 15,5-10 14-15,0-6 8 16,6-4 3-16,-2-4-5 16,3 3 0-16,-2 3 6 15,0 5-5-15,0 5 2 16,2 7-2-16,-3 6 3 15,2 0 17-15,-2 0-10 16,0 16 0-16,-4 1-2 16,-1 1-5-16,0-1 3 15,-6-3-8-15,-2-3 3 16,2-5-5-16,-2 0-26 16,-2-4-15-16,0-2-28 15,0 0-39-15,0 0-77 16</inkml:trace>
  <inkml:trace contextRef="#ctx0" brushRef="#br0" timeOffset="19884.62">23455 12109 539 0,'0'0'62'0,"0"0"-4"0,0 0-18 16,0 0-9-16,0 0-16 15,51 56-7-15,-45-38-4 16,-1-3-5-16,-3-1 8 16,-2-4-14-16,0-4-18 15,0-6-26-15,0 0-23 16,-4 0-69-16,-11 0-147 16</inkml:trace>
  <inkml:trace contextRef="#ctx0" brushRef="#br0" timeOffset="20029.79">23455 12109 368 0,'-93'-104'-6'16,"95"104"-4"-16,7 11-143 15</inkml:trace>
  <inkml:trace contextRef="#ctx0" brushRef="#br0" timeOffset="20613.3">23549 12032 466 0,'0'0'42'0,"0"0"23"16,0 0-20-16,0 0-15 0,0 0-6 15,103 96-8 1,-88-62 4-16,-2-6-8 0,-2-6-1 16,-5-6-10-16,-1-5 7 15,-5-7-8-15,0-4-2 16,0 0 17-16,0 0-10 16,0-4-5-16,-2-12-1 15,-5-3 1-15,5-4 7 16,2-8-10-16,-2-4 4 15,2-3-1-15,0 1 2 16,0 2 2-16,2 3-6 16,9 9 1-16,6 6 5 15,3 7-1-15,0 9 2 16,2 1 8-16,2 0 17 16,2 6-7-16,-2 10-20 15,-1 8 2-15,-1-3 1 16,-7 1-2-16,-2-5 4 15,-9 2-9-15,-4-2 1 16,0-6 4-16,-2-2 1 16,-18-2 1-16,4-1-5 15,-2-6-1-15,-1 0 2 16,6 0-4-16,0 0 1 16,5-14 0-16,1-5-1 15,2-5 9-15,5 0-9 16,0 5 4-16,0 1-3 15,0 5-1-15,9 5 5 16,2 6-10-16,2 2-15 16,-4 0-30-16,-1 0-39 15,-4 0-81-15,1 0-194 16</inkml:trace>
  <inkml:trace contextRef="#ctx0" brushRef="#br0" timeOffset="20752.45">23960 11648 621 0,'0'0'68'0</inkml:trace>
  <inkml:trace contextRef="#ctx0" brushRef="#br0" timeOffset="21774.36">23878 11745 449 0</inkml:trace>
  <inkml:trace contextRef="#ctx0" brushRef="#br0" timeOffset="22113.33">23878 11745 449 0,'80'-137'76'0,"-80"135"-12"0,0-1-6 0,0 3-7 0,0 0-20 16,0 0-9-16,0 0-14 16,0 15 9-16,2 4 20 15,4 4-11-15,3 4-8 16,-2 4-2-16,1 2-5 16,1 0 10-16,0-1-7 15,1 3-10-15,1-3 12 16,0-3-11-16,4-2 3 0,-3-2-6 15,6-7-2 1,-1-1 10-16,0-5-4 16,1-7-3-16,-4-1 1 0,8-2-1 15,-5-2 2-15,0 0-6 16,3 0 0-16,-5-8 4 16,-2-1-3-16,0-3-1 15,-5 1-12-15,-6-3-11 16,0 2 7-16,-2 0-23 15,0 1-6-15,0 1-25 16,-2 3 9-16,-10-3-9 16,-4 4-84-16,-5 4-76 15</inkml:trace>
  <inkml:trace contextRef="#ctx0" brushRef="#br0" timeOffset="22385.67">23880 11910 494 0,'0'0'29'0,"0"0"46"16,0 0-15-16,0 0-28 15,93-45-5-15,-65 31-7 16,0 3-5-16,-4-1-15 16,-3 5 2-16,-6 0-3 0,-7 2-12 15,-3 5-21-15,-5 0-41 16,0 0-101-16,0 3-140 16</inkml:trace>
  <inkml:trace contextRef="#ctx0" brushRef="#br0" timeOffset="23313.04">23697 12498 523 0,'0'0'49'16,"0"0"12"-16,0 0-33 16,0 0 6-16,0 0-2 15,0-4-3-15,0 4 4 16,0 0-13-16,0 0 3 15,0 0 3-15,0 10-2 16,0 2 4-16,0 5-8 16,0 8-4-16,0 3-2 15,5 2-12-15,4 6 5 16,-1 1 1-16,3 5-5 16,0 2 14-16,-1 4-8 15,2 5 6-15,-2-1-3 16,-2 4 5-16,-1 0-3 15,0 2-12-15,-1-1 3 16,-4-1-3-16,0-2 0 16,2-3 3-16,-2-3-8 15,0-8 2-15,1-5 6 16,-1-6-6-16,0-4 3 16,-2-7-2-16,0-7-2 15,0 1 11-15,0-5-8 16,0-1 7-16,0 0-5 15,0-1-2-15,0-2 6 16,0 0-11-16,0-3 5 16,0 1-2-16,0-1 1 15,0 0 4-15,0 0-8 0,3 0 1 16,-3 0 0-16,0 0-17 16,0 0-9-16,0 0-17 15,0 0-29-15,0-7-34 16,0-5-45-16,-10-4-136 15</inkml:trace>
  <inkml:trace contextRef="#ctx0" brushRef="#br0" timeOffset="23862.65">23708 13482 538 0,'0'0'51'0,"0"0"-16"15,0 0 21-15,0 0-10 0,91 58-5 16,-61-34-7-1,2-4-6-15,3-1-14 0,-3-1-7 16,0-4 6-16,-4-6-7 16,-2-4 12-16,-7-4-5 15,-2 0 1-15,-4 0 5 16,-2 0-17-16,-6-14 10 16,-3-1 0-16,-2-3-5 15,0-2 1-15,0-2-8 16,-7-2-2-16,-8-5 7 15,-4 0-12-15,4 4-28 16,0 4-15-16,1 7-18 16,2 6-12-16,-2 8-55 15,2 0-244-15</inkml:trace>
  <inkml:trace contextRef="#ctx0" brushRef="#br0" timeOffset="24395.45">23670 13815 600 0,'0'0'60'0,"0"0"-17"0,0 0 4 16,0 0 5-16,0 0 3 15,0 93-12-15,0-51-12 16,8 7-22-16,1-1 4 16,-1 4 8-16,3-4-5 15,0-2 4-15,-1-2-10 16,4-5-6-16,-4-4 7 16,4-6-11-16,-4-4 4 15,5-4-3-15,-2-8-2 16,0-1 8-16,0-7-12 15,2 0 5-15,-4-5 0 16,2 0-4-16,-3-3-7 16,1-12-25-16,-2-4-12 15,-5-4-6-15,-2-2-36 16,-2-3-8-16,0 2-22 16,-17 0-123-16</inkml:trace>
  <inkml:trace contextRef="#ctx0" brushRef="#br0" timeOffset="24786.68">23568 14206 573 0,'0'0'9'16,"0"0"15"-16,0 0 11 15,0 0-14-15,0 0-12 16,129-41-3-16,-99 31-5 15,-6 2-3-15,-2 7 1 16,-5-5-26-16,0 5-8 16,-6-4 4-16,0 4 24 15,2-5 10-15,-5 0-2 16,3-1 24-16,-2 1 37 16,-3 1-7-16,0 1 5 15,6 4-6-15,-2 0-17 16,1 0 2-16,2 12-13 15,1 16 5-15,4 2-9 16,-3 5-17-16,-2 2 3 16,0-2-11-16,-2-6 3 15,-7-6 1-15,0-8-4 16,-2-6-14-16,-2-3-24 16,0-6-19-16,0 0-22 15,-8 0-32-15,-5-12-107 16</inkml:trace>
  <inkml:trace contextRef="#ctx0" brushRef="#br0" timeOffset="24925.91">23874 14047 133 0</inkml:trace>
  <inkml:trace contextRef="#ctx0" brushRef="#br0" timeOffset="25397.04">24169 14243 631 0,'0'0'42'0,"0"0"17"16,0 0 1-16,0 0-4 16,0 0-15-16,111-47-11 15,-73 26-16-15,-2-2-6 16,-6-1 6-16,-4 7-16 16,-13-3 5-16,-9 1-2 15,-4 2 0-15,0 2-8 16,-26-1-12-16,-2 4-11 15,-4 5 15-15,-3 7 5 16,1 0 10-16,0 0-2 16,3 17-1-16,3 7 10 15,4 7-8-15,6 1 2 16,2 0 2-16,12 2 9 16,4-5 18-16,0-4-13 15,0-2 4-15,16-5 3 16,0-5-3-16,8-3-2 15,-2-2-10-15,1-4-5 16,3-4 4-16,-2 0-8 16,4 0 2-16,-2 0-5 15,2-12-25-15,0-2-29 16,2-3-28-16,-3-4-40 16,1-2-37-16,-6-6-140 15</inkml:trace>
  <inkml:trace contextRef="#ctx0" brushRef="#br0" timeOffset="26462.59">24722 13976 642 0,'0'0'48'0,"0"0"7"16,0 0-18-16,0 0 10 15,0 0-1-15,-39-53-16 16,30 45-16-16,-1-1-13 16,-6 0 3-16,-5 1 6 15,-5-1-7-15,-2 0 2 16,-4-1-5-16,-4 1-2 16,-4-3 10-16,0 2-10 15,-5 2 4-15,-1 0-3 16,2-1-4-16,-4 3 2 15,3 1-3-15,-1 0 6 16,6 2-3-16,-4 0 3 16,4 3 1-16,-3 0-10 15,-1 0 5-15,-2 0 6 16,-2 7-3-16,-1 8 2 16,-1 1-2-16,3-3-2 0,1 5 10 15,4-4-9 1,-2 3 3-16,6-3-3 0,-1 7 0 15,1 0 7 1,-2 4-11-16,2 2 7 0,1 4 0 16,-1-2 0-16,6 3 3 15,2 0-6-15,4-6 4 16,2 5 11-16,6 1-10 16,3-1 4-16,-2 2-4 15,6 0-3-15,1 2 9 16,1 0-8-16,2-3 3 15,7-1 4-15,0 0-7 16,0-2 7-16,5-1-8 16,12-3 7-16,5-2-5 15,1 0 3-15,5 0 1 16,6-3-4-16,4-1-2 16,6-2 4-16,1 0-3 15,3-4 3-15,2 0-4 16,-1 1-5-16,-1-3 13 15,-4 1-10-15,0-6 4 16,1 0-4-16,-3-2-1 16,4-4 12-16,-3 0-15 15,2 0 6-15,0 0-1 16,7-4 1-16,-2-8 3 16,1 1-8-16,1-1 2 15,0-1 3-15,-1 1-5 16,-6-3 3-16,0 0 0 15,-1 0-1-15,-4-1 10 16,-1-1-11-16,1 2 6 16,0-3-4-16,-2 1 0 15,1-1 8-15,0-3-9 16,-7 2 3-16,1-3-1 0,-5 1 2 16,-5-2 3-16,-4-1-6 15,-2-2 0-15,-1-5 5 16,3-6-3-16,-6-4 1 15,-1 0-1-15,-4-5-3 16,-6 4 9-16,-2 0-9 16,0 4 6-16,-10 1-4 15,-13 2 0-15,-5 5 10 16,0-2-13-16,-2 5 3 16,4 6 1-16,4 5 0 15,2 8 5-15,6 8-11 16,-1 0-3-16,4 16-22 15,-4 13-21-15,0 12-45 16,-6 2-51-16,-11 7-212 16</inkml:trace>
  <inkml:trace contextRef="#ctx0" brushRef="#br0" timeOffset="27780.14">23906 14730 534 0,'0'0'45'0,"-4"0"-17"16,2 0 18-16,0 4 16 16,0 16-4-16,0 9-2 0,2 10-26 15,-3 7 3-15,-1 8-9 16,-1 7 3-1,1 2-6-15,-4 5-4 0,-5 4 11 16,-2 0-12-16,-4-1 4 16,-7 4-12-16,-2 0 0 15,-4-5 10-15,1-3-12 16,-1-6 5-16,6-5-5 16,2-10-2-16,8-10 2 15,0-9-9-15,8-7 1 16,4-5 6-1,1-6-5-15,3-7 2 0,0-2-3 16,0 0-3-16,0 0-5 16,7-2-19-16,-1-10-8 15,2-3-22-15,-1-2-9 16,-4-2-13-16,-1 0-39 16,-2-4-64-16,0 1-233 15</inkml:trace>
  <inkml:trace contextRef="#ctx0" brushRef="#br0" timeOffset="28179.08">23515 15561 526 0,'0'0'52'15,"0"0"14"-15,0 0-18 16,-33 132-15-16,31-92 0 16,2-2 5-16,0-7-10 15,0-6-15-15,0-6 14 0,11-3-16 16,0-7-2-16,4-7 1 16,2-2-2-16,9 0 19 15,2-8-13-15,8-11 6 16,3-4-1-16,4-1-3 15,-2-4-1-15,2-2-13 16,-6 5 1-16,-1-2 3 16,-5 4-7-16,-8 3 4 15,-6 7-4-15,-3 3-3 16,-12 3 2-16,-2 7-29 16,0 0-10-16,-8 5-37 15,-12 12-41-15,-8 3-25 16,-3 5-159-16</inkml:trace>
  <inkml:trace contextRef="#ctx0" brushRef="#br0" timeOffset="29130.45">22185 16818 631 0,'0'0'16'0,"0"0"25"16,0 0-3-16,0 0-21 15,-9 11 3-15,27-11 2 16,1 0-19-16,2 0 6 16,1 0 8-16,1-13-5 15,-1-5-6-15,-2-3-6 16,-6-2-2-16,-2 2 9 15,-2-1-10-15,-6 3 4 16,-2-2-1-16,-2 4-1 16,0-1 10-16,0 5-11 15,0 1 5-15,0 3-1 16,0 6 0-16,0 3 6 16,0 0-12-16,9 12 0 15,4 11 19-15,4 8 20 16,1 8-19-16,-1 0-11 15,2 6 1-15,-4 0 22 16,2-2-20-16,-1-2 16 0,-6-4-9 16,-4-5-13-1,-4-3 14-15,-2-6-14 0,0-3 0 16,0-3-1-16,-12-5 3 16,-10-1 1-16,-4-3-8 15,-2-2 0-15,-2-2 1 16,1-4-7-16,1 0 6 15,0 0-5-15,4-10 1 16,4-9 3-16,12-3-3 16,6-3 6-16,2 2-1 15,2-1 0-15,24 1 19 16,4 7-8-16,4-4 2 16,0 6-3-16,3 0-1 15,-3 7 0-15,-4-3-6 16,-4 4-2-16,-6 0 3 15,-10 3-2-15,-1-1-2 16,-9 2-32-16,0-2-17 16,0 4-25-16,-11-4-61 15,-3-2-55-15,-10-1-137 16</inkml:trace>
  <inkml:trace contextRef="#ctx0" brushRef="#br0" timeOffset="29291.73">22277 16556 495 0,'0'0'40'0,"0"0"-13"0,0 0-33 16,0 0 16-16,-2-4-18 15,20 4-49-15,-2 0-107 16</inkml:trace>
  <inkml:trace contextRef="#ctx0" brushRef="#br0" timeOffset="29763.48">22602 16525 657 0,'0'0'64'16,"0"0"-24"-16,0 0-9 16,0 0 3-16,-77 104-7 15,77-74-10-15,0-2-8 16,0 2-8-16,2-7 11 16,11-5-15-16,0-7 6 15,2-9-4-15,2-2-2 16,-4 0 12-16,6-6-12 15,-5-13 3-15,0-4-2 16,-3-1 2-16,0-2 4 16,-7-1-11-16,-2-1 4 15,-2 3 1-15,0 5-2 16,0 3 5-16,0 4-2 16,0 9-3-16,0 4 13 15,6 0-11-15,4 6 16 16,0 13 1-16,1 2-10 15,2 5 4-15,0-3-11 16,2-2 5-16,-2-5-7 16,6-6-25-16,0-5-39 0,3-5-16 15,-2 0-2 1,-4 0-73-16,0-10-234 0</inkml:trace>
  <inkml:trace contextRef="#ctx0" brushRef="#br0" timeOffset="30020.1">22854 16434 583 0,'0'0'75'16,"0"0"10"-16,0 0-22 16,0 0-21-16,0 0 6 15,-45 84-11-15,45-57-23 16,0-2 1-16,11-2-8 15,3-4 6-15,4-1-7 16,0-2-6-16,2-8 10 16,0-3-13-16,4-5-3 15,-1 0-22-15,3 0 8 16,0-13-41-16,-6-7-39 16,-2-4-47-16,-8-2-27 15</inkml:trace>
  <inkml:trace contextRef="#ctx0" brushRef="#br0" timeOffset="30680.25">22994 16323 619 0,'0'0'70'0,"0"0"-6"0,0 0-21 15,9 119-15-15,7-86-9 16,0-4 1-16,4-4-8 15,-2-6-6-15,2-3 1 16,-5-4-8-16,2-7 3 16,-6-5-2-16,0 0-3 15,-3 0 12-15,-1-5-12 16,1-13 6-16,-4 1-10 16,1-1 3-16,0 1 4 15,-3 4-3-15,-2 3 3 16,2 4 1-16,2 4-1 15,2 2 0-15,3 0-1 16,4 0 8-16,5 6 9 16,2 1-8-16,4 5 0 15,4-6 5-15,5-4 0 16,-1-2 8-16,0 0-16 16,-2 0 9-16,-4-10-3 15,-4-5-8-15,-7 1 2 16,-7-3-8-16,-1 2 3 15,-7 1 1-15,0-4 0 16,0 0 3-16,-13 2-7 16,-9 0-2-16,3 3 7 15,-1 0-13-15,-1 7 8 16,4 6 0-16,1 0-1 16,2 1 10-16,5 18-10 15,2 6 5-15,1 0-2 16,6 5 1-16,0-5 6 15,0 0-7-15,8-4 6 0,6-3 4 16,2-7-4-16,0-1 2 16,2-2-9-16,-4-6-1 15,2-2 10-15,0 0-9 16,2 0-10-16,1-2-30 16,1-12-27-16,-2-3 11 15,-2-3-68-15,-2-5-11 16,-2-3-158-16</inkml:trace>
  <inkml:trace contextRef="#ctx0" brushRef="#br0" timeOffset="30966.79">23532 16098 636 0,'0'0'63'0,"0"0"-5"16,0 0 0-16,0 0-8 15,-2 129-7-15,19-88-12 16,2-4 3-16,5 4-21 16,2-7 5-16,-2-3 2 15,1-2-4-15,1-8-2 16,-4-1-12-16,-3-7-2 16,-4-3 6-16,1-6-9 15,-6-2 6-15,0-2-4 16,2 0-4-16,-4-4-5 15,0-14-40-15,-3-3-20 16,-5-6-27-16,0-1-32 16,-7 2-61-16</inkml:trace>
  <inkml:trace contextRef="#ctx0" brushRef="#br0" timeOffset="31210.37">23411 16387 670 0,'0'0'66'15,"0"0"24"-15,0 0-29 16,0 0-29-16,141-86-6 16,-107 64-5-16,-2 5-17 15,-2 2-2-15,-8 5 2 16,-7 2-6-16,-5 6-10 15,-8 0-36-15,-2 2-48 16,0 0-23-16,0 0-98 16</inkml:trace>
  <inkml:trace contextRef="#ctx0" brushRef="#br0" timeOffset="32563.16">23777 16115 590 0,'0'0'37'0,"0"0"22"15,0 0-9-15,0 0-15 16,0 0-7 0,-38-60-6-16,29 53-17 15,-2 1 6-15,3 0-13 0,-8-3 6 16,1 4-4-16,-4-1 1 16,-2 0 5-16,-5 0-9 15,-2-3 4-15,0 3-1 16,-4 0 3-16,-1 0 1 15,-3 1-9-15,2 3 3 16,-2-2 4-16,-2 4-4 16,-1 0 2-16,-1 0-3 15,-4 2-3-15,-3 11 9 16,-3 4-11-16,-1 3 8 16,-5 1-5-16,0 2-2 15,-2 2 13-15,0 3-10 16,-2 0 5-16,1 3-2 15,1 1 4-15,2 0-1 16,1 2-3-16,1-1 0 16,2 2 4-16,0 1-2 15,5 0 4-15,-3 4 3 16,6 1-5-16,0-3 7 16,-1 1-11-16,5-4 7 15,-2 2-4-15,4-3 0 16,-1-1 14-16,3 1-5 15,1-2 5-15,2 5-1 16,4-4-4-16,1 3 3 16,2 0-8-16,0-2-3 15,6 2 6-15,6 0-2 0,2-5 6 16,8 0-10 0,4 0 0-16,0-6 9 0,7 2-13 15,8-2 7-15,7-1 1 16,1-1-7-16,1-1 12 15,4-3-14-15,4-1 2 16,6 0-1-16,6-5 3 16,1-3 11-16,7 2-9 15,0-6 4-15,1-1-3 16,1-1-4-16,4-4 2 16,0 0-4-16,2 0-2 15,5-8 11-15,1-11-12 16,5-3 6-16,1 0-4 15,-4-4 0-15,5 1 5 16,-3-2-16-16,-4 2 5 16,-5 0 4-16,-1-2 1 15,-4 0 1-15,-3 0-6 16,3-2 5-16,-4 0-1 16,4-2 0-16,-1 0 0 15,2 0-1-15,-1 1-10 16,-2 1 20-16,-3 3-13 15,-6-3 7-15,-4 1-4 16,-3 5 1-16,-4 1 9 16,-7 0-10-16,1-1 4 15,0 0-1-15,0 1 4 16,-2 0 0-16,0-1-6 16,-2 2 2-16,-3 0 6 15,-4 1-6-15,-2 1 5 0,-6-2-3 16,-3 3-5-1,-4-1 15-15,-2-4-12 0,0 0 3 16,0-2-2 0,0 1 0-16,0-1 7 0,0 1-9 15,0 4 4-15,0 4-1 16,-10 0 2-16,-1 1 2 16,-2-2-7-16,0 1 2 15,-4 0 3-15,-1-5-2 16,-2 1 1-16,-2-2-1 15,-4-1-3-15,2-1 10 16,-2 0-9-16,1 5 4 16,1 2-4-16,4 3-1 15,4 3 10-15,0 3-14 16,8 6 7-16,-1 2-1 16,0 0-1-16,1 0-2 15,-3 8-24-15,0 10-21 16,1 0-40-16,-3-1-58 15,0-1-143-15</inkml:trace>
  <inkml:trace contextRef="#ctx0" brushRef="#br0" timeOffset="34947.44">20416 14405 676 0,'-10'-12'26'0,"-4"5"29"16,6-1-7-16,0 1-18 16,1 2 13-16,0 3-3 15,5-3-14-15,0 4-10 16,2 1-2-16,0 0 0 15,0 0-7-15,0 0-4 16,0 0 7-16,0 0 4 16,0 6 1-16,0 10 9 15,2 3 2-15,9 9-2 16,0-2-17-16,-1 10 17 16,8 0-9-16,1 3-7 15,1 2 5-15,1 1-10 16,4 0 5-16,1 2-4 15,2-4 2-15,5 3 3 16,1-2-4-16,1 1-4 16,-2-1 7-16,3 2-8 15,-4-4 2-15,0 2-1 16,1 0-4-16,1 0 10 16,-2-4-11-16,0-1 6 15,-2 0-4-15,1-3 1 0,-1 1 7 16,-4-3-10-16,4 0 4 15,-6-4 0-15,-1 4 0 16,3-4 5-16,-2 1-10 16,2-1 2-16,0-2 9 15,2 1-8-15,0 2 3 16,-3-5-3-16,3 0-4 16,-2-2 16-16,0-3-15 15,-2-1 7-15,-4 1-4 16,4 1 0-16,-2-4 8 15,-2 3-12-15,1-1 7 16,-2 1-2-16,0 0 1 16,-1-3 3-16,2 2-7 15,-4-2 0-15,2-1 10 16,-4 0-9-16,2-1 4 16,-1 1-2-16,-2-2-2 15,2 3 12-15,0-1-13 16,0 3 5-16,2-3-3 15,0 1 0-15,3 2 9 16,0-2-12-16,-4-1 5 16,4 1 0-16,-1 0 1 15,0 2 2-15,-1-2-6 16,1 3-1-16,1 3 10 16,0-4-7-16,-2 3 2 15,4 1-2-15,-3-1-4 16,-2-5 14-16,0 1-13 15,3-1 6-15,-3-3-3 0,0 0 0 16,1-5 8-16,-4 4-13 16,4 0 7-1,-6-3-1-15,4-1 0 0,-4 0 4 16,2 2-7-16,-2-4 0 16,1 0 7-16,-2 1-5 15,0 0 2-15,-5-3-3 16,-2-1-2-16,-1-2 13 15,-1 1-14-15,-2-1 8 16,0 0-5-16,0 0 1 16,0 0 7-16,0 0-10 15,0 0 4-15,2 0-2 16,0 0 2-16,-2 0 4 16,2 0-9-16,1 0 3 15,-3 0 6-15,2 0-8 16,-2 0 4-16,0 0-5 15,0 0-4-15,0 0 15 16,0 0-12-16,0 0 7 16,0 0-2-16,0 0-1 15,0 0 11-15,2 0-16 16,-2 0 7-16,4 0-1 16,0 0 1-16,5 0 6 15,2 5-11-15,-1 0 3 16,2 1 7-16,2-3-5 15,0 2 2-15,-4 1-3 16,3-5-5-16,-4-1 16 16,-1 0-12-16,-6 0 3 15,2 1-2-15,-4-1 0 16,0 0 7-16,0 0-10 16,0 0-9-16,0 0-36 0,-12 0-23 15,-8 0-9-15,-4-7-36 16,-6-2-30-16,-4-2-41 15,-7 0-227-15</inkml:trace>
  <inkml:trace contextRef="#ctx0" brushRef="#br0" timeOffset="35513.6">21869 16384 662 0,'0'0'37'16,"0"0"13"-16,0-28-10 16,10 23-1-16,12 2 15 15,4 3-22-15,4 0-12 16,2 0-2-16,7 3-2 15,-5 8 3-15,0 1-7 16,4 0-1-16,-6-5 4 16,-2 1-13-16,-2-4 3 15,-3-4-3-15,-3 0-3 16,0 0 9-16,-6 0-10 16,0 0 9-16,-8-1-5 15,1-4-1-15,-4-1 5 16,-3 0-8-16,-2-1 7 0,0-5 0 15,0-2-1 1,0-3 2-16,0 0-5 16,0-4 3-16,0-2 8 0,-10-1-8 15,-2-5 5-15,-8-6-4 16,2-1-2-16,-6-5 6 16,4 1-10-16,1-1 2 15,1 4-2-15,8 0-1 16,2 4 9-16,3 8-11 15,3 4 5-15,2 6-2 16,0 5 0-16,0 4 5 16,0 6-9-16,0 0-11 15,4 0-42-15,5 9-34 16,-7 9-49-16,-2-3-98 16</inkml:trace>
  <inkml:trace contextRef="#ctx0" brushRef="#br0" timeOffset="38113.07">26468 10622 557 0,'-12'-11'34'0,"-1"3"31"15,0 2-14-15,-2 2-10 16,-2 4-15-16,-7 0-7 16,1 0-7-16,-5 4 5 15,-2 10-6-15,0 5 16 16,-1 2-5-16,1 3-11 15,4-3 8-15,2-2-16 16,8-2 2-16,2-3-4 16,12-6-1-16,2-2 2 15,0-6-8-15,8 0 6 16,14 0 1-16,6-3 0 16,5-5 2-16,1-3-6 15,0 5 2-15,-2 0 9 0,1 6-7 16,-1 0 3-1,-6 0-4-15,0 8-2 0,-4 7 11 16,-8 0-10-16,-7 2 9 16,-4 1 2-16,-3-1 1 15,0 0 9-15,-18-1-6 16,-8-1 2-16,0-1-3 16,-2-2-7-16,3-3 4 15,1-3-9-15,0 0-2 16,2-6 8-16,6 3-12 15,0-3-17-15,1 0-18 16,7 0-21-16,3 0-23 16,3-5-34-16,2-8-73 15,0-7-270-15</inkml:trace>
  <inkml:trace contextRef="#ctx0" brushRef="#br0" timeOffset="38561.78">26434 10456 632 0,'0'0'60'0,"0"0"-32"16,0 0 4-16,0 0-2 16,0 0 8-16,72 54-28 15,-58-25-1-15,-5 0-4 16,-4-2 0-16,-3 0 3 15,-2-3-9-15,0-5 1 16,0-3 5-16,0-9-6 0,0-2 3 16,0-5-2-1,4 0-3-15,11-18 9 0,2-4-8 16,2-3 3-16,3-4-2 16,-4 0 6-16,-2 4 16 15,0 4-4-15,-4 7 3 16,6 3-3-16,-4 11-6 15,4 0-1-15,-1 0 4 16,3 17-5-16,-6 8 4 16,-3 4-10-16,-2 0 1 15,-5 0-4-15,-4-1-1 16,0-6 10-16,0-1-14 16,0-8-5-16,0-4-33 15,-4-2-41-15,-2-3-17 16,1-4-24-16,3 0-66 15,2 0-176-15</inkml:trace>
  <inkml:trace contextRef="#ctx0" brushRef="#br0" timeOffset="38929.81">26798 10593 361 0,'0'0'97'15,"0"0"-17"-15,0 0-31 16,0 0 5-16,0 0-5 15,6 51-22-15,8-32-2 16,4-1-9-16,4-5 1 16,2-1 0-16,0-6 7 15,-1-3-6-15,-1-3 6 16,0 0-13-16,-4 0-5 0,-2-12 0 16,-6-3-2-1,2-2 9-15,-6-1-13 0,-2 1 4 16,-4-2-4-16,0-1 0 15,0-1 8-15,-10 2-11 16,-10-3 4-16,-4 5 1 16,-4 3 0-16,0 4 2 15,1 9-7-15,1 1 0 16,4 0 4-16,4 7-8 16,6 11-5-16,1 3-24 15,6-2-28-15,5-1-5 16,0-1-53-16,0-5-128 15</inkml:trace>
  <inkml:trace contextRef="#ctx0" brushRef="#br0" timeOffset="39728.86">27095 10592 467 0,'0'0'105'15,"0"0"-17"-15,0 0-34 16,0 0-14-16,121-60-1 16,-93 42 0-16,-3-2-22 15,-3 1 0-15,-5 1-7 16,-4-1-7-16,-5 5 3 16,-8-1-6-16,0 5 2 15,0-2 6-15,-19 0-7 16,-5 6 3-16,-4 2-3 0,2 4-2 15,-2 0 8-15,2 4-6 16,3 15 5-16,4 11-4 16,6 1-2-1,0 1 8-15,9 3-11 0,4-2 6 16,0-2-3-16,0-4 0 16,2-4 5-16,9-3-9 15,4-7 2-15,0-1-5 16,4-11-21-16,3-1-29 15,2 0-1-15,4 0 27 16,6-17-18-16,2-6-32 16,1-6 0-16,3-2 19 15,-2-6-67-15,-6-3 28 16,-9-3-122-16,-8 2 223 16,-8 1 88-16,-7 5 10 15,0 7-16-15,-4 11 10 16,-14 9 13-16,1 8-4 15,-2 0-23-15,0 18-23 16,-1 11-23-16,0 0-11 16,6 4 3-16,2-4-8 15,6-4 5-15,6-6-3 16,0-6-8-16,0-4 2 16,16-7-11-16,10-2 8 15,4 0-5-15,4 0 5 16,2 0 0-16,3 0-8 15,-1 0 4-15,0 0 4 16,-8 10-6-16,-3 1 2 16,-7-1-5-16,-8 1-1 15,-5-1 7-15,-7-2-5 16,0 1 5-16,-2-3 5 0,-17 2-5 16,-5-2 6-16,-2-1-13 15,-2 0 4-15,3-4-4 16,-1 1 0-16,2 0-9 15,4-2-37-15,1 0-21 16,2 0-22-16,0 0-7 16,2-2-97-16</inkml:trace>
  <inkml:trace contextRef="#ctx0" brushRef="#br0" timeOffset="41095.5">28035 10169 597 0,'0'0'60'16,"0"0"-16"-16,0 0-3 16,0 0-8-16,-41-48 7 15,29 39-15-15,-4 1-17 16,-3-2 0-16,0 4-7 16,-7-1 1-16,-2 1 5 15,-7-2-6-15,-3 0 1 16,-8 0-1-16,-8 3-3 0,-5 1 9 15,-9 2-13-15,-4 2 1 16,-6 0 1-16,1 0 1 16,-1 6 10-16,-1 5-10 15,3 1 3-15,-1 1 1 16,1 4-1-16,3-1 2 16,1 7-3-16,2 2 0 15,3 6 6-15,3 3-4 16,6 2 5-16,-3 1-4 15,8 0 2-15,6-1 12 16,0-4-5-16,5-1 4 16,2-3-4-16,1 1 1 15,7 3 11-15,0-1-8 16,0-1 3-16,3 5-3 16,4 0-5-16,1 1 1 15,6-4-10-15,3-1 0 16,5 0 7-16,5-6-9 15,3 2 8-15,2-2-5 16,0-2-4-16,0 1 14 16,0-4-13-16,11 0 3 15,4-2-1-15,2 2-4 16,2-3 13-16,5-2-13 16,2-2 3-16,0 1 0 15,2-2 0-15,0-3 4 16,2-3-7-16,5 0 1 15,1-4 5-15,2 2-4 16,6-4 4-16,-1 0-5 16,-1 0-3-16,4 0 14 15,-3 0-12-15,0 0 3 16,0 0-1-16,0 0-4 16,4-6 15-16,-4-3-15 0,1-1 6 15,-2-1-3-15,2 0 0 16,-6-1 0-16,3 2-5 15,-5-2 1-15,2 0 4 16,-2 0-2-16,-2-1 5 16,1 1-6-16,-1 1-1 15,0-3 13-15,-1 3-12 16,1-1 6-16,3-1-2 16,2-1-3-16,1 2 12 15,-1-1-13-15,0-1 5 16,-2 0-2-16,-1 3 1 15,-2-1 3-15,-4-1-7 16,3 1 4-16,-5 0 1 16,-2 0 0-16,0 1 2 15,-5 2-4-15,0-2-1 16,-3 0 8-16,1 2-8 16,-2 2 4-16,-4-4-1 15,2-1-3-15,0 1 10 16,1-3-11-16,-4-3 6 15,6 0-3-15,-2-1 1 16,2-1 3-16,-1 1-7 16,-2 1 4-16,-2 1 1 15,-4-1-1-15,-3 2 3 16,-4-3-5-16,-2-2 0 16,0-1 10-16,0-2-11 15,-4-4 5-15,-9 1-3 16,-4-6-3-16,-1 1 11 0,2 0-9 15,-4 2 3-15,0 0-1 16,0 1-1-16,2 5 7 16,-1 4-10-16,1 4 3 15,3 3 2-15,2 5 1 16,1 2 2-16,1 4-6 16,-2 1 2-16,3 0 5 15,0 0-10-15,0 9 5 16,4 1-10-16,-2 0-18 15,8-1-6-15,0 2-24 16,0-1-29-16,0 5-26 16,0-2-85-16</inkml:trace>
  <inkml:trace contextRef="#ctx0" brushRef="#br0" timeOffset="44778.45">20236 9337 591 0,'-3'-8'33'0,"-3"3"12"16,4 0-3-16,0 1-18 15,2-1 2-15,-2 1 8 16,0 2-12-16,2 2-7 15,0-4-1-15,0 3 1 16,0-2-1-16,2 0-14 16,15-3 1-16,4-5-1 15,5 4-1-15,7 0 7 16,-1-1-10-16,4 0 4 0,7 0 0 16,7 1 1-1,8-3 5-15,6-2-4 0,11 0-1 16,5-3 0-16,4 1-1 15,0 3 4-15,6-1-5 16,-4 3-3-16,1-3 11 16,-3 4-9-16,1 0 3 15,-1 1-1-15,-2-1-1 16,-3-2 8-16,1 2-9 16,3 1 5-16,-6 1-4 15,-2 4 2-15,2 2 2 16,1 0-5-16,-3 0 2 15,1 0 2-15,-1 0-3 16,-4 3 4-16,-2 3-4 16,0 0-1-16,-3 0 6 15,1 0-6-15,-1 0 4 16,-1 0-1-16,-3-1-3 16,-2 1 9-16,1 0-8 15,-3 0 1-15,-2 2 1 16,0 0-2-16,2-1 4 15,-1 3-5-15,0 0 2 16,3 1 0-16,2 5 1 16,-1-2 4-16,-1 1-3 15,0-1-2-15,1 1 9 16,-3-2-9-16,-2 0 2 16,-2-1-1-16,-1 0-4 15,1 1 11-15,-2 0-11 16,0-1 8-16,-3 0 3 15,-1 0-4-15,-2 0 0 16,0 2-6-16,1-3 2 0,-1 1 1 16,-4 1 0-16,4 1 2 15,-3-1-5-15,-5-1 1 16,1 1 5-16,-2 1-6 16,1-1 5-16,3 2-5 15,-2-1-1-15,8 3 9 16,-2-3-7-16,1 4 1 15,-2 0-1-15,2-1 1 16,-1-2 4-16,1 3-7 16,0-1 2-16,0 0 2 15,-5 3 0-15,2-1 6 16,-4-1-9-16,-3-1 1 16,-2 2 6-16,-1-1-5 15,-1 1 9-15,-2-1 1 16,2-3-13-16,-4-2 12 15,0 3-11-15,1-4 4 16,-1-3-1-16,0 2 2 16,0 1 4-16,0-2-10 15,-3 2 4-15,-1 0-1 16,-5-3 1-16,-2 1 2 16,1 0-5-16,-4-3 0 15,0 3 6-15,0-4-6 16,-2 0 3-16,0 1-1 15,-1-1-1-15,0 0 7 16,-1 4-10-16,2-3 5 16,2 3-2-16,4 4 0 15,3-1 6-15,-1 3-8 16,1-1 1-16,-2-1-5 16,1 1 5-16,-1-2 4 15,-6 4-4-15,2-6-3 16,-4 3 8-16,2-3-4 0,-3 3 1 15,1-3-2-15,-2 1 0 16,1-1 8-16,0 1-10 16,-4-2 6-16,0-3-4 15,-2-1 1-15,-2-2 7 16,2 0-9-16,-1-2 3 16,-3 0 1-16,3-2 0 15,-3 2 2-15,0 0-4 16,0-2 3-16,0 2 2 15,0-1-2-15,0 5 1 16,0 2 1-16,2 2-3 16,0 4 9-16,2 1-9 15,0 2 7-15,0 1-4 16,2-3-5-16,2-1 13 16,-4-3-11-16,0-5 0 15,0-1 0-15,-2 1 0 16,0-4 2-16,3-2-5 15,-5 3 1-15,2-2 4 16,0-1-3-16,-2 0 2 16,0 0-3-16,0 0-2 15,0 0 3-15,0 0-32 16,0 0-21-16,0 0-30 16,0 0-34-16,-4 0-28 15,-13-9-196-15</inkml:trace>
  <inkml:trace contextRef="#ctx0" brushRef="#br0" timeOffset="45295.35">25738 10210 538 0,'0'0'87'16,"0"0"-19"-16,79 23-26 16,-45-3 10-16,7 1 6 15,0 4-20-15,2-2-16 16,0 5 8-16,0-3-10 15,-2-1 0-15,-4-5-13 16,-3-3-1-16,-2-4 3 16,-6-7-8-16,-5-2 8 15,-3-3-2-15,-8 0-5 16,2 0 5-16,-8 0-2 16,-2-5 1-16,-2-12 8 15,0 0-7-15,0-5 0 16,-8-8-1-16,-10-5-7 15,-2-4 9-15,-3-5-10 16,1-2 3-16,3-3-3 16,0 5 0-16,3 3-3 15,6 10-10-15,2 9 3 16,4 11-7-16,-2 11-8 16,2 0-18-16,-4 16-54 0,-8 9-23 15,-7 8-121-15</inkml:trace>
  <inkml:trace contextRef="#ctx0" brushRef="#br0" timeOffset="48529.5">19891 11747 467 0,'7'-11'8'16,"3"-1"-6"-16,10-1 37 16,0 1 7-16,2-4 6 15,4 5-3-15,0-3-22 16,-4 4-11-16,2 1 3 16,-3 3 8-16,-1-2-11 15,-4-2-10-15,4 3-1 16,4-5 9-16,4-1-8 15,2-5 1-15,9 0-1 16,3-1 0-16,4 3 16 16,4-4-13-16,-1 2-1 15,-4 3-3-15,2 1-1 16,-1-1 3-16,-5 1-10 16,1 1 6-16,0-1-3 15,-2 0 2-15,3-4 0 0,1 2-3 16,0-2 1-1,2-2 11-15,3 1-5 0,-1-1 0 16,4 2-6-16,-3 0-1 16,2 4 7-16,-6-1-8 15,3 2 3-15,-3 1-1 16,3 0-1-16,-2-1 7 16,2-3-10-16,-1 1 3 15,1 1 1-15,0-1 0 16,-4-1 3-16,1 3-6 15,3-1 1-15,4-4 5 16,3 2-4-16,5-2 2 16,6-1-3-16,2-3-1 15,1 3 10-15,-1 0-10 16,-3 1 4-16,-5 1-2 16,-6 4 0-16,-2-1 10 15,-7 2-9-15,-1 0 2 16,0 1 5-16,4-3 3 15,-1 1 3-15,3-3-9 16,1 1 1-16,1-1 1 16,2 0-4-16,-5 3 1 15,3 1-1-15,-1 2-4 16,4-2 9-16,-4 0-10 16,3 2 5-16,2-2-2 15,2 3-2-15,0-1 9 16,-1 0-11-16,2 3 4 15,-5 1 2-15,-2-2-2 16,-4 4 2-16,0-2-3 16,-3-1-2-16,5 1 6 15,-3 0-4-15,0 0 2 0,5-1-4 16,-3 3 2-16,1-2 6 16,2 2-9-16,-3 2 6 15,3 2-4-15,0 0 0 16,-1 0 8-16,-1 0-8 15,2 0 2-15,-1 0 0 16,-4 0 0-16,2 0 2 16,-1 0-4-16,1 6 2 15,-3-6 1-15,-2 4-1 16,2-2 1-16,-1-2-2 16,-1 0-2-16,-2 2 9 15,-3 2-9-15,2-3 4 16,-7 5-1-16,-1 0-5 15,-1 0 9-15,-4 0-11 16,-2 1 7-16,0 1 0 16,-1-2-2-16,-3 2 2 15,4-2-3-15,0-1 2 16,-2-1 1-16,-1 0 0 16,0 0 3-16,1 0-5 15,2-2-1-15,-3 2 8 16,3-1-7-16,0 1 2 15,2-2-1-15,0 1-2 16,2-2 9-16,1 4-8 16,-1-4 3-16,2-1-2 15,2 2 0-15,-4 2 5 16,-2-2-7-16,-2 2 3 0,-3-1-1 16,-1 1 1-1,0 2 3-15,0-1-6 0,-1 1 1 16,0-2 6-16,1 2-5 15,-1-2 1-15,1 1 0 16,-7 1-4-16,-2-4 11 16,-5-2-11-16,2 2 5 15,-8-2-3-15,-2 0 3 16,2 0 4-16,-2 0-7 16,0 0 4-16,0 0 1 15,0 0 2-15,0 0-1 16,0 0-6-16,0 0 1 15,0 0 4-15,0 0-4 16,0 0 2-16,0 0-2 16,0 0-2-16,0 0 6 15,0 0-19-15,0 0-12 16,-7 0-22-16,-4 0-31 16,-6 0-10-16,0 0-60 15,-5 0-98-15</inkml:trace>
  <inkml:trace contextRef="#ctx0" brushRef="#br0" timeOffset="49113.71">25643 10518 604 0,'0'0'24'16,"0"0"9"-16,4 0 5 15,15 0 10-15,3 6 7 16,8 5-9-16,-2 5-20 15,2-3-8-15,0 3 4 16,0-3-6-16,-2 1-2 16,-2 1 1-16,-3-1-4 15,-1 0-6-15,-2-1 1 16,-6-2-4-16,2-4 1 16,-6 0 10-16,-3-2-10 15,-3 1 1-15,1-6 2 16,-3 1 0-16,-2 2 4 15,0 1-11-15,0 4 5 16,-9 2 0-16,-12 2 3 16,-9 1 3-16,-8 3-8 15,-2-1 2-15,-7 3-1 16,1 1-2-16,0 2 1 16,0 1-3-16,3-3-1 15,2 2 8-15,6-3-8 16,9-3 4-16,5-3-1 15,6-7-4-15,9 3 10 16,2-8-16-16,4 5-26 16,0-5-28-16,0 0-36 15,0 0-51-15,4 0-103 16</inkml:trace>
  <inkml:trace contextRef="#ctx0" brushRef="#br0" timeOffset="51229.3">27218 7928 602 0,'0'0'22'15,"-4"-10"26"-15,-12 5-6 16,2 3 3-16,-4 1-2 16,-2 1-2-16,3 0-19 15,-4 0-18-15,4 12 5 0,-5 7 6 16,0 3-2-16,4 3-7 16,-4 4-5-16,0-2 4 15,7-2-3-15,4-8-1 16,3 1-2-16,6-9-2 15,2-3 7-15,0-3-8 16,8-3 6-16,10 0-1 16,8 0-1-16,0-12 5 15,1 1-6-15,6-2 1 16,-1 6 0-16,-2 3 0 16,2 4 2-16,-1 0-4 15,-4 0 0-15,-1 6 5 16,-5 7-4-16,-3 4 2 15,-7-2-2-15,-7 3-1 16,-4-2 9-16,0-4-10 16,0 1 10-16,-9-4 5 15,-10 1 2-15,-3-4 2 16,-1 0-12-16,-1 0 0 16,-2-4-1-16,-2 2-1 15,4-4 2-15,-1 1-5 16,3-1 0-16,5 3 1 15,4-2-17-15,7-1-11 16,6 0-18-16,0 0-38 16,0 0-49-16,8-15-177 15</inkml:trace>
  <inkml:trace contextRef="#ctx0" brushRef="#br0" timeOffset="51662.52">27680 7916 572 0,'0'0'31'16,"0"0"27"-16,0 0-17 15,0 0-3-15,0 0-10 16,-21 81-12-16,42-77-3 15,5-4 1-15,5 0-11 16,-1 0 5-16,0 0-5 16,-3-8-2-16,-1-3-2 15,-2-3 0-15,-4 3 6 16,-6-5-7-16,-3 3 3 16,-6-4-1-16,-5 0 0 15,0 1 6-15,0-5-6 16,-16 5 4-16,-3-1-1 15,-7 3-2-15,0 4 4 16,0 4-8-16,3 6 4 16,4 0 1-16,-1 0-1 15,10 10 0-15,-2 5-4 16,4 4-4-16,6-1-17 16,2 0-35-16,0-6-23 15,0-5-80-15,17-6-112 16</inkml:trace>
  <inkml:trace contextRef="#ctx0" brushRef="#br0" timeOffset="51995.93">28119 7668 577 0,'0'0'68'16,"0"0"-10"-16,0 0-14 15,0 0 2-15,0 0 7 16,-90 45-14-16,77-18-13 16,4 2-2-16,3 4-13 15,4-3 2-15,2-2 0 16,0-2-3-16,0-6 4 16,10-4-13-16,8-5-2 15,1-5 7-15,2-2-7 16,1-4 4-16,2 0-3 15,-2 0-6-15,1-8-24 16,0-5-20-16,1-9-34 16,0 1-3-16,-5-4-18 15,-3-1-81-15,-6-3-117 16</inkml:trace>
  <inkml:trace contextRef="#ctx0" brushRef="#br0" timeOffset="52378.25">28266 7557 479 0,'0'0'81'16,"0"0"-43"-16,0 0 16 16,0 0 9-16,0 0-20 15,-7 129-12-15,12-87-15 16,5 1 8-16,0-4-16 16,6-11 7-16,-4-3-8 15,4-6 2-15,-3-7 1 0,0-7-11 16,2-5 1-1,0 0 4-15,0-5-3 0,-2-8 1 16,2-7-1-16,-5 0-2 16,-3-3 6-16,0 4-6 15,-5-2 4-15,0 6 9 16,-2 4 0-16,0 5 9 16,2 6-7-16,2 0-10 15,2 0-7-15,2 17 5 16,4 1 0-16,1 3-3 15,2-1 1-15,5-4 0 16,1-4-2-16,1-5-30 16,3-4-31-16,1-3-27 15,3 0 1-15,-4-6-54 16,-2-12-74-16</inkml:trace>
  <inkml:trace contextRef="#ctx0" brushRef="#br0" timeOffset="52778.21">28674 7606 352 0,'0'0'55'15,"0"0"32"-15,0 0-11 16,0 0 3-16,0 0-37 16,-92 58-1-16,85-42-23 15,7-4-12-15,0-3 3 16,9 1 0-16,15-4 10 15,2-1-8-15,6 1 5 16,0 0 10-16,2 0-15 0,1 3 5 16,-5 5-3-1,-2 0 4-15,-6 3-9 16,-8 0-5-16,-5 3 8 0,-9-1 10 16,0 0-4-16,0-2 3 15,-13-3 4-15,-13 2-1 16,-2-4-2-16,-4-1-13 15,-2 1-4-15,3-6-2 16,3 0-3-16,4-5 1 16,4-1-29-16,4 0-15 15,8 0-16-15,1-17-30 16,5-6-32-16,2-8-55 16,0-6-180-16</inkml:trace>
  <inkml:trace contextRef="#ctx0" brushRef="#br0" timeOffset="53945.28">29266 7332 587 0,'0'0'41'0,"0"0"14"16,0 0-9-16,0 0-14 16,-51-105 8-16,27 85 0 15,-4-1-28-15,-4 3 8 16,-7-5-5-16,-11 4-2 16,-10 0-8-16,-11 0 0 15,-7 3 2-15,-3 3-5 0,-7 1 0 16,-3 6 1-16,1 3 1 15,-3 3-3-15,7 0-1 16,2 0-1-16,3 12 6 16,5 2-6-16,1 4 1 15,1 5-1-15,2 4-4 16,-3 4 12-16,-1 3-10 16,1 5 5-16,1 3-1 15,3 2 3-15,5-2 5 16,4 2-4-16,5 1 2 15,3 1 1-15,6-1 1 16,4-3-1-16,3 1-2 16,7 0 0-16,0-4 4 15,6 2-6-15,4 0 1 16,2-5 0-16,3 4-6 16,2-3 11-16,4 2-8 15,2-4 4-15,6 0-1 16,3-3-1-16,2 2 4 15,0-5-11-15,5 4 6 16,14-1-4-16,-2 1 2 16,7 0 2-16,0 0-4 15,4-2 0-15,2 0 7 16,0-2-4-16,4-1 1 16,3-3-2-16,-1-2-3 15,4-2 10-15,-2-2-11 16,1-3 5-16,4-3-3 15,0-1 0-15,7-6 7 16,1-1-9-16,3-3 4 0,2 2 1 16,0-4-2-1,-1 0 3-15,1 0-4 0,0 0-1 16,-2 0 5-16,0 0-4 16,0 0 2-16,-2-10-1 15,4-1-2-15,2-4 6 16,0-6-5-16,2 2 0 15,7-3-1-15,-3 0 0 16,3 2 7-16,-5-4-9 16,3 2 4-16,-3-1 0 15,-2 0 1-15,-1 2 1 16,-1-4-5-16,-4-1 2 16,-5 1 2-16,-4-3 0 15,-2 3 0-15,-9 0-2 16,-1-1-1-16,-7 1 7 15,-5-3-6-15,-4 3 2 16,-1-2 2-16,-4-2 3 16,2 0 6-16,-4-1-12 15,-2-1 2-15,-1 2 0 16,-2-2 1-16,-5 3 1 16,0 1-6-16,0 0 2 15,0 1 4-15,-16 1-3 16,-1-1 2-16,-2-2-5 15,-3 0 0-15,3 2 8 16,-1-2-8-16,5 0 3 16,2 3-1-16,5 6-4 15,2 1 9-15,1 8-9 16,5 3 1-16,0 7-11 0,0 0-12 16,0 0-8-1,3 7 1-15,5 15-22 0,-4 3-40 16,-4 4-51-16,0 3-94 15</inkml:trace>
  <inkml:trace contextRef="#ctx0" brushRef="#br0" timeOffset="55395.49">27916 8532 447 0,'0'0'57'0,"0"0"22"15,6-20 9-15,-4 16-25 16,0 0 4-16,-2 4-9 16,0-1-22-16,0 1-8 15,0 0-13-15,2 0 0 16,2 0-9-16,0 1 3 0,2 17 16 16,2-1-14-16,0 7 1 15,-2 5 2-15,0-2-5 16,-1 5 0-16,0 2-2 15,-5-1-3-15,2 0 2 16,-2 3-5-16,0-3 4 16,0 0-6-16,0 2-1 15,0-1 9-15,0 0-9 16,0-3 4-16,0 1-3 16,0-1 0-16,0 0 5 15,0-2-8-15,0 3 5 16,0 0-2-16,0-3 3 15,0 3 1-15,0-4-6 16,-7 2 1-16,2-4 5 16,1-1-4-16,0 3 2 15,0-5-3-15,0 0 0 16,0-2 9-16,-2-1-11 16,2-3 5-16,0-1-1 15,0-2-2-15,-2-2 8 16,-1 1-10-16,-2 2 4 15,1-4 0-15,-3 7 0 16,-2-5 3-16,3 3-6 16,-4-4 2-16,4-2 5 15,1-1-6-15,3 0 4 16,-1-3-3-16,1 2-2 16,-1 0 10-16,1 0-10 15,2-3 3-15,-3 3 0 16,0 0-3-16,-1 2 10 15,4-3-9-15,-2 1 2 0,-2 0 1 16,4-2-1 0,-2 0 3-16,2 0-5 15,0-1 1-15,0-1 3 0,1 0-1 16,0-2 1-16,1 0-3 16,0-2-2-16,2 0 7 15,0 0-7-15,0 0 4 16,0 0-2-16,0 0-2 15,0 0 7-15,0 0-27 16,0 0-1-16,0 0-2 16,7 0-9-16,4-6-16 15,-3-2-28-15,1-1-25 16,-4-1-32-16,-3-2-130 16</inkml:trace>
  <inkml:trace contextRef="#ctx0" brushRef="#br0" timeOffset="55928.49">27747 9562 495 0,'0'0'41'0,"0"0"5"16,0 0 4 0,0 0-10-16,-28 48-11 0,13-21-11 15,2 4-7-15,-4 2-5 16,0 3 1-16,-5 2 11 15,3-3 10-15,-1-2-1 16,0-1 5-16,2-3-7 16,2-4-9-16,6-3 2 15,-1-3-8-15,6-3-3 16,3-7-4-16,2-3-5 16,0-6 6-16,18 0-8 15,10 0 8-15,8-15-2 16,5-9 6-16,5 1 9 15,-2 0-5-15,0 0 8 16,-4 1 2-16,-3 5-7 16,-9 1-6-16,-2 3-7 15,-9 3-3-15,-2 2 7 16,-7 2-9-16,-3 4 2 16,-5 2-29-16,0 0-26 15,0 0-25-15,-11 11-74 16,-6 0-143-16</inkml:trace>
  <inkml:trace contextRef="#ctx0" brushRef="#br0" timeOffset="56945.5">29836 9362 624 0,'0'0'88'16,"0"0"-12"-16,0 0-20 0,0 0-22 15,-45 16-8-15,45 7 1 16,0 4-18 0,0 2 2-16,4-6-2 0,13 0 3 15,5-5-6-15,-1-7-7 16,3-3 4-16,2-8 3 15,-2 0-2-15,2 0-1 16,-5-16-4-16,-2-5 0 16,-1 2 7-16,-3-2-10 15,-9 1 4-15,-2 1 0 16,-2 3-3-16,-2 1 11 16,0 4-10-16,0 3 3 15,0 2-2-15,0 6 1 16,7 0 1-16,8 0-12 15,5 2 10-15,6 10 1 16,8 1 0-16,4-1 4 16,5-1-6-16,5-3 5 15,2-6 9-15,-1-2-9 16,-4 0 8-16,-6 0-4 16,-5-10-4-16,-12-1 10 15,-7-7-15-15,-7 3 7 16,-8-3-2-16,0 0 0 15,0-2 7-15,-11-4-9 16,-10 1 2-16,-4 1-2 16,-9-1 0-16,2 6 5 15,-2 2-9-15,0 7 0 16,1 6 9-16,3 2-11 16,6 0 0-16,3 8-11 15,6 9-12-15,4-1-8 0,11 2-31 16,0-7-35-1,11-5-37-15,25-6-152 0</inkml:trace>
  <inkml:trace contextRef="#ctx0" brushRef="#br0" timeOffset="57378.49">30727 9044 623 0,'0'0'72'0,"0"0"9"16,0 0-32-16,0 0 2 16,0 0-13-16,-86 95-12 15,86-66-18-15,0 0 1 16,0-5 1-16,6-7-10 16,8-6 1-16,2-9 9 15,0-2-6-15,1 0 3 16,-4 0-5-16,-3-11-2 15,-1-5 7-15,-3-2-8 16,1-2 4-16,-5 2-3 16,3 1-1-16,-3 4 7 15,-2 3-8-15,2 2 4 16,-2 4 0-16,2 4 1 16,0 0 2-16,2 0-12 15,0 14 6-15,3 3 4 16,2 4-3-16,-1-1 5 15,6-1-7-15,0-2-6 16,4-9-9-16,3-3-26 0,5-5-3 16,0 0-13-16,2-6-33 15,-2-16 1-15,0-5-128 16</inkml:trace>
  <inkml:trace contextRef="#ctx0" brushRef="#br0" timeOffset="57647.6">31106 8706 700 0,'0'0'22'16,"0"0"38"-16,0 0 32 16,0 0-37-16,21 126-14 15,-6-88-8-15,3 1-1 16,-2 1-21-16,2-4-2 15,-3-5-4-15,-2-3-2 16,-5-9 2-16,-1-1-8 16,-3-8-2-16,-4-6-24 15,0-4-26-15,0 0-11 16,0 0-9-16,0-6-23 16,-19-8-32-16,-7-5-82 15</inkml:trace>
  <inkml:trace contextRef="#ctx0" brushRef="#br0" timeOffset="57828.12">30977 8956 655 0,'0'0'25'0,"0"0"-17"16,0 0 6-16,0 0 5 16,0 0-12-16,129-37-8 15,-85 21-22-15,4-1-63 0,0-1-30 16,1-3-5-16,1 2 18 15,-4-5-175-15</inkml:trace>
  <inkml:trace contextRef="#ctx0" brushRef="#br0" timeOffset="58078.5">31568 8669 309 0,'0'0'89'16,"0"0"8"-16,0 0-3 16,0 0-5-16,0 0-32 15,0 0-1-15,-84-48 3 16,61 67-11-16,3 6-6 15,1 9-10-15,4 4-5 16,4 0 3-16,9 3-15 16,2-6 2-16,0-6-12 15,11-6 0-15,10-4 2 16,7-7-10-16,0-6 3 16,2-6 0-16,0 0-5 15,2 0-31-15,-4-14-23 16,-2-7-23-16,-2-4-30 15,-9-6-10-15,-4-5-116 16</inkml:trace>
  <inkml:trace contextRef="#ctx0" brushRef="#br0" timeOffset="58445.44">31620 8491 606 0,'0'0'85'0,"0"0"-56"16,0 0 27-16,0 0 21 15,0 0-19-15,53 137-25 16,-33-90-12-16,-2-1 1 16,-4-5-8-16,2-2-11 0,-6-10 8 15,-4-8-14 1,1-8 6-16,-2-3-5 0,-1-10 1 16,-2 0 4-16,4 0-10 15,1-11 4-15,1-10 1 16,5-5 2-16,2-3 2 15,0-2-4-15,0 4-1 16,5 5 7-16,0 6-5 16,0 6 3-16,2 10 5 15,0 0-3-15,1 0 6 16,-3 12-13-16,-1 7 6 16,0 1-4-16,-3 4-2 15,-4-2-13-15,2-5-50 16,-8-5-37-16,-4-3-41 15,-2-9-93-15</inkml:trace>
  <inkml:trace contextRef="#ctx0" brushRef="#br0" timeOffset="59912.64">32421 8438 689 0,'0'0'39'15,"0"0"16"-15,0 0 8 16,0 0 3-16,-20-100-21 0,9 77-29 16,-4 0-6-1,-4-1-9-15,-7-3 7 0,-8 2-3 16,-6-3-7-16,-6 1 10 15,-6 2-12-15,-2-1 7 16,-4 2-4-16,-2 7 2 16,0 1 4-16,-5 7-7 15,-2 5 1-15,-2 4 3 16,-8 0 2-16,-3 4 1 16,-4 11-6-16,-1 2-1 15,-2 6 8-15,1 0-8 16,0 4 5-16,4-1-4 15,1 3-4-15,-1 2 14 16,3 2-12-16,-1-2 4 16,2 4-2-16,1 0 0 15,-1 0 7-15,3 2-9 16,0-2 2-16,1 5 1 16,1-3-1-16,5 2 5 15,0 0-8-15,4-1 1 16,4 5 9-16,1-1-5 15,4 3 5-15,5-2 3 16,4 1 1-16,0 2 3 16,7-2-14-16,5 4 3 15,2-3-1-15,6 2-3 16,6-4 8-16,3 1-9 16,4-4 3-16,5-1 2 15,-1 3 4-15,4-4 3 16,3-1-1-16,2-3 2 0,0 4 4 15,0-6-11 1,14 0 5-16,4-4-2 0,4-1-1 16,4-1 5-16,4-4-9 15,2-2 4-15,7-2 1 16,2-3 0-16,2-1 8 16,7-2-13-16,-3-5 4 15,3 1-4-15,4 0 2 16,-1-6 2-16,7 2-8 15,4-4 3-15,6 0 2 16,5 0-1-16,0 0 2 16,3 0-5-16,-3-4-1 15,-2-2 9-15,-2-2-10 16,-6-2 6-16,-1 0-4 16,-2-1-2-16,-1-3 12 15,-3 1-13-15,0-1 7 16,0-1-3-16,3 0 1 15,-3-1 4-15,2 0-8 16,0-2 3-16,-1-1 2 16,-2 2-2-16,1-2 5 15,-2-1-8-15,0 1 2 16,-2 0 7-16,-1 1-8 16,-1-1 5-16,-2 0-3 15,-3 0-3-15,1-3 12 16,-4 0-11-16,0-1 5 15,-1 1-3-15,-3-2 0 16,4-1 7-16,-4 0-10 16,1 0 4-16,1 1-1 15,-2 1 2-15,1 3 2 16,-2 0-6-16,0 0 0 16,-7 1 7-16,0 1-5 0,-2-3 2 15,-2 2-1-15,-2-1-5 16,-2-1 13-16,-3 3-11 15,1-2 4-15,-6 2-3 16,0 2 1-16,-6-1 6 16,0 3-8-16,-2-1 3 15,-2-3 0-15,1 3 1 16,0-2 2-16,-3 3-7 16,0-4 3-16,-2-1 5 15,-2 1-5-15,2-2 3 16,-2-2-3-16,0 0-2 15,0-6 11-15,0-1-11 16,-6 0 4-16,-5-2-1 16,-2-2-2-16,-2 2 9 15,-2-2-11-15,-3 2 6 16,2 6-2-16,-4 3 1 16,0 5 2-16,1 5-3 15,-1 5 0-15,-2 1 4 16,0 0-5-16,2 4 4 15,-7 0 3-15,3 2 0 16,1 0 12-16,1 0-13 16,5 0 0-16,-1 0-3 15,8 0-5-15,2 0 10 16,8 6-14-16,2 4-54 16,0 3-40-16,0-1-32 15,0-2-68-15,-8-6-211 16</inkml:trace>
  <inkml:trace contextRef="#ctx0" brushRef="#br0" timeOffset="128461.9">18097 9290 200 0,'-7'17'32'15,"1"2"-18"-15,-1 4 3 16,-1 2-4-16,1-2-1 15,1 2 4-15,-1 4-9 0,-3-4-8 16,4 2 9 0,-4 5-8-16,0-4 4 0,0 2-3 15,-4-2-2-15,4 4 2 16,-4-2-3-16,4 4 3 16,-1-5-11-16,0 3-10 15,3 0 23-15,-1-4-5 16,3-3-4-16,-1-1-15 15,3-5-39-15,2-7 17 16,0-1-108-16</inkml:trace>
  <inkml:trace contextRef="#ctx0" brushRef="#br0" timeOffset="129135.42">18783 8915 216 0,'0'0'24'0,"0"0"-7"16,-15 106-7-16,6-64-1 15,1-1-1-15,-2 2 0 16,-2 2-2-16,2 0 0 16,-4-1-5-16,6 1 1 15,-4 3-2-15,0 2-2 16,2 2-1-16,-3 7 4 16,2-6 5-16,0 3 25 15,1-1-8-15,1-3-1 16,-2-4-1-16,5-7-4 15,-1-6-10-15,3-4-4 16,2-8 0-16,-1-1-5 16,3-11-1-16,0 1-21 15,0-6-11-15,0-6-12 16,0 0-1-16,0 0-6 16,0 0-38-16</inkml:trace>
  <inkml:trace contextRef="#ctx0" brushRef="#br0" timeOffset="129708.32">19375 9050 128 0,'0'0'64'16,"0"0"-35"-16,-20 134 4 15,14-80-4-15,0 2-20 16,-1 6 26-16,1-1 36 16,-3-2-24-16,3 2-10 15,-3-5-15-15,1-2-7 16,1-8-8-16,2 1 2 0,1-9 1 16,-2-4-6-16,2-3-2 15,2-5-2-15,0-2-1 16,0-10-6-16,2 1-6 15,0-8-35-15,0-1-88 16,0-4-28-16</inkml:trace>
  <inkml:trace contextRef="#ctx0" brushRef="#br0" timeOffset="137442.66">9774 13308 521 0,'-4'-11'55'16,"0"5"2"-16,-1 1-12 15,-1-1 12-15,4 4-9 16,0-1-3-16,0 3-14 16,2-3-16-16,0 3-4 15,0 0-12-15,0 6-4 16,12 21 20-16,8 14 1 16,3 6-6-16,5 11-4 15,0 2-3-15,0-5 3 16,2 0-4-16,-1-7-3 15,-1-5 2-15,0-8-3 16,0-2 9-16,0-8-11 16,-3-8 5-16,3-3-1 15,-4-9-1-15,0-2 3 16,-6-3-12-16,4 0-15 16,0-8 0-16,-2-12-22 15,-10-2-2-15,-8 0-22 0,-2-3-21 16,-4 4-43-16,-28-1-91 15</inkml:trace>
  <inkml:trace contextRef="#ctx0" brushRef="#br0" timeOffset="137993.56">9761 13789 333 0,'0'0'21'0,"0"0"-13"16,0 0 15-16,0 0-7 15,0 0-10-15,87-73 0 16,-63 52-3-16,-1 1-3 16,-4 3 3-16,-2 0-14 15,-1-1-5-15,-8-2 12 16,3 3 4-16,-5 0 5 15,-1 0 18-15,-1-1 24 16,0 5 7-16,0 1-5 16,3 2-3-16,2 2-18 15,3 4-5-15,8 3 4 16,6 1-3-16,6 0-1 16,7 11-3-16,-3 13-14 15,-4 2 3-15,-4 7-5 16,-4 1-1-16,-6-7 2 15,-8-4-6-15,1-6 3 0,-5-5-2 16,-4-4-13-16,-2-5-18 16,0-3-22-16,-4 0-2 15,-17 0-36-15,-3 0 14 16,-4-6-6-16,0-11 29 16,-2-6 48-16,-2-8-6 15,1-5-7-15,3 0 3 16,7 0-2-16,2 3 9 15,11 4 16-15,2 11-5 16,6 6-1-16,0 11-2 16,0 1-4-16,12 0-2 15,0 7-11-15,2 11-114 16</inkml:trace>
  <inkml:trace contextRef="#ctx0" brushRef="#br0" timeOffset="138797.18">10204 13474 366 0,'0'0'33'15,"0"0"9"-15,0 0 0 16,74-116-28-16,-48 98-4 16,1 9 7-16,1 9-15 15,-2 0 6-15,-4 13-8 16,-2 9 1-16,-8 1 2 15,-6 0-3-15,-6-2 6 16,0-1-6-16,0-5-3 16,0-7 8-16,0 2-4 15,-8-6 4-15,4-3 3 0,0-1 1 16,2 0-1 0,2-5-9-16,0-11 4 0,0-7 2 15,0-6-3-15,0-2 10 16,0-8-10-16,2 0 1 15,6 2-1-15,5 5-2 16,2 8 9-16,4 11-5 16,1 9-6-16,-3 4 1 15,0 3 0-15,-4 16 4 16,0 4-3-16,-7 2-2 16,-4 0 5-16,-2 0-22 15,0-4-11-15,0-5 12 16,0-8 13-16,0-3 8 15,0-5-13-15,0 0 0 16,2 0 18-16,6-15-4 16,0-2-1-16,2-4-4 15,4 2 1-15,0-3 3 16,4-1-1-16,-1-4 15 16,2-1-2-16,-2-1-11 15,1-2 6-15,-6 0 1 16,4-2 1-16,-8 0 2 15,-2 8-10-15,2 1 14 16,-6 14-13-16,-2 0-1 16,0 10 18-16,0 0-6 15,-16 4-12-15,-3 12-2 16,0 4-4-16,3 6 8 16,2 3-3-16,1 3-1 15,6 7-2-15,1-2-3 0,6-2 10 16,0-4 0-1,0-6-2-15,0-7 7 0,15-10-4 16,4-2 9-16,-1-6-11 16,2 0 2-16,2 0 1 15,0-11-5-15,0-6 2 16,-3-5-3-16,-2 3-6 16,-4 2 8-16,-5 3-38 15,-8 4-43-15,0 3-58 16,0 3-154-16</inkml:trace>
  <inkml:trace contextRef="#ctx0" brushRef="#br0" timeOffset="142192.57">17128 8481 558 0,'-4'-6'20'0,"-4"3"15"16,2 0-17-16,1 2-4 16,2-4 21-16,1 4-10 15,0 1-17-15,2-2-8 16,-2 2-3-16,2 0 6 16,0 0 2-16,0 0 4 15,0 0-5-15,-2 16 1 16,2 8 9-16,-4 9-12 15,0 8-1-15,0 10 2 16,-4 5-2-16,2 6 3 16,-2 3-5-16,-1 5 0 15,5-2 5-15,1 2-4 16,1-8 0-16,2 2 6 16,0-6 0-16,0-1 8 15,0-2-3-15,0-7-4 16,0-7-3-16,0-9-1 15,0-8 3-15,0-9-11 16,0-9 3-16,0-4 4 16,0-2-1-16,0 0 1 0,0 0 2 15,0 0-6 1,0-6 10-16,0 3-5 16,0 0-5-16,0 3-1 0,-2-5-21 15,2-5-21-15,-2-4-28 16,2 3-42-16,-4-6-118 15</inkml:trace>
  <inkml:trace contextRef="#ctx0" brushRef="#br0" timeOffset="144729.17">16027 9038 478 0,'-7'-3'54'0,"1"0"-11"15,2 3 5-15,2-1-19 16,0-1-4-16,2 2-5 16,0 0-13-16,0 0-3 15,0 0-4-15,0 0 5 0,0 0-4 16,0 3-3-1,0 0 3-15,2-1-4 0,8-2-5 16,6 0 11-16,0 0 2 16,0 0-4-16,5-11 7 15,-3 1-10-15,-4-2 7 16,2 1-7-16,-8-1 4 16,-4 0-9-16,0-3 15 15,-1 1-1-15,-3-4-7 16,0 3 2-16,0-2 0 15,0 1 2-15,0 5 2 16,0 1-4-16,-3 0 3 16,1 3 2-16,0 3-4 15,2 0 2-15,0 2 0 16,0 2-4-16,0 0 5 16,0 0-8-16,0 0 0 15,0 4 0-15,16 13 18 16,0 10 13-16,6 8-14 15,2 6-1-15,0 9 7 16,-5 4 5-16,0 2-5 16,-2-7-9-16,3-5-1 15,-8-4 4-15,4-12-5 16,-6-6-5-16,2-11 1 16,-6 0-7-16,-2-7 6 15,2-2-7-15,-1-2 2 16,-1 0-1-16,-1 0-1 15,-1 0 5-15,0 0-28 16,-2 0-15-16,0 0-18 16,0-6-27-16,0-2-44 15,-4 0-181-15</inkml:trace>
  <inkml:trace contextRef="#ctx0" brushRef="#br0" timeOffset="145259.71">16195 9445 404 0,'0'0'36'0,"0"0"-5"15,0 0 5-15,0 0-8 16,-10 0 12-16,10 0-10 16,0-2-30-16,0-2-4 15,0-3 10-15,12-3 10 16,10-1 1-16,1-3-4 16,7-4 0-16,2 1-5 15,3-1 6-15,2-2 1 0,-1-3 3 16,-1 3 1-16,-5-4-6 15,-6 7-6-15,-6 2 0 16,-4 5-7-16,-8 4 0 16,-4 6 1-16,-2 0-3 15,0 0-20-15,-8 9-73 16,-14 8-157-16</inkml:trace>
  <inkml:trace contextRef="#ctx0" brushRef="#br0" timeOffset="166760.74">18194 11656 301 0,'2'-2'84'0,"-2"1"-9"0,0 1-3 15,0-3-16-15,0 1-16 16,0 1-10-16,0 1-5 15,0-3 3-15,0 3-14 16,0 0-2-16,0 0-4 16,0 0-2-16,0 0 1 15,0 0-6-15,0 0-2 16,0 0 6-16,0 0-4 16,0 0 0-16,0 0 1 15,0 0-4-15,0 0 9 16,-2 0-7-16,0 0 1 15,0 4 0-15,0 1-2 16,2 0 6-16,-3-1-7 16,1 0 2-16,2 0 0 15,0-2 1-15,0 2 2 16,0-4-5-16,0 0 1 16,-3 0 3-16,3 0-3 15,0 0 0-15,0 0-1 16,0 0-2-16,0 0 6 15,0 0-7-15,0 0 0 16,0 0-11-16,0 0-3 16,0-3-7-16,5 0-24 15,0 1-13-15,-3-2-16 0,0 4-1 16,-2-2-46-16,0 2-103 16</inkml:trace>
  <inkml:trace contextRef="#ctx0" brushRef="#br0" timeOffset="167292.56">18224 11633 321 0,'0'0'65'16,"0"0"-10"-16,0 0-17 16,0 0-4-16,0 0-6 15,0-30-6-15,0 24-7 16,0 5-2-16,0-1 9 15,0 1 0-15,0 1 10 16,0 0-1-16,0 0-6 16,0 0-8-16,0 0-11 15,0 13-3-15,0 4 10 16,-2 8-12-16,-5 6 3 16,3 2 0-16,-1 8 3 15,-1 2 4-15,2 1-7 16,0 3 8-16,-3-1-1 15,-2 0 5-15,1-3-5 16,0-1-1-16,-4-6-4 16,6-3 0-16,2-10-6 15,0-4 4-15,2-1 0 16,2-5-8-16,-3 0 10 16,1 1-7-16,0 0 3 15,-3-1-2-15,1 3-2 16,2-3 6-16,-4 3-5 15,1-3 0-15,1-1 1 0,0-2 1 16,1-4 1-16,3-3-4 16,0-3-2-16,0 0-4 15,0 3-7-15,0-3-7 16,0 0-17-16,0 0-15 16,0 0-7-16,0-6-3 15,3-16-45-15,5-3-80 16</inkml:trace>
  <inkml:trace contextRef="#ctx0" brushRef="#br0" timeOffset="167908.64">18665 11397 388 0,'0'0'59'0,"0"0"-33"0,0 0-4 15,0 0 8-15,0 45 10 16,-9-7-8-16,3 7 0 15,-1 6-18-15,1 6-1 16,-5-7 2-16,5 3-3 16,-5-3 4-16,-2-2-9 15,0 1 2-15,-4-1-3 16,-1 3-5-16,4-1 6 16,-4 1-3-16,-1-3-3 15,4-2 1-15,0-7 0 16,4-4 1-16,5-12-6 15,1-6 0-15,5-7-10 16,0-6-4-16,0 2-2 16,0-6-3-16,0 0-11 15,0 0 0-15,0 0-13 16,0 0-3-16,5-12-15 16,-1-5-11-16,2-5-25 15</inkml:trace>
  <inkml:trace contextRef="#ctx0" brushRef="#br0" timeOffset="168378.84">19106 11407 320 0,'0'0'10'0,"0"0"51"16,0 0 6-16,0 0-17 15,-2 137-12-15,-1-87-15 16,-1 3-5-16,-2-1-8 16,-4-6-2-16,2 1 1 15,0-6 0-15,2-3 3 16,0 3-6-16,3 0-1 15,-2-3 11-15,3 1-12 16,-2 0 3-16,-2-8-5 16,4-3-4-16,2-10 0 15,-2-2-42-15,2-9-12 16,0-7-46-16,0 0-76 16</inkml:trace>
  <inkml:trace contextRef="#ctx0" brushRef="#br0" timeOffset="168841.94">19467 11790 278 0,'0'0'53'0,"0"0"-9"15,0 0-5-15,-18 116-35 16,12-97-6-16,4-3-4 16,-2-3-64-16</inkml:trace>
  <inkml:trace contextRef="#ctx0" brushRef="#br0" timeOffset="176131.28">16410 12097 301 0,'0'0'50'16,"0"0"12"-16,0 0-9 15,0 0-13-15,0 0-5 16,58 0 3-16,-35-8-23 15,1 0-3-15,2-4-1 16,2 1-2-16,-2-1 3 16,0 0-6-16,-5 0-2 15,1 1 3-15,-2-1-5 16,-4 2 3-16,-4 3-4 16,-4 1-2-16,-8 2 7 15,0 4-7-15,0 0-3 16,-24 0 2-16,-2 0-1 0,-4 10 5 15,-2 1-3 1,-1 1 1-16,5-1 1 16,8-5 0-16,0 2 8 0,7-4 2 15,6-2-2-15,5-2 4 16,2 0-9-16,0 0-4 16,0 0-4-16,18 0 7 15,3 0 11-15,4-6-6 16,4-2-3-16,3-3-3 15,-2-1-1-15,-2 2 4 16,0 6-5-16,-6 1-1 16,-6 3 12-16,-4 0 28 15,-6 0-34-15,-4 0-11 16,-2 0 1-16,0 5 8 16,-20 7 2-16,0 0-3 15,-6 1-4-15,-2 3 0 16,2-7 7-16,4 0-7 15,3-6 4-15,4 0-5 16,6-3 0-16,3 0 7 16,2 0-8-16,4 0 0 15,0 0-12-15,0 0-28 16,0 0-49-16,0 0-129 16</inkml:trace>
  <inkml:trace contextRef="#ctx0" brushRef="#br0" timeOffset="177660.58">16096 11701 463 0,'0'0'5'16,"0"0"10"-16,0 0 13 16,41-2-11-16,-35-2 10 15,0 2 3-15,-1-2-18 16,0 2-8-16,-5 0-1 16,0 0 20-16,0 1 6 15,0 1-24-15,-10-6-4 16,0 3 0-16,-3-2 3 15,2-3-4-15,3 1-1 16,-1-5 4-16,2-3-4 16,3 4 3-16,2-1-2 15,2 5-2-15,0 0 4 16,0 2-4-16,0 5 2 16,4 0 0-16,7 0-2 15,-2 5 6-15,-1 9-2 16,-4-2-1-16,-1 4 3 15,-3-3-3-15,0 1 6 16,0-2-4-16,0-3 1 16,-9 1 0-16,1-2-2 15,-5-4 1-15,4 0-4 0,-4-4-4 16,3 0 1 0,-2 0 0-16,2 0 4 0,-1-6 0 15,2-11-1-15,1-3 4 16,2-5-3-16,2 0 2 15,2-3-2-15,2 2 1 16,0 1 8-16,0 4-8 16,6 1 3-16,12 0-3 15,6 5 7-15,7 5 8 16,1 2-6-16,0 2-2 16,4 6 1-16,4 0-8 15,-6 0 1-15,0 4-1 16,-3 16-3-16,-3 9 7 15,-8 6-7-15,-4 3 10 16,-1 6-5-16,-8 3-3 16,-3-4 6-16,-4 3-3 15,0 5-2-15,0-1 4 16,-13 3-5-16,-2-2 3 16,-5 0-4-16,6 0 0 15,-4-6 2-15,3-2 1 16,4-8 1-16,3-6-4 15,1-8-1-15,3-7 6 16,4-6-6-16,0-4 2 16,0-4-3-16,0 0-1 15,7 0 14-15,5-4 0 16,6-8 8-16,-2-1-9 16,6 1-2-16,2-2 3 15,6 1-6-15,2 0 3 0,5-4-3 16,1 3-1-1,6-5 4-15,-1-4 0 0,0 7 0 16,-6-1 18-16,-3 5-20 16,-8 0-1-16,-12 6-5 15,-2 2 1-15,-8 4-17 16,-4 0-16-16,0 4-12 16,-16 14-46-16,-10 1-74 15,-6-1-293-15</inkml:trace>
  <inkml:trace contextRef="#ctx0" brushRef="#br0" timeOffset="178831.24">16770 11161 394 0,'0'0'49'0,"0"0"-30"16,2-4-3-16,0 4-1 16,2 2 21-16,0 15 5 15,0 6-15-15,5 6-16 16,0 8 2-16,-1 10 5 16,3 5 6-16,-2 12-14 15,-3 0 0-15,3 0 2 16,1-5-8-16,-1-2 2 15,0-7-4-15,-1-5 2 16,-2 0 8-16,-4-6-6 16,4-1 3-16,-6-2 6 15,0-3-13-15,2-6 11 16,-2-7-5-16,4-9-6 16,-4-1-1-16,2-6-4 15,0-2 4-15,0-2-4 16,0 0 2-16,0 0-4 15,0-4-10-15,-2-8-27 16,0 1-89-16,0 1-187 16</inkml:trace>
  <inkml:trace contextRef="#ctx0" brushRef="#br0" timeOffset="197574.45">19708 13398 227 0,'-2'-3'47'0,"2"1"-7"16,0-4 6-16,0 4 11 16,0-2-18-16,0 4-3 15,0-2 2-15,0 0 8 16,0 0-4-16,0 2-5 16,0 0-15-16,-2 0-9 15,2 0-7-15,0 0-4 16,0 0 6-16,0 0-9 15,0 0 1-15,0 8 7 16,0 13-3-16,0 2 5 16,0 12-5-16,0 6 1 15,0 3-2-15,0 12 2 16,0 3 1-16,0 5-9 16,0 1 6-16,0-3-3 15,0-6 1-15,-4-7-1 16,2-12-6-16,0-8 0 15,2-6 9-15,0-2-7 16,0-3 2-16,0-1-1 16,0 1-3-16,0 0 10 15,0-4-8-15,0 2 2 16,0-4-1-16,0 0-1 0,0 1 6 16,0 3-8-1,0-3 0-15,0 2 2 0,0 3 3 16,0-1-1-16,0-1-6 15,0-1 4-15,0 3 3 16,0-5 1 0,0 4 2-16,0-4-6 0,0-1 0 15,0-4 1-15,0 0-12 16,0 1-3-16,0-7-5 16,0 3-4-16,0-4-1 15,0-1-16-15,0 2-13 16,0-2-18-16,0 0-22 15,0 0-44-15</inkml:trace>
  <inkml:trace contextRef="#ctx0" brushRef="#br0" timeOffset="198284.13">20107 13360 381 0,'0'0'29'0,"0"0"-9"0,0 0 21 16,0 0-3-16,-9-14-3 15,9 14-13-15,0 0-13 16,0 0-4-16,0 6 12 16,0 14 25-16,0 9-22 15,4 6-11-15,3 5-3 16,-1 5-2-16,-2-1 0 16,-2 3 2-16,2-3-5 15,-4 1 1-15,0-3-4 16,0 1 1-16,0-2 8 15,0 1-11-15,0-3 5 16,0 0 0-16,-2-1-3 16,-2-1 7-16,2-2-6 15,-2-3 2-15,0-6 0 16,0-1-2-16,1-6 4 16,-1-1-5-16,2-2 2 15,-1-3 0-15,1 3 0 16,0-3 1-16,0-1-2 15,0 3-1-15,-2-4 2 16,-1-1-7-16,1 0 3 16,2-2 2-16,0-1-4 0,0-3 6 15,-1 0-6 1,3-4-6-16,0 0-13 16,0 0-22-16,0 0-19 15,0 0-34-15,0-8-33 16</inkml:trace>
  <inkml:trace contextRef="#ctx0" brushRef="#br0" timeOffset="199042.7">20537 13286 307 0,'0'0'51'0,"0"0"-9"15,0 0-3-15,0 0 1 16,0 82-11-16,0-53-6 15,0 0-1-15,0 2-2 16,0-1-2-16,0 4-2 16,0 0 4-16,0 2-9 15,0 6-3-15,0-3 2 0,0 1-5 16,0 1 1 0,0-3 2-16,0-1-5 0,0-1 3 15,0-6-3-15,-2-3-2 16,2 2 10-16,0-3-11 15,0-1 2-15,0-2 8 16,0-4-9-16,0 3 4 16,0-1-7-16,0-4 2 15,0-4 0-15,0 4 2 16,0-4 0-16,0-1-3 16,0-5 0-16,0-3 2 15,0 2 0-15,0-4 0 16,0-2-3-16,0 1-1 15,0-1 3-15,0 0-4 16,0 3 0-16,0-3-1 16,0 0-5-16,0 0 7 15,0 0-9-15,0 0-1 16,0 0 2-16,0 0-3 16,0 0-5-16,0 0-14 15,0 0-16-15,0 0-19 16,0 0-79-16</inkml:trace>
  <inkml:trace contextRef="#ctx0" brushRef="#br0" timeOffset="204341.31">17290 14273 325 0,'-9'-9'41'0,"1"3"-12"16,2 2 12-16,2 0 4 16,-2 1-2-16,2 0-7 15,2 2-8-15,-2-1-1 16,2 2-3-16,0-2 4 15,0 2-4-15,2 0-7 16,0 0-5-16,0 0-12 16,0 0-4-16,0 0 4 15,0 0-3-15,0 0 3 16,0 2-6-16,0 4 3 16,0-1 9-16,0 1-4 15,0 0 3-15,0 3 0 16,-2 1 5-16,-8 0 2 15,-2 2-12-15,1-6 3 16,-2-1-1-16,2-1-1 16,5-2 5-16,-5-2-8 15,3 0 4-15,1 0-1 16,-1-6-1-16,-1-11 1 16,4-6-3-16,3-3 2 15,0-5 2-15,2-1-7 16,0-3 10-16,0-1-5 15,4 6-2-15,8 3 7 16,2 5-8-16,2 7-1 16,1 4 7-16,2 5-3 15,0 2 10-15,-1 4-11 16,4 0 2-16,-2 0 1 16,-2 10 0-16,-3 9 1 0,0 4-3 15,-4 7-5-15,-7-2 7 16,-2 2 0-1,-2 4 2-15,0-1-10 0,0 0 4 16,-6-6 5-16,-1-4-4 16,-1-7 1-16,1-5-2 15,5-5-2-15,2-6 2 16,0 0-16-16,0 0 0 16,0 0 12-16,15-17 4 15,0-3 10-15,7-3-9 16,-3 0 2-16,2 0 0 15,-1 5-2-15,0 7 4 16,1 5-4-16,-2 6 3 16,3 0 3-16,-3 4 0 15,3 15 1-15,-1 4-2 16,-6 6-2-16,1 4 4 16,-8-2-6-16,-4 5 2 15,-4-3-3-15,0 3 1 16,-4-5 2-16,-14-2 8 15,0 0-3-15,-6-6 3 16,-2-4-1-16,0-3 10 16,1-3-8-16,-3-1 3 15,2-4-7-15,-2-4 2 16,2-3-1-16,0-1-10 16,0 0 2-16,5 0 1 15,3-3 0-15,6-7 0 16,2-2-15-16,8 2-8 15,2 3-13-15,0-1-38 16,0 0-61-16,10 1-135 16</inkml:trace>
  <inkml:trace contextRef="#ctx0" brushRef="#br0" timeOffset="205142.69">17520 13886 322 0,'0'0'51'16,"0"0"-22"-16,0 0-4 16,-15-39 10-16,15 31 1 15,0-3-2-15,0 4 13 16,0 1-12-16,0 2 0 0,0 2 7 16,-2-2-11-16,0 4-2 15,2-2-19-15,-2-2-3 16,2 2-1-16,0-1-2 15,0 0 1-15,0 1-4 16,0-3-2-16,0 4 5 16,0-2-3-16,0 1 1 15,0 1-2-15,0 1-2 16,0 0 7-16,0 0-3 16,-3 0 10-16,3 0-3 15,-2-3-3-15,0 3 6 16,2 0-13-16,0 0 2 15,0 0-6-15,11 0 1 16,8 15 29-16,9 11-14 16,5 11 8-16,-1 5-6 15,2 11 2-15,1 1-4 16,-3 0-7-16,-4-1 3 16,-2-6-2-16,-2-2-5 15,-6-6 3-15,-4-8-2 16,1-6-1-16,-4-9 6 15,-3-11-6-15,-2-3 6 16,-1-2-5-16,-3 0-3 16,-2 0 10-16,0 0-7 15,0 0 2-15,0 0-12 16,-11 0-33-16,-13 8-56 16,-10 3-155-16</inkml:trace>
  <inkml:trace contextRef="#ctx0" brushRef="#br0" timeOffset="-159171.95">22120 16577 445 0,'-14'-13'59'0,"-4"1"-32"15,3 3 18-15,4-1 8 16,1 2-18-16,3 2-10 15,1 3-2-15,4 0-8 16,-1 2-9-16,3 1-4 16,-2 0 5-16,2 0-6 15,-2 0 3-15,2-2 3 16,0 2-4-16,0 0 4 16,0-2-3-16,0 2 0 15,0 0 1-15,-2 0-9 16,2 0 6-16,0 2-4 15,0 15-4-15,0 8 14 16,0 4-10-16,0 7 6 16,0 1-1-16,0 1-6 15,0 3 5-15,0-3-3 16,0 7 3-16,0 1 1 16,0 3-8-16,4 2 8 15,-2 4-3-15,3 3 0 16,-3-2 3-16,0-1-9 15,2-5 12-15,1-6-7 16,1-6 1-16,0-4 0 16,-1-7-2-16,1-6 4 15,-1-5 0-15,-1-3-4 16,-2-9 3-16,0-2-3 16,-2 0 2-16,0-2-4 15,2 0-13-15,-2 0-1 16,0 0-17-16,2 0-7 0,0-8-36 15,0-11-67-15,5-8-46 16</inkml:trace>
  <inkml:trace contextRef="#ctx0" brushRef="#br0" timeOffset="-158673.37">22413 16247 450 0,'0'0'22'16,"0"0"-22"-16,0 0 1 16,0 0 10-16,-24 25 20 15,24 4-11-15,7 10-6 16,4 7-2-16,-3 8 1 16,3 8 12-16,-5 2-5 15,1 1-5-15,-5 2 4 16,5-6-14-16,-3-2 7 15,4-7 0-15,-4-5-3 16,6-2 5-16,-4-8-12 16,0-2 1-16,0-6 1 15,-2-5-6-15,2-1 5 16,-2-6-1-16,-2-3-3 16,0-1 2-16,0-1-12 0,-2-2 5 15,0-3-22-15,0-3-30 16,0-4-19-16,0 0-21 15,0 0-66-15</inkml:trace>
  <inkml:trace contextRef="#ctx0" brushRef="#br0" timeOffset="-158123.95">22934 15993 395 0,'0'0'37'0,"0"0"7"15,0 0-3-15,0 0 2 16,0 0-18-16,-30-31-11 16,30 31-8-16,0 19 9 15,0 16 21-15,0 11-4 16,0 9-17-16,4 5-3 15,0 7-6-15,2 1 8 0,1 0-3 16,4-2-9-16,0-6 9 16,2-8-9-16,-3-4 10 15,3-3-4-15,-2-9-10 16,-2 1 7-16,3-3-4 16,-3-4 3-16,-2 0-1 15,1-1-7-15,-4-6 8 16,-2-4-4-16,0-2-7 15,-2 0-9-15,0-9-5 16,0 1-1-16,0-6-12 16,0-3-24-16,0 0-27 15,0-1-101-15</inkml:trace>
  <inkml:trace contextRef="#ctx0" brushRef="#br0" timeOffset="-157657.52">23446 15888 440 0,'0'0'29'16,"0"0"-26"-16,0 0-2 16,0 0 12-16,0 0 19 15,-26 47-2-15,26-3 10 16,5 16-12-16,7 6-3 15,1 8 2-15,2 1 6 16,0 0-5-16,0-5-7 16,0-4-8-16,1-8 4 15,-4-5-10-15,2-12 5 16,-4-4-3-16,-2-10-8 16,-1-2 2-16,-2-2-3 15,-5-6 2-15,0-2 0 16,0-1-29-16,0-5-22 15,0 1-34-15,-10-6-85 16,-6-2-235-16</inkml:trace>
  <inkml:trace contextRef="#ctx0" brushRef="#br0" timeOffset="-155906.72">19580 16999 478 0,'0'0'44'0,"0"0"-5"16,-65-26 2-16,47 21-16 16,2 2 2-16,2 3-4 15,4 0-24-15,-1 9 1 16,2 15 4-16,-1 5-6 15,0 3 8-15,2 3-9 16,-2-2 6-16,1-2-4 16,-2-2 1-16,5-4 3 15,2-3-9-15,-1-2 9 0,3-6-1 16,0-1-3-16,2 4 2 16,0-6-1-16,0 1 3 15,0-4 0-15,0-3-6 16,0-1 2-16,9-4 2 15,5 0-3-15,4 0 5 16,6-9-2-16,2-9 14 16,4-3 0-16,4-4-4 15,0 0-1-15,1 2-7 16,1-1 9-16,-2 5-6 16,-1 1-3-16,-7 4-2 15,-5 7-1-15,-6 1 3 16,-4 4 0-16,-6 2-23 15,-5 0-21-15,0 4-9 16,0 12-33-16,-16-5-127 16</inkml:trace>
  <inkml:trace contextRef="#ctx0" brushRef="#br0" timeOffset="-155589.48">19646 17116 508 0,'0'0'16'16,"0"0"-10"-16,0 0 27 0,0 0 5 15,0 0 9 1,-6 54-6-16,23-25-20 0,-2 3-9 15,0 2-3-15,0-6 2 16,-4 0 8-16,-3-5-14 16,1-4-4-16,-2-5 1 15,-3 0 3-15,-2-1-10 16,0-1 7-16,-2 1-32 16,0-1-45-16,0-4-70 15,0-5-114-15</inkml:trace>
  <inkml:trace contextRef="#ctx0" brushRef="#br0" timeOffset="-154240.65">19614 16630 395 0,'0'0'50'16,"0"0"-2"-16,0 0 3 15,0 0-3-15,-48-24 2 16,42 20-8-16,2 1-8 16,2 1 0-16,-3 0-13 15,5 0 5-15,-2 2 0 0,2 0-14 16,0-2-1 0,-2 2-8-16,2-2 2 0,0 2-1 15,0-2-8-15,0 2 5 16,-2 0-1-16,2 0-1 15,0 0 4-15,0 0-9 16,0 0 10-16,0 0-5 16,0 0-2-16,0 0 3 15,0 0-5-15,0 0 6 16,0 0 1-16,6 0-3 16,7 6 2-16,5 7-1 15,2 10 10-15,6 2 1 16,2 2-11-16,0 7 14 15,1 0-1-15,3 1-9 16,-4 4 1-16,0-2-9 16,0 2 11-16,0-2 2 15,0 1-5-15,-3-1 4 16,3-4-6-16,-2-2 4 16,-2-6-2-16,2-2-3 15,-7-1 4-15,-2-5-4 16,-4-5 2-16,-4-5 1 15,-5-1-7-15,-2-1 5 16,-2-5-1-16,0 1-1 16,0-1 6-16,0 0-8 15,0 0 12-15,0 0-8 16,0 0-1-16,0 0 0 16,0-4-5-16,-4-2 5 15,2-1 1-15,0 1-4 16,0 0 3-16,-1 0-2 15,3 0 3-15,-4 1 3 0,2-1-10 16,0 2 9 0,2 0-4-16,-2 0-1 0,-1-2 6 15,3 6-11-15,0-1 9 16,-2 1-4-16,2 0-1 16,0 0 2-16,0 0-7 15,0 0 7-15,0 0 0 16,0 0-3-16,0 0 4 15,0 0-4-15,0 0 3 16,-4 0 1-16,0 7-11 16,2 11-10-16,-7-1-42 15,0-1-71-15,1-4-100 16</inkml:trace>
  <inkml:trace contextRef="#ctx0" brushRef="#br0" timeOffset="-131754.29">20145 16405 310 0,'-12'-6'27'0,"0"5"-10"16,8-5 6-16,-2 1 2 16,2 4-3-16,2-4-12 15,2 5-12-15,-3-1 4 16,1 1 0-16,2 0-5 15,-2 0 2-15,2 0-13 16,-2 0-10-16,2 0-7 16,0 0-16-16,-3 0 3 15,1 0-25-15,0 0-55 16</inkml:trace>
  <inkml:trace contextRef="#ctx0" brushRef="#br0" timeOffset="-130374.4">20169 16317 313 0,'0'0'28'0,"0"0"24"0,0 0 5 16,0 0-19-16,0 0 2 15,17-36 1-15,-14 32-13 16,-3 3-1-16,0-2 2 16,0 3 14-16,0 0 9 15,-10 0-25-15,-4 0-19 16,-4 0-3-16,2 0-4 15,-4 12 1-15,0 4-5 16,5 1 7-16,-2 2-3 16,2-2-3-16,2 0 2 15,0-4 1-15,5 1 1 16,-1-3 0-16,0-3-6 16,5-1 7-16,0-1-4 15,4-2 1-15,-2-2 3 16,2-1-7-16,0-1 6 15,0 0-1-15,0 0-2 16,0 3 2-16,0-3-3 16,0 0 2-16,0 3 0 15,0 2-5-15,0 5 4 16,4 1 2-16,6 3-1 16,0 5 4-16,0 1-9 15,1-1 8-15,-2 2-4 16,-1-2 1-16,1-1 2 15,-3 0-5-15,1-5 6 16,-3-1-2-16,0-3-3 16,1-4 3-16,-3 0-2 15,-2-4 2-15,2-1 2 0,-2 0-8 16,0 0 7 0,0 0-5-16,0 0-2 0,2 0 2 15,0 0-7-15,0-7 17 16,0-6-4-16,3-5-3 15,1 2 3-15,1 1-6 16,1-2 3-16,6-1 3 16,-4 5-6-16,2-3 5 15,4 5-3-15,-1-3 1 16,0 3 3-16,2 1-9 16,-2 0 9-16,5 2-4 15,1 4 0-15,1 2 3 16,2 2-7-16,2 0 6 15,-1 0-3-15,3 6-1 16,0 10 8-16,-2 5-6 16,-4 0 4-16,-2 6 4 15,-2-1-3-15,-6-1 1 16,-2 0-4-16,-4 0 3 16,-6-2 4-16,0 2-12 15,0-1 11-15,0-1-4 16,-2 0-2-16,-14 2 1 15,2-1-5-15,-4-3 9 16,-1-2-3-16,4-3-4 16,0-3 1-16,0-1-1 15,2-5 1-15,-2 4 5 16,0-4-8-16,-1 0 8 16,2-2-5-16,-2-4 2 15,2 2 0-15,-2-3-7 16,6 0 7-16,-1 0-3 15,4-9-4-15,3-2 4 0,2-3-5 16,2 6 9 0,0-4-2-16,0-2-13 0,0 0 14 15,11 3 0-15,4-1 0 16,0 0 1-16,2 7-8 16,-1-1 8-16,0 6-4 15,2 0 1-15,1 0 8 16,-2 0-10-16,3 0 9 15,-5 0-2-15,-5 0-1 16,-1 0 1-16,-4 0-4 16,-1-2 6-16,-4 2 4 15,0 0 7-15,0 0 9 16,0-4-7-16,0 4 4 16,0-2 1-16,0-2-16 15,0 0-4-15,-6 1-4 16,-1 0-2-16,2 1 4 15,-1 1-8-15,2-2 6 16,2 3-6-16,0 0-37 16,-3 0-24-16,1 4-57 15,2 8-47-15,-3 1-308 16</inkml:trace>
  <inkml:trace contextRef="#ctx0" brushRef="#br0" timeOffset="-128924.7">21782 17029 418 0,'-10'-6'45'0,"-1"-2"-11"16,4 4-13-16,-1-2 3 16,6 2-3-16,0 1-13 15,0-2-6-15,2 2 2 16,0-1 5-16,0 2 15 16,0-1-8-16,6 3-2 15,7 0-5-15,4 0-10 16,5 0 10-16,2 0-5 15,1 0-2-15,3 0 3 16,2 5-9-16,-2 1 7 16,4 3-2-16,3 1-2 15,-1 2 2-15,3 1-2 16,6 3 3-16,0 1-1 16,2-1-3-16,5-1 4 15,1 3-2-15,3-7 2 16,-2 1 3-16,-3-1-10 15,-1-5 10-15,-6 2-1 16,-3-2-4-16,-9-2 3 16,-6 0-7-16,-4-3 6 15,-8-1 0-15,-6 0-4 16,-4 0 2-16,-2 0-8 16,0 0 8-16,0 0 7 15,-4 0-6-15,-10 2 2 16,-4 2-10-16,-1 1-33 0,0-2-45 15,-3 0-91 1</inkml:trace>
  <inkml:trace contextRef="#ctx0" brushRef="#br0" timeOffset="-128207.27">22013 16818 380 0,'0'0'39'0,"0"0"-19"0,0 0-5 16,0 0-4-16,-20-20 9 15,22 20 6 1,16 0-14-16,3 0-6 0,5 0 7 16,0 0 7-16,4 0 12 15,0 0-3-15,7 2-12 16,4 8 3-16,4 2-5 15,7-5-5-15,6 5 4 16,2-6-9-16,7-1 19 16,-1 1-9-16,5-2-6 15,-2-2 1-15,-2 2-5 16,-4-2 2-16,-3 2-1 16,-7-2-6-16,-7 2 2 15,-6-3-3-15,-6-1 3 16,-10 5 2-16,-8-5-9 15,-6 0 8-15,-6 0-3 16,-4 0 0-16,0 0 5 16,0 0-7-16,0 0 8 15,0 0-4-15,0 0-2 16,0 0-2-16,-8 0-33 16,-3 0-26-16,-2 0-57 15,-6 0-88-15</inkml:trace>
  <inkml:trace contextRef="#ctx0" brushRef="#br0" timeOffset="-127490.92">22329 16593 376 0,'0'0'23'15,"0"0"-20"-15,0 0 15 16,0 0 22-16,0 0-9 16,-32-23-11-16,30 23-14 15,2-2-6-15,0 2 2 16,0-2 2-16,0 2-2 15,0-2 11-15,10 2-12 16,8 0 16-16,4 0-7 16,1 0 2-16,3 0 1 15,6 0-5-15,4 0 10 16,4 6-6-16,0 5 11 16,3-1-3-16,3 4-6 15,2-2 3-15,2 0-1 16,4-4-3-16,2 3 8 15,2-5-13-15,0-1 3 16,2-2-2-16,0 0-10 16,-3-1 11-16,-1-1-7 0,-2 2-1 15,-5-3 2 1,-6 3-8-16,-4-3 8 0,-5 2-3 16,-6-2-2-16,-6 3 3 15,-5-2-4-15,-9-1 4 16,-1 0 2-16,-5 0-9 15,-2 0 10-15,0 0-3 16,0 0-3-16,-2 0-9 16,-11 0-19-16,-4 1 3 15,-1 4-43-15,-3-5-72 16,-2 0-93-16</inkml:trace>
  <inkml:trace contextRef="#ctx0" brushRef="#br0" timeOffset="-126758.33">22562 16329 352 0,'0'0'61'16,"0"0"-12"-16,0 0-14 16,0 0 4-16,-16-46-4 15,16 40-5-15,0 2-10 16,0 1 11-16,16 3-5 15,1 0-7-15,9 0 0 16,4 0 5-16,6 0-13 16,3 0 6-16,4 3-4 15,4 3-12-15,3 0 11 16,0-4 0-16,3 4-4 16,3 0 3-16,2-3-10 15,0 3 10-15,3 0 5 16,3 3-7-16,-2-2 1 15,-1 5-3-15,1-3 2 16,-6 1-1-16,-3 0-10 16,-1 0 7-16,-6-4-4 15,-3 0 0-15,-9 0 4 16,-4 0-10-16,-6-5 8 16,-7 2-3-16,-6-1-1 15,-5-2 4-15,-2 0-7 16,-4 0 7-16,0 0-1 15,0 0-12-15,0 4-14 16,-6-1-25-16,-6 2-15 16,-6-5-6-16,-4 0-65 0,-4 0-92 15</inkml:trace>
  <inkml:trace contextRef="#ctx0" brushRef="#br0" timeOffset="-126090.98">22868 16098 380 0,'0'0'10'0,"0"0"11"15,0 0 30-15,0 0-19 16,-4-24-4-16,16 24 6 16,0-1-7-16,4 1-12 15,1 0 7-15,2 0-1 16,3 0 2-16,3 0-1 16,3 0-8-16,4 0 3 0,6 0 7 15,2 4-2 1,1 5-5-16,5-2-13 0,0 5 11 15,4-2-3-15,1-2-1 16,1 0 11-16,-2 3-2 16,-3-1-5-16,-1 1-2 15,-10-3-11-15,-4 0 9 16,-8-3-4-16,-5-1-2 16,-8 0 1-16,-2-4-9 15,-5 0 8-15,-2 0-1 16,-2 0-3-16,2 0 1 15,-2 0-2-15,0 0 5 16,0 0 2-16,0 0-8 16,0 0 8-16,0 0-6 15,0 0 0-15,-8 2-11 16,-7 10-55-16,-5 3-18 16,-4 2-24-16,-2 1-112 15</inkml:trace>
  <inkml:trace contextRef="#ctx0" brushRef="#br0" timeOffset="-109993.9">19360 13918 249 0,'-11'-6'29'0,"2"3"-4"16,-1 0 1-16,-3-1-1 15,2-1 12-15,1 4-3 16,3-4 6-16,-2 3-19 15,5-3 12-15,0 4-9 16,2-2-8-16,0 0 10 16,2 0-5-16,-2 3-9 15,2-3-1-15,0 3-2 0,0-2 1 16,0 2 1 0,0 0-10-16,0 0 5 0,0 0-5 15,2 0 5-15,12 2 11 16,4 7-14-16,3 5 10 15,3 1-2-15,6 5-1 16,0-2 1-16,6 3 3 16,4-2-3-16,0 1 0 15,3 1-6-15,1-6 9 16,-2 1-9-16,-1 2 3 16,-4-4 3-16,0 4-13 15,-7-5 8-15,-4 5-4 16,-3-5-1-16,-2 3 2 15,-5-1-7-15,-1 1 8 16,-5 0 1-16,3-3-2 16,-2 2 1-16,-3-3-6 15,2-2 11-15,-2 0-5 16,-2-1-7-16,2-3 5 16,-2-2-2-16,-2 0 0 15,-2-2 4-15,-2-2-9 16,2 1 8-16,-2-1-2 15,0 0-2-15,0 0 3 16,0 0-7-16,0 0 3 16,0 3-10-16,0-3-16 15,0 2-14-15,0-2-21 16,0 0-46-16,-2 0-148 16</inkml:trace>
  <inkml:trace contextRef="#ctx0" brushRef="#br0" timeOffset="-109174.25">19491 13641 401 0,'0'0'5'16,"0"0"10"-16,0 0 24 16,0 0-16-16,26 0 20 15,-13 9-18-15,4-1-5 16,2 7 2-16,3-1 5 0,4 3-5 16,2 3-1-16,2 1-13 15,2 5 7-15,3-3-4 16,-1 2-4-16,4 2 2 15,2-2 1-15,-2 1 8 16,3 0-9-16,-3-2 0 16,4-1-3-16,-4 2-2 15,-3-2 5-15,-1 0-5 16,-6 1-3-16,2-3 4 16,-6-2-3-16,-2-2 0 15,-5 1 2-15,-2-6-7 16,0 0 7-16,-7-1-4 15,1-3 1-15,0-2 2 16,-3-1-7-16,-2-1 7 16,0-2-3-16,-2 2 0 15,4-4 1-15,-6 0-4 16,0 0 5-16,0 0-6 16,0 0-13-16,0 0-5 15,0 0-33-15,0 0-30 16,-3-10-33-16,-6-7-33 15,-3-2-110-15</inkml:trace>
  <inkml:trace contextRef="#ctx0" brushRef="#br0" timeOffset="-108541.95">19760 13472 400 0,'0'0'26'16,"0"0"-13"-16,0 0 24 16,0 0 8-16,49 15-7 15,-25 3-21-15,2 7 3 16,4 3 2-16,3 0-13 15,3 4 6-15,-2 0 1 16,10 1-1-16,1 2 8 16,-3 0-14-16,6 1 3 15,0-3 1-15,-3 3-5 16,-1-3-1-16,0-1-4 16,-4 1 1-16,4-4 2 15,-3-2-7-15,-1 1 5 16,-3-6-4-16,0 2 2 15,-7-5 1-15,-3-2-7 16,-3-3 6-16,-4-3-1 16,-6 0-2-16,0-5 4 0,-6-5-7 15,-4 0 6 1,-2 2-1-16,1-3-3 0,-3 0 4 16,0 0-3-16,0 0 3 15,0 0-1-15,0 0-22 16,0 0-10-16,0 0-39 15,-3 0-58-15,-5-5-92 16</inkml:trace>
  <inkml:trace contextRef="#ctx0" brushRef="#br0" timeOffset="-107907.89">20223 13383 344 0,'0'0'44'0,"0"0"-29"16,0 0-5-16,0 0 11 16,0 0 16-16,0 10 8 15,15 11-5-15,2 2-22 16,4 5 4-16,3 0 8 0,4 1 0 15,2 1-8-15,4-4-5 16,5 2-9-16,-2 1 8 16,4-2 1-16,-1 0-10 15,2 0 0-15,-6 2-8 16,3-2 10-16,-3 3-3 16,-1-4-3-16,-3-1 4 15,-4 0-1-15,-2-3 3 16,-2-3-2-16,-8-3-8 15,2-3 7-15,-5-3-3 16,-2-2-2-16,-3-4 4 16,-4-1-10-16,1 0 10 15,-3-2-3-15,3-1-2 16,-3 0 4-16,0 0-7 16,-2 0 6-16,0 0-1 15,0 0-2-15,0 0 3 16,0 0-15-16,0 0-25 15,-9 0-32-15,-4-13-64 16,-7-10-76-16</inkml:trace>
  <inkml:trace contextRef="#ctx0" brushRef="#br0" timeOffset="-107374.89">20651 13286 368 0,'0'0'22'0,"0"0"-12"15,0 0 11-15,0 0 2 16,0 0-4-16,0-15-13 16,0 15-6-16,0 0 29 15,4 0-3-15,7 0-1 16,1 0 0-16,4 9-9 16,2 8 9-16,0 7-5 15,6 3 2-15,4 6-1 16,2 4-3-16,9 2-1 15,1 3 16-15,6-1-14 16,1 3 0-16,-1-1-1 16,-2-2-3-16,0-2-6 15,-8-7-7-15,-3 0 3 16,-3-6 1-16,-6-4-4 16,-6-7 2-16,-2-3-7 15,-6-6 6-15,-3 0-1 16,-5-5-3-16,1 1 3 15,-1-2-2-15,-2 0 5 16,0 0 2-16,0 0-15 16,0 0-28-16,-7 0-35 15,-6-9-36-15,-4-7-85 16</inkml:trace>
  <inkml:trace contextRef="#ctx0" brushRef="#br0" timeOffset="-105225.56">18045 13490 339 0,'0'0'64'16,"0"0"-27"-16,0-16 1 15,-4 12 18-15,2-1-8 16,0 1-13-16,0 0-13 16,0 0-18-16,-1 2 13 15,-1-2 5-15,-1 4-2 16,1 0-7-16,-2 0-6 15,0 0 0-15,-4 0-6 0,2 0 1 16,0 0 0 0,-4 8-2-16,2 5 1 0,0 3 1 15,-4 3-4-15,2 3 5 16,1 0-3-16,4 2 0 16,1-1 6-16,1 1-10 15,3 1 7-15,2 0-2 16,0 0-3-16,0 0 4 15,0 2-3-15,9 2 4 16,6 0-2-16,2 1-2 16,3-4 3-16,-4 4-4 15,4-4 3-15,0 2 1 16,-4-3-6-16,2-4 7 16,1 2-4-16,1-1-1 15,-3-5 5-15,2 0-5 16,-1-2 2-16,-2-4 2 15,4 0-1-15,-2-1 0 16,-2-4-5-16,4-3 8 16,1 1-4-16,-1-4-3 15,-1 0 6-15,0 0-5 16,5 0 6-16,-2 0 1 16,-1 0-12-16,-2 0 13 15,3 0-6-15,-5-6-2 16,0 0 7-16,3 1-11 15,-5 2 12-15,-3-2-5 16,2-1-2-16,-4 0 3 16,4-2-1-16,-6-1 1 15,0-3 3-15,6 1-3 0,-6-4 3 16,0-1-4 0,4 1 0-16,-4-3 5 0,-4 4-11 15,3 3 9-15,-3 1-3 16,-4-1 2-16,0 3 1 15,0 0-6-15,0-2 5 16,0 1-1-16,0-1-4 16,-6 0 3-16,-3-2-2 15,1 2 3-15,-4-1 1 16,4 2-6-16,-2 1 5 16,-4 0-3-16,4 2 1 15,-2 5 3-15,2-4-10 16,-2 5 10-16,-2 0-5 15,4 0 2-15,-4 0 1 16,4 0-6-16,-3 0 7 16,2 0-1-16,-2 12-2 15,3 1 2-15,-4 7 0 16,2 2 2-16,-2-2 1 16,6 6-4-16,-2-7 8 15,0 3-2-15,4-5-1 16,2-3 4-16,2-1-9 15,-2-1 10-15,2-2-8 16,0-5-1-16,-3 1 2 16,3-2-4-16,2-4 5 15,0 2 0-15,0-2-6 16,0 6 3-16,0 0-55 16,0 0-46-16,-3-3-103 15</inkml:trace>
  <inkml:trace contextRef="#ctx0" brushRef="#br0" timeOffset="-93375.32">15756 16974 384 0,'-7'-6'88'0,"3"3"-8"15,0-1-16-15,2 2-23 16,-3-2-2-16,3 3-16 16,0-2-2-16,0 1-10 15,2 2-1-15,-2-1-2 16,2 1-9-16,0 0 7 16,-2 0-4-16,2 0-2 15,0 0 1-15,0 0-6 16,0 0 6-16,0 0 0 15,0 0-3-15,10 0 3 16,1 0-7-16,4 0 8 16,-4 0 4-16,1 0-12 15,0 0 6-15,-6 0 4 16,2 0-12-16,-4 0 7 16,2-5-6-16,-4 2 13 15,0-3-3-15,-2 1-3 16,0 0 2-16,0 4-2 15,0-2 4-15,0 1 0 16,0 2-7-16,0 0-1 16,0 0-5-16,0 12-2 15,0 14 12-15,0 5 1 16,4 9 4-16,0 2-5 16,2 1 0-16,-1-4 2 15,0-3-6-15,-3-6 5 16,0-4-2-16,-2-4 1 15,0-6-1-15,0-4-2 0,0 0 4 16,0-6-4 0,0 4-3-16,-4-4-1 0,-12-3-10 15,2 1-7 1,-4-2 3-16,2-2-10 0,2 0 2 16,-1 0 15-16,6-2 8 15,5-9 1-15,4 1-4 16,0 2 1-16,0-1 1 15,0 5 9-15,10-2 0 16,6 0-3-16,-4 0 3 16,4 0-3-16,-8-3-51 15,2-2-52-15,-4-3-119 16</inkml:trace>
  <inkml:trace contextRef="#ctx0" brushRef="#br0" timeOffset="-93169.27">15853 16847 544 0,'0'0'13'0,"0"0"-10"16,0 0-5-16,0 0-21 15,-26-6 0-15,26 6-53 16,0 0-103-16</inkml:trace>
  <inkml:trace contextRef="#ctx0" brushRef="#br0" timeOffset="-92674.88">16042 16976 454 0,'0'0'32'0,"0"0"-2"15,0 0-22-15,0 0 0 16,0 0 1-16,0 0 5 15,-101 45-1-15,99-28-8 16,2 1-4-16,0-3 0 16,0-3-3-16,0-3-1 15,6-3 7-15,5-2-15 16,-3-4 8-16,6 0-4 16,-6 0 16-16,2 0-1 15,0-10-9-15,-6-1 7 16,0-5-3-16,-4 3 1 15,0-1 1-15,0-1-3 16,0 3 6-16,0 0 1 16,-6 6 3-16,2 0 9 15,2 5-7-15,2 1 0 16,0 0-12-16,0 0-10 16,0 1 8-16,8 10 1 15,2 2 0-15,2-1 2 16,-4 3-20-16,5-7-18 15,-2-2-60-15,-1-2-83 0</inkml:trace>
  <inkml:trace contextRef="#ctx0" brushRef="#br0" timeOffset="-92359.21">16212 16880 456 0,'0'0'54'16,"0"0"-18"-16,0 0-11 15,0 0 2-15,0 0-4 16,-58 37 0-16,58-20 1 16,0 0-10-16,0 2-1 15,2-3-5-15,9-3 3 16,-1-1-9-16,6-2-1 15,-4-2-1-15,6-3-6 16,-3-1 2-16,0-4-18 16,2 0-10-16,-4 0 6 15,2 0-66-15,-4-15-28 16,0-4-13-16,-7-4-11 16</inkml:trace>
  <inkml:trace contextRef="#ctx0" brushRef="#br0" timeOffset="-91624.9">16313 16734 368 0,'-7'-5'104'0,"5"5"-41"15,2 0-29-15,0 0-21 0,0 19 20 16,0 8 14 0,0 4-9-16,5 6-25 0,4 1-5 15,-1-1 2-15,0 1-5 16,2-7 2-16,-2-1-4 15,-2-7 0-15,2-7-2 16,2-4-1-16,-4-5 0 16,-2-5-9-16,2 0-4 15,1-2-4-15,-4 0-7 16,1 0 27-16,-2-10 2 16,0-1 0-16,0-1-4 15,0 4-6-15,0-1 4 16,0 7-1-16,5-2 0 15,0 4 4-15,-1 0-5 16,7 0 3-16,2 0 3 16,4 6 4-16,5 5 13 15,0 1-2-15,4-1-12 16,2-1-2-16,-2-2-7 16,2-4 0-16,-5-2-6 15,1-2-6-15,-2 0 8 16,-6 0-14-16,-4 0 6 15,-5 0-4-15,0-6 10 16,-7-4 15-16,0 2-7 16,-2-3 6-16,0 1 2 15,0 1 1-15,0-3 0 16,0 0-2-16,0 1-1 16,0-3-1-16,0 0-2 15,-4 3 0-15,-7 1-1 16,4 3-1-16,-3-1 5 15,1 8-3-15,0 0 9 0,-1 0-12 16,-2 0 5-16,6 11 0 16,-2 6-4-16,2 2 5 15,4 5-4-15,2 0 0 16,0-3 2-16,0-2-2 16,0-1 0-16,2-5 2 15,8-1-6-15,-2-2 6 16,2-5-6-16,0-1 1 15,-2-2-12-15,4-2-15 16,0 0-3-16,4 0-10 16,-2-10-14-16,8-9-34 15,-1-8 56-15,3-6-132 16</inkml:trace>
  <inkml:trace contextRef="#ctx0" brushRef="#br0" timeOffset="-91314.98">16997 16668 491 0,'0'0'25'16,"0"0"20"-16,0 0 19 15,-13 107-8-15,13-63-25 16,0 5 0-16,0 1-1 15,7 0-19-15,-1-3 13 16,3-4-8-16,-1-7 2 16,1-3-5-16,2-8-17 15,-3-3 9-15,-1-7-3 0,0-5-4 16,-3-3-5 0,0-2-22-16,-2-4-3 0,-2-1 3 15,0 0-5-15,0-3-39 16,0-19-55-16,-17-3-27 15</inkml:trace>
  <inkml:trace contextRef="#ctx0" brushRef="#br0" timeOffset="-91106.18">16883 17006 508 0,'0'0'17'15,"0"0"51"-15,0 0-29 16,0 0-11-16,112-14-8 16,-84 9-8-16,-2 5-7 15,-3 0-4-15,-1 0 0 16,-9 0-33-16,0 0-62 16,-9 0-98-16</inkml:trace>
  <inkml:trace contextRef="#ctx0" brushRef="#br0" timeOffset="-88174.98">16931 16467 405 0,'0'0'58'0,"0"0"-26"16,0 0-4-16,-74-27 7 16,55 21-5-16,4 2-11 15,-4 0 6-15,-3 1 5 16,3 1-18-16,0-1-3 16,-5 2-2-16,0-4 5 15,0 4-3-15,-1-4-6 16,1 4 1-16,-2 0-3 15,0 1 1-15,-2-3 2 16,-2 3-7-16,-2 0 6 16,-5 0-2-16,1 0 0 15,-2 4 2-15,-4 2-7 16,6 0 6-16,-5 0-1 16,4 0-2-16,0-1 4 15,1-2-6-15,2 3 5 16,-3 3-1-16,5-2-3 15,0 3 3-15,0 2-2 16,-1 0 0-16,3 1 3 16,2-1-6-16,2 3 5 15,2-1 0-15,4-3-3 16,2 4 5-16,-2-1-7 0,5 4 5 16,0 0-4-16,0-1 2 15,0 2 2-15,-2 2-5 16,-1-2 8-16,2 3-1 15,2-3-6-15,2 0 5 16,0 1-6-16,2 1 4 16,2-3 2-16,1 5-4 15,-2-2 3-15,1 3-2 16,4-1 1-16,-3-1 5 16,0 3-10-16,3-1 7 15,0 0-2-15,2-5 2 16,-2 4-2-16,1-4-3 15,1 3 6-15,-2 1-1 16,2 2-3-16,-3 4 1 16,3-1 2-16,2-2 1 15,0 4 0-15,0-2-6 16,0-5 5-16,0 1 0 16,13-1-4-16,-4 0 6 15,1-1-7-15,6-1 6 16,-2 2 0-16,2 0-2 15,0 3 2-15,4 1 1 16,0-4 0-16,-1 2 0 16,2-3-8-16,-1 2 9 15,-1-2-5-15,3-3 0 16,0-2 3-16,-2-3-9 16,6 1 11-16,0-1-7 0,2-4 3 15,0-3 2 1,3 3-6-16,1-4 5 15,0-2-1-15,0 0-2 0,5 0 4 16,-1-3-5-16,4-1 3 16,-4 0 2-16,0 0-10 15,1 0 12-15,-3 0-6 16,0 0 1-16,2 0 3 16,-4 0-7-16,-2 0 7 15,0 0-4-15,2-5 0 16,-1-3 0-16,3 0-6 15,0 0 9-15,3-3-2 16,3 0-2-16,0 1 5 16,2 0-4-16,-1-2-4 15,-2 1-2-15,-2-1-1 16,1 0 5-16,-4 1 2 16,-3-1-3-16,-1 0-1 15,-2 0-2-15,-2 4 10 16,0-1-4-16,0-2-1 15,-3 3 3-15,1-4-3 16,-1 3 2-16,1 2 2 16,-1-2-4-16,-1 4 3 15,-2-3-3-15,1 2 2 16,-2 0 2-16,-3 1-8 16,1-3 8-16,-2 2-4 15,-2-2-1-15,4-2 4 16,-4 3-5-16,1-5 4 15,0 1 2-15,0-1-5 16,-2-1 6-16,2-1-5 16,-2 0 3-16,0 1-1 0,-1-3 0 15,0 3 2-15,-1-3-1 16,-3 4-2-16,-1-3 5 16,-1 1-8-16,-1 0 9 15,-2 0-1-15,0 1-1 16,-2-4 1-16,0 3-5 15,0-4 7-15,0-2-2 16,0 1-3-16,0 1 3 16,0-3-3-16,0 2 3 15,0-1-1-15,-4 3-6 16,-2-2 12-16,-1-3-4 16,3 3-5-16,-3-5 4 15,3 2-8-15,-4-3 7 16,1-1-2-16,-2 1-1 15,-1 2 2-15,-1 0-6 16,-2-1 8-16,3 3-3 16,-2 2-4-16,-2-1 5 15,0 1-3-15,2 2 3 16,-2-1 0-16,0-3-5 16,3 4 7-16,-2-1-3 15,2 0-2-15,-2 3 6 16,2 0-10-16,-1 1 7 15,-2 0-4-15,0 1 2 16,-4 1 3-16,2 2-4 16,-4 1 5-16,2-1-4 15,-3 4 0-15,0-1 2 16,-1-1-2-16,-3 0 0 16,-3 1 5-16,0 1-9 0,-3-4 8 15,1 2-4 1,-2 0 1-16,-2-1 0 0,2 1-4 15,-1-2 5-15,-2 4-1 16,-3 3-2-16,3 0 1 16,-1 3-2-16,-6 0 1 15,6 0 2-15,-1 0-4 16,3 5 4-16,6 1-1 16,4 0-1-16,8-4 4 15,6 7-15-15,6-3-28 16,4 2-62-16,0 5-97 15,0 6-115-15</inkml:trace>
  <inkml:trace contextRef="#ctx0" brushRef="#br0" timeOffset="-83524.27">13054 16880 501 0,'-18'-4'33'0,"3"0"-2"0,0 0-5 16,4 4 11-16,3 0-12 16,-3 0 3-16,4 2-12 15,3 15-8-15,4 7 2 16,0 5 2-16,0 1-4 15,0 5-1-15,0 2-7 16,2 2 4-16,7-2-1 16,4-1-7-16,-5 2 7 15,5-6-3-15,0 3 0 16,2-1 5-16,1 0-9 16,-2-2 6-16,0 0-2 15,0-6 0-15,-2 2 3 16,-2-6-7-16,-4-5 3 15,1-2-1-15,-2-5-1 16,1-2-1-16,0-1 2 16,-2-2-5-16,1-3-3 15,1 1 4-15,1-3-3 16,1 0 5-16,1 0 0 16,2 0 3-16,2-4 1 15,1-3 2-15,0-5-2 16,0 0 5-16,0 0-2 15,-4 1-6-15,-4 2 7 16,-2-2 0-16,0 0-8 16,-4 1 9-16,0-2-2 15,0 3-1-15,-4-1 2 16,-10 0-6-16,-2 3 4 16,0 1-2-16,-2 2-1 0,3 2 6 15,-2 2-12-15,6 0 6 16,-1 0 3-1,3 0-3-15,2 8 1 0,3 3-24 16,2-1-37-16,2-4-49 16,0-2-86-16</inkml:trace>
  <inkml:trace contextRef="#ctx0" brushRef="#br0" timeOffset="-83058.01">13499 17375 493 0,'0'0'13'16,"0"0"-4"-16,0 0 14 15,0 0 14-15,0 0-14 16,9-66-14-16,-1 50 0 15,-2 3-5-15,-1 0 10 16,-5 1-4-16,0 0-1 16,0 0 5-16,0 4-3 15,-7-4-5-15,-7 6-3 16,-2 0 1-16,-1 5 2 16,-2 1-8-16,3 0 7 15,2 1 5-15,0 15-10 16,6 3 4-16,4 2-1 15,2 0 3-15,2 5 5 16,0-1-5-16,0-2 1 16,6-4-4-16,5 0 0 0,2-3 3 15,-1-4-5-15,4-5 1 16,0-3 0-16,2-2-7 16,2-2 6-16,-1 0-11 15,4-7-28-15,-1-13 2 16,-1-5-44-16,-1-2-48 15,0-6-61-15</inkml:trace>
  <inkml:trace contextRef="#ctx0" brushRef="#br0" timeOffset="-82766.33">13691 16923 533 0,'0'0'27'0,"0"0"5"15,0 0 16-15,0 0-15 16,-28 111-3-16,28-76-5 16,0 6-6-16,0-4-9 15,4-1-2-15,2-2-8 16,2-6 4-16,2-3-4 15,-2-8 0-15,0 0-2 16,1-6-36-16,2-9-18 16,-3-2-46-16,-1 0-20 15,-1-12-60-15</inkml:trace>
  <inkml:trace contextRef="#ctx0" brushRef="#br0" timeOffset="-82459.31">13800 16858 532 0,'0'0'32'0,"0"0"-20"16,0 0 45-16,0 0-12 16,0 0-15-16,26 123-4 15,-8-87-8-15,0-1-9 16,2 0 5-16,1-6 2 15,1-4-13-15,0-2 4 16,-6-6-4-16,2-5-1 16,-4-1 0-16,-2-6-11 15,-6-3-12-15,-2-2-10 16,-4 0-6-16,0 0-7 16,0-12-9-16,-14-6-68 15,-14 1-82-15</inkml:trace>
  <inkml:trace contextRef="#ctx0" brushRef="#br0" timeOffset="-82259.14">13714 17164 557 0,'0'0'-6'15,"0"0"24"-15,0 0 20 0,0 0-13 16,0 0-12-1,122-35 4-15,-98 24-16 0,0-3 3 16,0 2-3-16,-3 1-48 16,-1-5-31-16,-6 3-28 15,2 1-67-15</inkml:trace>
  <inkml:trace contextRef="#ctx0" brushRef="#br0" timeOffset="-81075.16">14136 16881 428 0,'0'0'66'0,"0"0"-15"16,0 0-7-16,0 0 1 15,0 0-13-15,-41-81-5 16,30 64-6-16,-2-1-5 15,0 2-9-15,-6-3 2 16,-1 0-9-16,-6 1 5 16,1-1-4-16,-8 1-2 15,-1 2 1-15,-3 0-3 16,-3 4 2-16,-4 2 2 16,2 3-1-16,-5 1 0 15,-1 2-1-15,-2 4 2 16,1 0-2-16,-1 0-2 15,4 0 3-15,-4 12-1 16,7 3 0-16,1 4 0 16,4 4-4-16,2-3 7 15,3 4 0-15,3 1-4 16,4-2 1-16,0 4 2 16,2 2-1-16,4 2 0 0,0 0 2 15,0-2 1-15,1 2-4 16,2 1 3-16,2-2 13 15,0-4-17-15,2 2 6 16,0-3-2-16,4 1 0 16,3 1 1-16,-2 0-7 15,0 4 8-15,6 4-1 16,0 2 0-16,2 1 7 16,0 3-4-16,0-1 2 15,8-1 3-15,8 2-10 16,0-1 7-16,2-3-2 15,4 1-3-15,4-1 1 16,0-3-4-16,1-4 4 16,3-1 0-16,4-4-3 15,0-1 1-15,0-3-5 16,-1-2 7-16,3-2-2 16,2-6-4-16,-1-2 4 15,2 2-3-15,-2-9 2 16,1 1 3-16,1-1-7 15,0-2 7-15,2 0-5 16,-3 0 2-16,4 0 1 16,2 0-4-16,-3-7 7 15,0 1-7-15,-4-3 2 16,-1-1 5-16,1-2-10 16,-5 0 5-16,0-4 5 15,0-1-7-15,1-1 3 16,-5-1-5-16,0 0 8 0,0-3-1 15,-2 3-8-15,0-2 5 16,0-3-3-16,0 0 6 16,-1 2-1-16,1-3-8 15,-5 2 12-15,3-1-4 16,-5 4-3-16,3 0 0 16,-8 0 2-16,2 1 1 15,-6-1 1-15,4-3-5 16,-4-2 5-16,3 0-4 15,-4-3 3-15,-1-3 1 16,-1 1-7-16,-3-1 7 16,-4 0-2-16,0 2 0 15,0 0 3-15,0 4-7 16,-13 0 6-16,-2 2 3 16,-6-1 1-16,1 1-4 15,-4 2 0-15,4-2 1 16,-4-2 0-16,0 1-7 15,-2 3 5-15,-2 1-4 16,1 3 0-16,3 1 3 16,0 7-8-16,2 3 9 15,1 4-5-15,6 2-2 16,-2 0 5-16,6 8-19 16,-2 11-18-16,7 4-16 15,-1 5-25-15,5-2-47 16,-1 8-143-16</inkml:trace>
  <inkml:trace contextRef="#ctx0" brushRef="#br0" timeOffset="-80240.88">14424 17048 420 0,'0'0'33'0,"0"0"-30"16,-7-10 6-16,7 10-3 15,0-2 17-15,0 2 5 16,9 0-7-16,6 0-3 16,5 0-1-16,5 0-1 15,3 0 2-15,6 0-12 16,6 0 3-16,-2-2-2 16,5 1 3-16,3-3 2 15,-2-2 1-15,4 4-7 16,1-2 2-16,1 2-3 15,0-2 14-15,1 2-9 16,1-2 1-16,-2 4-1 16,-1 0-11-16,0 0 14 15,-2 0-11-15,-3 0 0 16,-2 0 1-16,-3 0-6 16,-7 0 7-16,-10 0-5 15,-4 0 2-15,-6 4 0 16,-8-2-2-16,-4 2 2 15,0-2 4-15,0-2-5 16,0 1 3-16,-8 2-3 16,-2-1-2-16,2 2-16 15,0-2-27-15,0-2-34 16,-4 1-66-16,0-1-297 16</inkml:trace>
  <inkml:trace contextRef="#ctx0" brushRef="#br0" timeOffset="-79705.86">15282 16893 494 0,'0'0'11'0,"0"0"-7"16,0 0 30-16,0 0 22 15,0 0-22-15,33-23-7 16,-8 23 0-16,1 0-10 16,0 0 1-16,3 2 1 15,-1 7-11-15,-3-1 2 16,1 2-1-16,-3 2 0 15,-3 0-2-15,-3-1-4 16,-4 3 4-16,-4 3-6 16,-5-1 4-16,-4 2 4 15,0 4-9-15,0-1 21 16,-6 0-8-16,-14-1-1 16,-1 1-1-16,-5-2-2 15,2-1 8-15,-2-1-9 16,2 1-6-16,1-2 6 15,2-3-5-15,3-3 0 16,7-2 0-16,-1-1-6 16,5-3 5-16,3-2-2 15,1-1 0-15,3 2 3 16,0-3-14-16,0 2-27 16,0 4-24-16,0 0-20 0,0-1-14 15,0 1-55-15,0-1-321 16</inkml:trace>
  <inkml:trace contextRef="#ctx0" brushRef="#br0" timeOffset="-60642.8">26471 10206 413 0,'0'-2'30'16,"0"-1"-24"-16,0 2 3 16,0 0 21-16,0-4 5 15,0 4-1-15,0 1-14 16,0-2 5-16,0 2 2 15,0 0 1-15,0 0-9 16,0 8-15-16,0 9 7 16,-5 12-1-16,1 6-8 15,-2 2 1-15,2 9-4 16,0 0 7-16,-1 2-2 16,0 1-5-16,-1 2 5 15,0-5-3-15,-5-2 3 16,4 2 4-16,-1-5-12 15,-3 1 11-15,7 0 1 0,-2-3-2 16,-1-4-1-16,0-5-8 16,3-1 10-16,4-5-6 15,-2-6-3-15,0-2 5 16,2-4-6-16,0-5 5 16,0 2 1-16,0-6-8 15,0 3 7-15,0-4-9 16,0 0-6-16,0-1 1 15,0-1-13-15,0 0-2 16,0 0-27-16,0 0-11 16,0 0-11-16,4-1-49 15</inkml:trace>
  <inkml:trace contextRef="#ctx0" brushRef="#br0" timeOffset="-59942.96">26864 10258 356 0,'0'0'49'16,"0"0"1"-16,0 0-3 15,0 0-19-15,0-17 3 16,0 15-12-16,0 2-9 16,0 0 2-16,0 0-2 15,0 0 10-15,0 0-3 16,0 0 0-16,0 0-10 16,0 0-8-16,-2 14-1 15,-2 7 14-15,0 10-6 16,-2 6 2-16,0 3-5 15,0 4 2-15,4 1 3 16,-2 0-12-16,-2 1 13 16,2-3-8-16,0-1-1 15,-1 1 3-15,2-5-6 16,-1 2 7-16,2-4-1 16,0-5-5-16,2 2 2 15,0-5 2-15,-2 1 1 16,2-3 2-16,-2-2-8 15,2-5 7-15,-2-1-1 16,0-4-3-16,0-6 5 16,2-2-11-16,0-2 10 15,0-2-6-15,0-2-3 16,0 0-5-16,0 0-14 16,0 0-15-16,0 0-28 15,0 0 15-15,10-14-29 16,-2-3-69-16</inkml:trace>
  <inkml:trace contextRef="#ctx0" brushRef="#br0" timeOffset="-59256.34">27467 10081 299 0,'0'0'37'0,"0"0"5"15,0 0 26 1,0 0-18-16,0 0-15 0,-2 12-1 16,-4 4-8-16,-1 9 0 15,-2 4-2-15,1 7-6 16,2 6 0-16,-3 4-3 15,0 7-1-15,1 0 7 16,2 0-15-16,-2-5 14 16,6-3-9-16,-2-4-4 15,4-4 3-15,0-8-12 16,0-4 10-16,0-2-5 16,0-4 7-16,0-4-8 15,0 1-3-15,0-6 4 16,0 0 1-16,0-2-8 15,0-4 6-15,0 1-2 16,0-1 0-16,0-2-16 16,0 0-20-16,0 0-7 15,0-2-34-15,0 0-121 16</inkml:trace>
  <inkml:trace contextRef="#ctx0" brushRef="#br0" timeOffset="-51951.1">26506 11539 443 0,'-7'-6'25'0,"2"1"17"15,3-1 5-15,0 5-7 16,0-1-13-16,-2 2 1 16,0 0-11-16,-5 0-4 15,2 0 6-15,-1 0 2 16,-3 0 11-16,2 2-3 15,3-1-15-15,2-1 15 16,0 3-13-16,2-2 3 16,-1-1 4-16,3 0-14 15,0 0 1-15,-2 0-7 16,2 0-1-16,0 0 3 16,0 0-11-16,0 0 6 15,0 0-7-15,9 0-1 16,10-4 16-16,6-6-5 15,9-5 11-15,2-2-1 16,2-4-10-16,3 1 5 16,-1 3-1-16,2-2 7 15,-3-1-1-15,-7 6-12 16,-6 2 6-16,-6 5-5 16,-8 4 0-16,-4-1 4 15,-6 2-11-15,2 2 13 16,-4 0-3-16,0 0 2 15,0 0 6-15,0 0-9 0,0 0 0 16,0 6-3-16,0 19-7 16,0 10 18-16,0 11-2 15,0 10-3-15,0 4 7 16,2 4-11-16,2 0 14 16,-2-2-8-16,0-5 3 15,2-7-4-15,0-6-9 16,3-13 6-16,-2-4-3 15,1-13-2-15,-4-3 3 16,0-5-7-16,-2 0 7 16,0-6 1-16,0 0-9 15,0 0 8-15,0 0-15 16,0 0-24-16,0 0-7 16,0 0-36-16,2 0-11 15,0-4-30-15,-2-10-17 16,0 0-80-16</inkml:trace>
  <inkml:trace contextRef="#ctx0" brushRef="#br0" timeOffset="-51542.76">26626 11947 393 0,'0'0'64'0,"0"0"-6"16,0 0-15 0,0 0-16-16,-9-24-19 0,25 15 23 15,4-5 19-15,8 1-21 16,5-8-1-16,4 1-3 15,-1 0-5-15,3 0 3 16,-1 0-4-16,0-4 1 16,-2 4-8-16,-6 2-7 15,-2 1 5-15,-5 1-3 16,-1 1-1-16,-6 3-1 16,-4 4-10-16,-1 0 10 15,-9 4-5-15,3 4 1 16,-5 0 0-16,0 0-40 15,-16 12-50-15,-10 11-51 16,-10 9-192-16</inkml:trace>
  <inkml:trace contextRef="#ctx0" brushRef="#br0" timeOffset="-47124.94">27250 11256 440 0,'0'-10'63'15,"0"4"-11"-15,-8 0-3 16,3 0-9-16,0 0-14 16,3 3 3-16,0 1-11 15,2 0-13-15,0-2 1 16,0 4-2-16,0 0 18 15,0-2-4-15,0 2-7 16,0 0 0-16,0 0-1 16,0 0 0-16,0 0 0 0,-2 0-12 15,2 0 4-15,0 0-4 16,0 0 1-16,0 0 2 16,0 0-12-16,0 19 16 15,0 6-3-15,0 15-2 16,4 6 3-16,3 12-7 15,-2 4 13-15,1 7-5 16,-6 0-2-16,2 2 5 16,-2-5-5-16,2-6 7 15,-2-7 0-15,0-6-3 16,4-8 3-16,0-8-7 16,1-10-3-16,-3-5 8 15,0-5-13-15,1-5 9 16,-3-2-2-16,0-4 0 15,0 0 1-15,0 0-6 16,0 0 3-16,0 0-26 16,0 0-17-16,0 0-3 15,4 0-18-15,0-15-31 16,0-3-90-16</inkml:trace>
  <inkml:trace contextRef="#ctx0" brushRef="#br0" timeOffset="-33126.69">27902 11130 515 0,'0'-8'65'15,"0"2"-19"-15,0 0 9 16,0-1-23-16,-4 1 3 15,0 2-16-15,1 0-5 16,-2 2-6-16,3-2-2 16,-2 2 9-16,0-1-13 15,-2 0 3-15,-3 3 1 16,-2 0-14-16,-4 0 10 16,0 0-4-16,-4 10 3 15,-3 3 3-15,0 5-11 16,2-1 11-16,-2 3-4 15,2-1-2-15,3 1 5 16,4-1-8-16,2-5 7 16,5-2 0-16,0-3-4 15,6 1-4-15,0-7-6 16,0 2 7-16,0 0 5 16,0 1-4-16,10 0 4 15,5 0 1-15,3 0-7 16,1-2 14-16,6 6-15 15,5-2 13-15,5 2-5 16,0 0 0-16,1 5 2 16,1-1-6-16,-3 3 5 15,0 3 0-15,-1 1-2 16,-5 6 2-16,-4 0-1 16,-5 3 5-16,-6-2-1 15,-5 2-9-15,-8 0 10 0,0-3-5 16,0-1 0-16,-2 0 6 15,-12-4-13-15,-4 0 9 16,-1-5 1-16,2 0-5 16,-1-6 3-16,-1 1-4 15,1-6 5-15,2 3 1 16,-2-4-8-16,-2-2 7 16,4 0-10-16,-2-3-3 15,6 0 5-15,-4 0-4 16,8 0 9-16,1-8-11 15,5-4 4-15,0-6 8 16,2 1-12-16,0 0 10 16,0 0 5-16,0-5-4 15,11 3-5-15,0-3 4 16,2 0 2-16,-1-1 1 16,6 1-5-16,-6-3 7 15,4-3-6-15,-4 1 4 16,2 0 8-16,-6-2-13 15,0 0 9-15,-3 2 1 16,-3 2-4-16,-2-2 2 16,0-1-6-16,0 6 6 15,0-1-2-15,-11 2-7 16,1 0 6-16,-2 8-2 16,2 1 4-16,-2 2 4 15,-4 5-6-15,4 1 5 16,-6 2-10-16,-4 2 6 15,3 0 3-15,0 0-11 16,-3 10 9-16,3 13-7 16,6 7 2-16,0 7-29 0,5 13-44 15,-6 5-41-15,2 6-117 16</inkml:trace>
  <inkml:trace contextRef="#ctx0" brushRef="#br0" timeOffset="-32109.83">25959 10605 394 0,'0'0'6'16,"0"0"28"-16,32-2-2 16,-17 2 7-16,0 0-31 15,2 6 22-15,3 7-15 0,4 1 20 16,4 7-2-1,8 3-2-15,9 1-7 0,5 6 16 16,10 4-21-16,2 3 14 16,7-1-14-16,-5 2 2 15,1 0-5-15,-5-7-7 16,-4-2 5-16,-10-5-3 16,-7-9-4-16,-14 0-1 15,-6-9-7-15,-9-1 6 16,-6 1-2-16,-4-7-4 15,0 0 7-15,0 0-1 16,-2 0-2-16,-12 0 1 16,-5 0-26-16,-4-2-18 15,-6-4-25-15,-1-4-11 16,-6 1-46-16,-8-7-127 16</inkml:trace>
  <inkml:trace contextRef="#ctx0" brushRef="#br0" timeOffset="-31676.68">26213 10703 443 0,'0'0'33'0,"0"0"6"15,0 0 3-15,0 0-2 16,0 0-12-16,-5-15-22 0,5 15-6 16,3 0 4-1,14 0 17-15,8 0 8 0,5 0-15 16,12 0-1-16,5 0-8 16,7 6 7-16,6 7 6 15,4 4-8-15,9-1 0 16,-1 1 3-16,-1 1-4 15,-1-4-2-15,-9 1-4 16,-5-3 3-16,-8 0-1 16,-12-5-8-16,-10-1 7 15,-11 0-4-15,-6-2 0 16,-5-2-6-16,-4-2-10 16,0 2 12-16,0-2-8 15,0 0-15-15,-11 0-14 16,-8 0-26-16,-5 0-36 15,-6-16-15-15,-9-7-143 16</inkml:trace>
  <inkml:trace contextRef="#ctx0" brushRef="#br0" timeOffset="-31308.79">26544 10357 420 0,'0'0'33'0,"0"0"-21"16,0 0-12-16,0 0 34 16,0 0 15-16,52 49 3 15,-25-12-20-15,7 2-25 16,6 8 21-16,5 0 13 15,3 1-15-15,6-3-7 16,4 1-1-16,-5-5-2 0,1-3 2 16,-2-3-14-16,-7-3 16 15,-5-7-9-15,-5-2-9 16,-6-7 3-16,-7-4-11 16,-4-3 10-16,-8-2-14 15,-1-3-42-15,-6-4-11 16,-3 0-44-16,0-6-5 15,-3-17-68-15</inkml:trace>
  <inkml:trace contextRef="#ctx0" brushRef="#br0" timeOffset="-30979.12">26934 10359 569 0,'0'0'-4'15,"0"0"12"-15,0 0 23 16,0 0 3-16,0 0 6 16,141 129 0-16,-97-91-22 15,5-2-4-15,1-1-6 16,1-4 12-16,-3-2-4 15,-4-2-9-15,-4-5 1 16,-6-4-9-16,-10-5 5 16,-7-4-1-16,-4-4-23 0,-7-2-7 15,-6-3-9-15,0 0 8 16,0 0-4-16,-19-10-115 16,-11-15-115-16</inkml:trace>
  <inkml:trace contextRef="#ctx0" brushRef="#br0" timeOffset="-30686.22">27127 10126 506 0,'0'0'1'0,"0"0"44"15,0 0-14-15,0 0 13 16,138 98-5-16,-99-58-13 16,2 3-10-16,-1-3-1 15,2 0-1-15,-6-6 1 16,-2-5-10-16,-3-8-1 16,-7-4-3-16,-8-5 0 15,-2-6-10-15,-8-2-47 16,-6-4-35-16,0 0-52 15,0-13-80-15</inkml:trace>
  <inkml:trace contextRef="#ctx0" brushRef="#br0" timeOffset="-30464.5">27582 10212 408 0,'0'0'74'0,"0"0"-5"16,79 105-9-16,-47-63-31 16,0 5-2-16,0-3-6 15,1-3-16-15,-5-4 1 16,0-3-7-16,-6-3-20 16,-8-7-49-16,-2-7-45 15,-10 0-62-15</inkml:trace>
  <inkml:trace contextRef="#ctx0" brushRef="#br0" timeOffset="-27093.14">10734 17334 342 0,'0'-4'88'0,"-7"1"-22"16,3-1-14-16,-2-2 11 15,2 4-14-15,-3-2-17 16,2 2-1-16,1-2-5 16,0 4-10-16,-7-1-14 15,1 1 2-15,-3 0 1 16,-2 0-7-16,-3 7 1 15,1 9 4-15,0-1-2 16,1 1 1-16,4-5-4 16,2 1 5-16,0-5-3 15,4-1-6-15,4-3-1 16,0-2 2-16,2 1-4 16,0-2 3-16,0 0-12 15,0 4 15-15,10-2 0 16,8 2-1-16,0-2 4 15,-2 2-5-15,6 0 10 16,-1 2-4-16,1 1-1 16,2 3 1-16,-3 3-3 15,-2 1 5-15,1 5-2 16,-8 1 1-16,0-3 2 16,-8-1-5-16,-2 1 9 15,-2-3 3-15,0-3 3 16,0-2 6-16,-16 2-7 15,2-4-1-15,-6-1 0 16,1-4-9-16,0 0 1 16,1-2 1-16,1 0-3 15,0 0-4-15,2 0-8 16,2 0-19-16,2 0 10 16,3 0-39-16,2-10-35 0,4-2-107 15</inkml:trace>
  <inkml:trace contextRef="#ctx0" brushRef="#br0" timeOffset="-26582.89">10863 17123 476 0,'0'0'41'0,"0"0"-34"16,0 0-7-16,0 0-8 15,0 0 25-15,-21 39 22 16,21-8-6-16,10 10-7 16,-1 1-12-16,-2 0-7 15,-1-1-2-15,-2-3-5 16,0-8 2-16,-2-5-1 15,0-9 0-15,1-3 2 16,-1-7-8-16,0 0-1 16,1-6-3-16,1 0-17 15,-2 0 1-15,4-6 19 16,-2-7 22-16,3-9-4 16,0 1-10-16,1 2 5 15,-2-1-1-15,4 5 7 16,0 5-4-16,0 6-9 0,6 4 5 15,-1 0-2-15,4 0 6 16,3 10-1-16,-3 11-8 16,3 2 0-1,-6 3 26-15,0-1-21 0,-6-1 0 16,0-7-4-16,-6-3-1 16,-2-6-25-16,-2-3-39 15,0-5-84-15,0 0-105 16</inkml:trace>
  <inkml:trace contextRef="#ctx0" brushRef="#br0" timeOffset="-26235.75">11173 17383 376 0,'0'0'34'0,"0"0"-2"15,0 0 5-15,0 0-20 16,0 0-6-16,17 81 8 16,-2-75-4-16,-4-2-4 15,2-4 9-15,-4 0-7 16,-1 0 8-16,-2-6 1 16,-4-7-11-16,-2-3 5 15,0-1-8-15,0-1 5 16,-4-3-5-16,-11 1-7 15,0 3 3-15,0 5-5 16,2 2 1-16,2 4 1 16,5 5-7-16,2 1 4 15,2 0-13-15,2 0-40 16,0 4-60-16,0 9-28 16,0 3-203-16</inkml:trace>
  <inkml:trace contextRef="#ctx0" brushRef="#br0" timeOffset="-25874.33">11421 17427 269 0,'0'0'73'0,"0"0"17"0,0 0-33 16,0 0-25-16,0 0 2 15,23-52-9-15,-21 39-2 16,1-1-5-16,-1 0-7 15,-2 1 1-15,0 1 5 16,0 1-4-16,-7 3-3 16,-8-1-8-16,0 8 3 15,-2 1 14-15,-1 0-12 16,5 1-3-16,-1 22 0 16,2 0-2-16,8 4 0 15,-2 2-4-15,6 0 4 16,0-6 0-16,0-2-4 15,0-1 2-15,6-7-19 16,8-3-28-16,5-4-20 16,2-6-34-16,3 0 3 15,-1-1 76-15,1-22-130 16</inkml:trace>
  <inkml:trace contextRef="#ctx0" brushRef="#br0" timeOffset="-25514.16">11565 17206 415 0,'0'0'39'15,"0"0"-11"-15,0 0-3 16,0 0-8-16,0 0 6 16,-50 49-6-16,50-42-8 15,0-1-11-15,6-1 11 16,10 1-3-16,1-4 14 15,4 4 1-15,1 0 10 16,-1 5-25-16,1-2 7 16,-2 2 8-16,-2 3-8 15,-4-2 8-15,-4 1-11 16,-4-1-2-16,-3-2 0 16,-3-1 11-16,0 3 9 15,0-2-8-15,-9-3-8 16,-6 1-5-16,0-2-7 15,1 0 2-15,-2-2-5 16,3 0-24-16,-2-3-6 16,4-1-18-16,0 0-88 15,5 0-124-15</inkml:trace>
  <inkml:trace contextRef="#ctx0" brushRef="#br0" timeOffset="-24393.92">11945 17123 551 0,'0'0'65'0,"0"0"-23"0,0 0-15 16,0 0 2-16,0 0-16 15,-98-117 4-15,72 98 1 16,0-1-15-16,-4 1 7 16,-7 0-7-16,-1-1-1 15,-6 3-2-15,-1 1-3 16,-2 4 4-16,-7 6-1 16,0 4 2-16,0 2-2 15,-6 0-1-15,2 0 5 16,-2 6-3-16,4 2-3 15,-1 2 5-15,6-3-3 16,2 5 3-16,2-5-3 16,1 7-3-16,1 2 5 15,2 2-6-15,2 4 5 16,1 1 8-16,0 1-7 16,6 3 2-16,0-4 7 15,3 2 1-15,3-1 4 16,5 1-14-16,-3 4 6 15,3 4 1-15,1 3-1 16,1 3 1-16,-1 4 3 16,0-3-1-16,4 3 3 15,2-6-13-15,-2 2 8 16,4-7-6-16,1 1 6 16,4-4 1-16,7 0-9 0,2-4 10 15,0 4-10 1,2-1-1-16,18-2 2 0,4 4-5 15,4-3 6-15,6 3-2 16,0-3 0-16,9 3 1 16,5-3-3-16,3 0 3 15,5-4-1-15,4-3-3 16,0-5 6-16,3-1-4 16,-1-6 3-16,-2-2 0 15,3-3-9-15,-3-3 9 16,-6 0-3-16,0 0-2 15,-5 0 5-15,1-12-1 16,-5 1-1-16,0-1 3 16,-2 1-6-16,1-1 2 15,-2 0-1-15,1-1 0 16,3 0 4-16,-6-3-9 16,1-3 10-16,-2 0-5 15,-2-5-3-15,-3 5 11 16,-4-5-11-16,-4-1 7 15,0 2-1-15,-5 0-4 16,-6-4 7-16,-2 1-10 16,-2-3 9-16,0-1 0 15,-3-4-8-15,3 0 6 16,-2 2-2-16,-3-4 1 16,0 3 4-16,-6 2-9 15,0 0 7-15,0 2 1 16,-2-4-2-16,-17 2 4 15,-5-4-7-15,-6-1 5 16,-6-3-2-16,-6-2 3 16,-2 0-3-16,-8 7 0 0,1 1 1 15,1 4 2-15,4 4-4 16,6 6 9-16,1 7-2 16,9 5-5-16,6 1 0 15,9 6-9 1,4 0 5-16,5 0-3 0,6 0-17 15,0 11-41-15,0 11-19 16,17 3 1-16,8 6-70 16,6 3-168-16</inkml:trace>
  <inkml:trace contextRef="#ctx0" brushRef="#br0" timeOffset="-23692.99">12004 17123 427 0,'0'0'45'16,"0"0"-14"-16,0 0-3 0,-33-11 11 15,22 11-18 1,5 0-13-16,-3 0-5 0,1 0-2 15,-3 2 13-15,0 7 2 16,-4 5 0-16,0 0-12 16,3-1-3-16,-4-1 2 15,6-1-5-15,-2-3 3 16,6 1-3-16,2-4-3 16,2-2 1-16,0 2 0 15,2 1-4-15,0-3-5 16,0 1 4-16,2-3 0 15,12-1-3-15,4 0 13 16,6 0 2-16,4 0 0 16,6-2 9-16,7-10 3 15,7 0-7-15,1 2 6 16,9-2-1-16,4 3 1 16,9-3-2-16,1-3 2 15,4 3 6-15,0-1-9 16,-1-3 2-16,1 4-6 15,-9 1-10-15,-3 3 6 16,-8 4-3-16,-9 2 1 16,-11 2 1-16,-8 0-6 15,-8 0 4-15,-12 0-17 16,-3 0 2-16,-5 0 16 16,0 2 0-16,0 2-13 15,-15-2-28-15,-3 0 0 16,0-2-28-16,-2 0-100 15</inkml:trace>
  <inkml:trace contextRef="#ctx0" brushRef="#br0" timeOffset="-23221.12">12563 16961 505 0,'0'0'1'0,"0"0"3"16,0 0 22-16,0 0 26 16,0 0-5-16,95-19-10 15,-57 19-8-15,-2 0-14 16,4 6 6-16,-6 8-8 15,3 3 6-15,-7-1 1 16,-2 4-5-16,-6-1-2 16,-6 3-4-16,-4-1-12 15,-12 2 5-15,0 3 1 16,0 0 19-16,-14-2 10 16,-10 4-18-16,-4-3 5 15,-2 0-7-15,0-3-4 16,-2 0-2-16,2-5-3 15,1-3 1-15,7-3 1 16,4-3-10-16,3-4 7 16,4-2-4-16,5-2 2 15,2 0-5-15,-1 0-16 16,3 0-8-16,2 0-40 16,0 0-25-16,0-2-47 0,0-12-207 15</inkml:trace>
  <inkml:trace contextRef="#ctx0" brushRef="#br0" timeOffset="-9343.84">17929 11923 443 0,'0'-5'63'0,"2"1"-41"15,4 0-9-15,6 0 12 16,0 2 26-16,10 2-19 16,0 0-14-16,8 4 0 15,6 19 1-15,9 10 7 16,7 8 24-16,4 7-14 16,4 8 1-16,3 0-1 15,-3 1-24-15,-5-7 5 16,-3-6-12-16,-6-8-1 15,-8-7 1-15,-8-8-10 0,-8-7 12 16,-5-3-3 0,-9-5-7-16,-6-6-6 15,-2 0-7-15,0 0 5 0,0 0-11 16,0 0-60-16,-12-22-3 16,-6-5-32-16,-7-11-75 15</inkml:trace>
  <inkml:trace contextRef="#ctx0" brushRef="#br0" timeOffset="-8960.8">18150 11726 465 0,'0'0'16'0,"0"0"-12"16,0 0 20-16,0 0 28 15,0 0-2-15,58 0-11 16,-18 19-6-16,9 8-12 16,5 7 0-16,6 0 2 15,5 7-7-15,-1 0 8 16,-4 1-8-16,-4 1-3 15,-5-3-2-15,-5-4-9 16,-9-3 5-16,-7-8-6 16,-6-1-2-16,-6-8 4 15,-2-3-5-15,-8-3-4 16,-4-4-29-16,2-4-26 16,-6-2-23-16,0 0-38 0,0-16 21 15,-6-14-161-15</inkml:trace>
  <inkml:trace contextRef="#ctx0" brushRef="#br0" timeOffset="-8577.05">18510 11501 442 0,'0'0'10'16,"0"0"-8"-16,0 0 25 15,0 0 8-15,0 0 2 16,108 92 12-16,-70-54 2 16,9 7-14-16,7 3 4 15,7 2-16-15,1 4-3 16,-2-1-4-16,-2-3-3 15,1-2 3-15,-5-3-16 16,-3-5 6-16,-6-7-7 16,-8-5 1-16,-7-7-1 15,-8-8-5-15,-6-1-4 16,-7-6-18-16,-7-2-25 16,-2-4 7-16,0 0-3 15,0-12-27-15,-19-17-99 16,-13-8-223-16</inkml:trace>
  <inkml:trace contextRef="#ctx0" brushRef="#br0" timeOffset="-8239.82">18936 11490 300 0,'0'0'100'0,"0"0"-16"15,86 107-26-15,-45-54 30 16,2 2-21-16,9 1-27 16,-3-2-13-16,0-4-6 15,-1-5-8-15,-5-5-3 16,-2-7-7-16,-4-5 0 15,-7-5 0-15,-4-5-7 16,-5-5 8-16,-4-3-19 16,-6-2-16-16,-7-4-5 15,-2-4-31-15,-2 0-28 16,0-12 6-16,-13-16-126 16</inkml:trace>
  <inkml:trace contextRef="#ctx0" brushRef="#br0" timeOffset="-7865.71">19015 11480 467 0,'0'0'9'16,"0"0"6"-16,0 0 32 16,0 0-10-16,0 0 13 15,149 132-8-15,-99-86-8 16,-1 1-2-16,5-1-8 16,-5 0-3-16,-6-3-2 15,-3-2-1-15,-8-6-8 16,-5-1-10-16,-3-5 4 15,-7-3 0-15,-4-7-7 16,-2-3 6-16,-7-4-5 16,1-5-25-16,-5-1-10 15,0-6-22-15,0 0 7 16,-7-1-41-16,-14-26-135 16</inkml:trace>
  <inkml:trace contextRef="#ctx0" brushRef="#br0" timeOffset="-7540.5">19336 11483 460 0,'0'0'95'0,"56"98"-21"16,-21-38-10-16,3 0-7 16,1-4-27-1,0-7 11-15,-2-9-19 0,-3-3-7 16,-2-8-5-16,-6-4-9 16,-2-6 6-16,-7-3-3 15,-5-5-3-15,2 1-1 16,-8-4-41-16,-2 0-27 15,-4-8-31-15,0 0-68 16,-17 0-339-16</inkml:trace>
  <inkml:trace contextRef="#ctx0" brushRef="#br0" timeOffset="31171.28">17352 11240 536 0,'-8'-9'63'15,"1"0"-15"-15,1 6-6 16,-3-1-15-16,5 0-5 16,-1-2 7-16,3 4-6 15,2-2-4-15,0 4-8 16,0 0-4-16,0 0 5 15,0 0-2-15,0-2-1 16,0 2-4-16,0 0-6 16,0 0 4-16,0 0-7 15,0 0 0-15,0 0 3 16,0 8-3-16,0 9 8 16,0 1-3-16,0 4-3 15,0-2 7-15,0 4-7 16,-6-4 5-16,-4 4-1 15,-2-5-2-15,2-3 1 16,0-3-3-16,-4 1 2 16,2-4 0-16,-4-2-9 15,3-2 1-15,-4-3-9 16,4-3 3-16,-2 0 4 0,4 0-4 16,-1 0 11-16,0 0-1 15,4-7-1-15,2-7 4 16,-1 0-3-16,2-1 6 15,5-1-3-15,0 0-4 16,0-2 7-16,0-2-7 16,8 1 6-16,8 0 1 15,-2 2-5-15,3-1 4 16,0 6-3-16,0 3 3 16,3 6 1-16,-4 0-5 15,2 3 5-15,4 0-2 16,-2 3 4-16,2 14 4 15,0 3-7-15,-1 10 1 16,-3 6 7-16,-1 7 11 16,-6 3-3-16,-3 8-7 15,-4-1 4-15,-4 1 8 16,0 0-8-16,0-1 6 16,-12-7-1-16,-4 0-2 15,-1-6 1-15,-2-8-1 16,6-3-3-16,-2-6 3 15,4-7-1-15,3-2-2 16,4-9-5-16,-1-1-2 16,2-2-1-16,3-2-6 15,0 0 1-15,0 0-5 16,0 0-1-16,3-6-23 16,8-4-16-16,1 3-35 15,0-3-72-15,-6 4-95 16</inkml:trace>
  <inkml:trace contextRef="#ctx0" brushRef="#br0" timeOffset="34038.28">9353 17451 444 0,'-14'-6'13'16,"4"2"-18"-16,2 2 8 16,0-2 12-16,6 4 14 0,-2 0-21 15,-2 0 6-15,2 0-3 16,-2 0 2-16,-2 0-8 16,4 4-3-16,-6 2 2 15,1-2-5-15,-2-1-1 16,1 3-3-16,-3-2-7 15,0 2-3-15,0 0-16 16,-5 0-7-16,4 0-7 16,-2 0-3-16,2 1 33 15,-2-2 12-15,2 2 5 16,4-4 11-16,0 1 15 16,4 1 4-16,1-5 11 15,1 0-9-15,4 0 4 16,0 0-4-16,0 0 1 15,0 0-25-15,0 0-18 16,0 0 8-16,11 0 0 16,5 0 11-16,4 0 4 15,4 0-2-15,4-6-6 16,4 0-1-16,3-4 22 16,5 2-10-16,8-4-10 15,4 4 1-15,5-1-6 16,3 0 7-16,3 1-7 15,4 0-4-15,-4-2 4 16,1 3-1-16,1-3-1 16,-7 0 4-16,0 0-6 15,-5-1 3-15,-5 1-2 0,-8 2 1 16,-7 4 1 0,-9 3-4-16,-10-1 5 0,-5 2-5 15,-2 0-2-15,-5 0 5 16,-2 0 0-16,0 0-1 15,0 0 3-15,0-2-4 16,0 0 5-16,2 2-4 16,0-2-3-16,4-2-3 15,3-2 0-15,0 4 11 16,1-3 1-16,4 1-7 16,-6-2 5-16,5 1-6 15,-2 2 4-15,1-1 0 16,4-2-4-16,1 0 3 15,0 0-2-15,0 3 1 16,-1-1 3-16,-6-1-5 16,1 3 5-16,-6-1-3 15,-5 3 1-15,0 0 4 16,0 0-13-16,0 0-13 16,-16 3-49-16,-3 2-46 15,-7-2-68-15</inkml:trace>
  <inkml:trace contextRef="#ctx0" brushRef="#br0" timeOffset="34301.71">10222 17356 352 0,'0'0'65'0,"0"0"-28"16,0 0-8 0,0 0 1-16,75 50 7 0,-64-33-26 15,-5 3-3-15,-6-1 15 16,0 3-8 0,0-1-10-16,-8 3-12 0,-16-4 20 15,-6 1-29-15,-6 1-67 16,-12-3-78-16</inkml:trace>
  <inkml:trace contextRef="#ctx0" brushRef="#br0" timeOffset="35170.8">8062 17587 501 0,'0'0'51'0,"0"0"-28"16,0 0-27-16,0 0 2 15,0 0 31-15,21 73 4 16,7-27-16-16,-2 3-4 16,2-5-3-16,-6-4-5 15,-6-8 2-15,0-11-6 16,-6-5 4-16,-3-7 2 15,-2-3-1-15,-3-6 6 16,-2 0 12-16,0 0 9 16,0 0-24-16,-14-6-9 15,-7-13 2-15,-5-8 0 16,-8-5-3-16,-1-6 3 16,-6-7-3-16,-1-9 0 15,-2-2 1-15,-1-4-1 16,9-2-1-16,6 5-9 15,6 2 10-15,10 10-1 16,10 7 0-16,4 5-3 16,0 7 2-16,22 7 4 15,6 4-5-15,4 8 3 16,3 7 2-16,3 0-5 16,-1 5 4-16,-4 15 4 15,-3 6-6-15,-7 3 2 16,-8 2 3-16,-6-2-3 15,-7 0 6-15,-2-1-7 0,0-3 5 16,0 0 1-16,-7-3 1 16,-7-3-1-16,-2-2-6 15,-1-3 5 1,-2-3-7-16,1-2-20 0,2-7-18 16,-2-2-30-16,6 0-62 15,-2-3-133-15</inkml:trace>
  <inkml:trace contextRef="#ctx0" brushRef="#br0" timeOffset="35608.08">8261 17206 458 0,'0'0'19'0,"0"0"11"15,0 0 15-15,-28 128-15 16,26-91-12-16,2-2-9 16,0-6-3-16,0-3-1 15,5-8-4-15,10-8-3 16,2-6-8-16,-2-4 6 16,3 0 2-16,-3 0 6 15,-5-13-10-15,-3-5 15 16,-5-3-3-16,-2 0 1 15,0-1 0-15,0-1-6 16,-7 4 2-16,1-1 2 0,-3 7 9 16,5 1 0-1,2 6 4-15,2 5 0 16,0 1-19-16,0 0-6 0,13 0 4 16,2 1 2-16,4 11 2 15,3-2 0-15,-2 1-2 16,-4-3 4-16,4 0-10 15,-5-3-28-15,-4-1-16 16,-5-4-43-16,-6 0-6 16,0 0-33-16</inkml:trace>
  <inkml:trace contextRef="#ctx0" brushRef="#br0" timeOffset="36000.25">8384 17224 312 0,'0'0'28'16,"0"0"13"-16,0 0 1 16,0 0 0-16,0 0-19 15,95 10-13-15,-76 12 4 16,1 3-5-16,-3 2-1 16,-9-5-2-16,2-4-3 15,-4-3-5-15,-2-9-2 16,-4 0 4-16,0-6 9 15,0 0 8-15,0 0-4 16,0 0 5-16,0-17-24 16,0-5 0-16,0-3 23 15,-4 1-11-15,4 2 3 16,0 2-7-16,0 5-1 16,0 8 5-16,6 4-3 15,10 3 7-15,4 0 3 16,2 9-12-16,2 10 7 0,0 0 2 15,1 1-5-15,-5 2-3 16,-6-7-2-16,0-1-11 16,-8-6-27-16,-4-2-36 15,-2-6-16-15,0 0-23 16</inkml:trace>
  <inkml:trace contextRef="#ctx0" brushRef="#br0" timeOffset="36266.93">8681 16887 486 0,'0'0'12'16,"0"0"-3"-16,0 0 60 16,0 0-11-16,0 0-14 15,65 117-17-15,-43-83-19 16,4-3 2-16,-3-2-3 15,-2-4-5-15,-1-7-3 16,-7-3 4-16,-3-3-2 16,-3-6-4-16,-5-4-25 15,-2-2-8-15,0 0-6 16,-7 0 15-16,-16 0-115 16,-9-6-96-16</inkml:trace>
  <inkml:trace contextRef="#ctx0" brushRef="#br0" timeOffset="36471.31">8629 17148 533 0,'0'0'15'0,"0"0"-18"16,0 0 45-16,0 0-18 16,0 0-7-16,0 0-3 15,129-85-12-15,-98 60 1 16,4-1-2-16,-3 1-15 15,-5 0-31-15,-3-1-72 16,-6 2-91-16</inkml:trace>
  <inkml:trace contextRef="#ctx0" brushRef="#br0" timeOffset="36872.8">8961 16709 434 0,'0'0'19'0,"0"0"9"16,0 0-3-16,0 0-9 15,0 0-4-15,-105 103 4 16,102-93-8-16,3-5-16 16,0-3 5-16,13-2-2 15,9 0 8-15,3 0 10 16,7 0-7-16,4 0 6 15,0 0-6-15,1 0 5 16,3 4-3-16,-6 2-2 16,-1 2 10-16,-5 1-6 15,-9-1-2-15,-6-2-5 16,-6 0-3-16,-7-1-1 16,0 6 28-16,-11 1 21 0,-10 1-30 15,-3 4-16 1,-2 0 2-16,0-3-4 0,4-3 3 15,1-3-1 1,4-5-7-16,2 3-15 0,4-6-15 16,3 0-33-16,-1 0-68 15,7-7-137-15</inkml:trace>
  <inkml:trace contextRef="#ctx0" brushRef="#br0" timeOffset="38371.19">9413 16411 507 0,'0'0'28'15,"0"0"5"-15,0 0-1 16,-116-75 7-16,84 57-11 15,-1 1-20-15,-1 3 0 16,-3 3-6-16,-2 5-2 16,-1 0-2-16,-1 6 3 15,-5 0 4-15,0 0-1 16,-2 12-8-16,0 11 3 16,-5 7 1-16,-5 2-6 15,0 6 12-15,3 3-9 16,-1 0 5-16,5 0-5 15,4 1 0-15,2-1 2 16,-1 2-7-16,4-4 6 16,-2 1 9-16,1-2-7 0,5-3-3 15,-4-2 7 1,4 0-2-16,-3 0 2 0,3-2-4 16,-4 7 5-16,4-1 4 15,-1 8 0-15,3-1 7 16,4 3-11-16,1 4 10 15,3-6-5-15,7-1 1 16,-1 4 3-16,7-8-11 16,2-1 10-16,4 0 0 15,1-5-8-15,4 3 4 16,0-1-6-16,4-3 7 16,0-1 3-16,0-3-4 15,0-2-7-15,2-1-3 16,6-7 2-16,5 0 2 15,0-2-5-15,2 1 2 16,0 0-1-16,2-4 2 16,3 4 1-16,4-3-4 15,-2 1 5-15,2 0-4 16,4-7 3-16,5 1-2 16,-3-2-2-16,4-7 4 15,0 4 3-15,4-5-7 16,-2 0 5-16,1 0-5 15,-1 0 4-15,5 0-1 16,-2-10-5-16,2 4 12 16,-1-2-4-16,4-1-6 15,-4 0 6-15,3 1-8 16,-6-1 9-16,2-2-4 16,-7 0-7-16,0-1 9 0,-2-1-4 15,-2-4 2 1,0 4 2-16,-2-4-5 0,-1-1 3 15,1 1 0-15,0-2 0 16,0-1 1-16,0 3-6 16,0-3 7-16,-1 3-3 15,1-1-2-15,0 0 4 16,0-2-6-16,2-2 0 16,0 0 5-16,0-2-5 15,5-2 4-15,-3 0-8 16,2 1 4-16,0 1-2 15,-4 1-6-15,-2 4 3 16,-3-3 4-16,1 5 3 16,-6-2 3-16,1 1-11 15,2-3 12-15,-3 2-2 16,1-4-4-16,0 1-1 16,3-1 4-16,-3 2-5 15,1-1-2-15,-2 3 0 16,-2 3 7-16,-3-1 1 15,-2 3-2-15,1 1 7 16,-3-3-12-16,-2 3 9 16,1-4-3-16,-3-1 4 15,-1 0 2-15,0-1-7 16,0 0 5-16,3 0-2 16,-5 0-2-16,3-5 3 15,-1 1-4-15,0-3 3 16,0 1 0-16,-2-4-2 15,2 4 2-15,-4 2-6 16,0-1 8-16,0 2-1 16,0-1-4-16,0 1 4 15,0-3-3-15,-4 3 3 0,-6-3-2 16,-1 0-4 0,-6 2 6-16,2-2-1 0,-3-1-2 15,-1 1 1-15,-2 0-6 16,-1 1 7-16,-2 2-1 15,3 3-7-15,-3 2 7 16,3-1-1-16,-1 4-1 16,1 2 1-16,-3 3-2 15,0 3 4-15,-4 4 0 16,0 0 0-16,-2 2 1 16,0 0-2-16,0 0 4 15,-3 0-1-15,3 10-6 16,-2-1 7-16,2 1-7 15,7 2 7-15,-1-1-2 16,2 6-5-16,2 3 3 16,0 7-3-16,-6 3-41 15,-7 4-74-15,-1 3-164 16</inkml:trace>
  <inkml:trace contextRef="#ctx0" brushRef="#br0" timeOffset="52221.89">17376 8716 398 0,'-6'-4'46'0,"1"-1"-14"15,1 2 8-15,-2 0-15 16,1 1 5-16,1-1-12 15,2 0 0-15,2 3-1 16,-2-2 2-16,2-1 1 16,-3 3 3-16,1-1 2 15,2 1 1-15,-4 0-7 16,4 0-4-16,-2 0-5 16,0 0 7-16,0 0 0 15,2 0-16-15,0 0 0 16,0 0-1-16,0 6-5 15,0 13 8-15,0 7 13 16,0 8 1-16,0 4-9 16,6-1-1-16,0 2 5 15,-1-4-7-15,1-2 1 16,1 0 2-16,-3-8-8 16,0-2 3-16,1-2-3 15,-3-8 1-15,0-1 3 16,2-4-8-16,0 0-6 15,1-1-32-15,-3-1-17 16,0-2-23-16,0-2-33 16,-2-2-64-16</inkml:trace>
  <inkml:trace contextRef="#ctx0" brushRef="#br0" timeOffset="52688.03">17522 8751 451 0,'0'0'26'16,"0"0"-4"-16,0 0-4 15,0 0-3-15,-19 107 2 16,21-91-1-16,15-4-5 16,-2-6-10-16,7-6 2 15,0 0 2-15,4 0 6 16,-4-4-3-16,4-10 7 16,0-5-7-16,-2 0-9 15,0-1 8-15,-5-3-2 16,-1 2-9-16,-10-1 3 15,0-2 8-15,-8 2-4 16,0-1 3-16,0 1-2 16,-12 1 11-16,-6 2-7 15,-1 3 12-15,-2 5-2 16,-1 5-13-16,1 6-2 16,1 0-2-16,0 0-5 15,2 13 5-15,2 16-2 16,4 2-23-16,1 10-47 0,-2 2-77 15</inkml:trace>
  <inkml:trace contextRef="#ctx0" brushRef="#br0" timeOffset="53404.32">17579 9576 436 0,'0'0'-4'16,"0"0"8"-16,0 0 18 15,0 0 12-15,84 23-1 16,-46-3-7-16,9 5-16 16,5 5-3-16,6 1 1 15,0 1 30-15,1 3-6 16,-4-1-16-16,-1-2-4 15,-6-1-3-15,-4-6-3 16,-2-3-3-16,-6-3-5 16,-8-3 7-16,-7-9-4 15,-3 1-9-15,-10-4-22 16,-8-4-25-16,0 0 10 16,0 0 7-16,-10-12-140 15</inkml:trace>
  <inkml:trace contextRef="#ctx0" brushRef="#br0" timeOffset="53744.91">17836 9428 389 0,'0'0'0'0,"0"0"9"0,0 0 13 16,136 46 25-16,-85-13 8 15,8 0-13-15,3 3-4 16,-2 4-11-16,7-2-13 16,-3-3 3-16,4-2 0 15,-9-6 3-15,-3-1-15 16,-4-5-3-16,-11-2-2 15,-5-5 1-15,-10-3 1 16,-6-1-1-16,-10-3-9 16,-6-5-40-16,-4-2-29 15,0 0 1-15,-25 0-100 16</inkml:trace>
  <inkml:trace contextRef="#ctx0" brushRef="#br0" timeOffset="54052.84">18213 9395 262 0,'0'0'24'0,"0"0"30"16,118 72 49-16,-66-30-53 15,2 6 1-15,-1 2-2 16,-1-1-17-16,0-2-10 16,-1-8-10-16,-3-5-4 0,-3-6 0 15,-2-6-7 1,-6-5 4-16,-7-6-4 0,-8-2-7 16,-6-7-13-16,-6-2-42 15,-10 0-41-15,0 0-2 16,-10-16-100-16</inkml:trace>
  <inkml:trace contextRef="#ctx0" brushRef="#br0" timeOffset="54345.45">18530 9358 366 0,'0'0'81'16,"96"105"-10"-16,-40-42 0 15,7-1-34-15,-1-6-16 16,1-7 1-16,1-6-5 16,-2-7-7-16,-5-4 2 15,-6-10-4-15,-10-2-6 16,-11-7 3-16,-13-7-12 15,-13-2-22-15,-4-4-25 16,0-6 15-16,-32-17-108 16,-11-11-225-16</inkml:trace>
  <inkml:trace contextRef="#ctx0" brushRef="#br0" timeOffset="54582.04">18892 9287 337 0,'0'0'63'0,"115"96"18"16,-51-40-32-16,-3 1-14 16,1-7-4-16,-2-9-3 15,-6-2-3-15,-4-7-27 16,-9-7 8-16,-9-7-5 15,-12-2-41-15,-14-15-52 16,-6-1-191-16</inkml:trace>
  <inkml:trace contextRef="#ctx0" brushRef="#br0" timeOffset="54811.91">19471 9463 368 0,'0'0'66'16,"0"0"-10"-16,0 0-22 16,141 91-20-16,-115-76-2 15,-5-8-12-15,-10-1 2 16,-11-1-51-16,0-5-110 15,-9 0-185-15</inkml:trace>
  <inkml:trace contextRef="#ctx0" brushRef="#br0" timeOffset="55088.27">19614 9237 381 0,'0'0'74'15,"0"0"-5"-15,0 0-25 16,151 113-13-16,-107-87-4 16,0-5-8-16,1-4-8 15,-3-3-10-15,-2-4 1 16,-8-5-21-16,-6-1-31 15,-14-4-62-15,-7 0-51 16</inkml:trace>
  <inkml:trace contextRef="#ctx0" brushRef="#br0" timeOffset="56954.02">4316 17447 478 0,'0'0'4'0,"0"0"12"0,-55 32 7 16,37-12-15-16,-6 5 9 16,4 2 15-16,1-4-13 15,6-1-9-15,2-7 0 16,7-3-7-16,4-6 3 15,0-1-12-15,0-5 0 16,9 3 6-16,8-3-11 16,6 0 13-16,3 0 2 15,6 0 1-15,3 0 2 16,2 0-3-16,2 0 15 16,-1 7 1-16,3 5-15 15,-6 1-2-15,-8 1 7 16,-3 4-3-16,-11-5 3 15,-6 2-8-15,-7 1 9 16,0 0 8-16,0-1 13 16,-7 1-15-16,-10 1-9 15,-5-3 0-15,-1-3-4 16,-1-3-2-16,-2-1 1 16,2-2-1-16,-2-3-3 15,1-2-13-15,1 0-18 16,3 0-23-16,2-8-23 15,1-11-98-15,3-9-273 16</inkml:trace>
  <inkml:trace contextRef="#ctx0" brushRef="#br0" timeOffset="57389.04">4326 17318 544 0,'0'0'33'16,"0"0"-34"-16,0 0-9 16,0 0 21-16,82 133 8 15,-52-79 0-15,-2 5-7 16,-2-2-7-16,-4-9-2 16,-3-7 2-16,-8-10-5 15,-2-10 2-15,-5-9-2 16,0-7 1-16,-4-5 2 15,2 0-5-15,-2 0 1 16,0-6-7-16,2-15 2 16,0-5 20-16,2-8-12 15,1-4 7-15,2 1-3 16,1 1-4-16,2 6 6 16,2 8-7-16,0 7 4 15,6 7 2-15,-1 7-4 16,2 1-2-16,1 0-6 15,1 0 8-15,-1 4 0 16,1 4-6-16,-4 4-6 16,1-7-35-16,-4-3-27 15,2-2-13-15,-4 0-22 16,-1-10-8-16,0-11-49 16</inkml:trace>
  <inkml:trace contextRef="#ctx0" brushRef="#br0" timeOffset="57953.71">4877 17422 135 0,'0'0'86'0,"0"0"-7"15,0 0 23-15,0 0-12 16,0 0-27-16,0-28-31 0,0 50-21 16,0 3 3-16,0 4 3 15,7 0-1-15,8-4-4 16,2-1-11-16,2-11 4 16,3-4-2-16,2-9-5 15,-3 0 8-15,-2 0-5 16,1-8 12-16,-5-9 7 15,-2-2-11-15,-5 2 1 16,-5-5-4-16,-3 5 2 16,0-1 4-16,0 3-12 15,-5-2 3-15,-8 1-4 16,0 0-1-16,3 5 3 16,-1 3-4-16,6 2 3 15,5 1 1-15,0 1-8 16,0 0-13-16,14-2 21 15,7 2 2-15,5-2 0 16,2 5-4-16,2 1 3 16,0 0-2-16,0 0 4 15,0 1 3-15,-2 11-10 16,0 4 6-16,-7-1 1 16,-5-1-1-16,-4-5-4 15,-2-3-8-15,-6 0 8 16,-2-6 1-16,-2 0 0 15,0 0 11-15,0 0 7 16,0 0 0-16,-2-2-17 16,-7-8-4-16,2-2 3 15,1 5-4-15,4-3 1 0,2 2 6 16,0 7-9-16,0-3 4 16,2 4-2-16,11 0-11 15,4 0-16-15,1 0-27 16,1 0-32-16,-2 0-27 15,0-2-204 1</inkml:trace>
  <inkml:trace contextRef="#ctx0" brushRef="#br0" timeOffset="58219.71">5480 16906 570 0,'0'0'55'0,"0"0"-21"16,0 0-35-16,0 0-1 16,10 50 41-16,12-13-6 15,6 6-17-15,2 4-12 16,5-3 1-16,-3-5-1 16,-2-6-4-16,-4-8 1 15,-7-7-12-15,-8-5-7 16,-5-3-15-16,-6-5 0 15,0 1-21-15,0-2-4 16,-19 0-52-16,-4-2-39 16,-3-2 15-16</inkml:trace>
  <inkml:trace contextRef="#ctx0" brushRef="#br0" timeOffset="58671.01">5542 17262 272 0,'0'0'72'15,"0"0"-60"-15,0 0-7 16,0 0-5-16,63-98 3 0,-29 69 0 15,0-2-3 1,8 2 2-16,-6 0-3 0,-2 6 2 16,-6 5-1-16,-7 5-4 15,-7 7-1-15,-8 1 5 16,-6 5-5-16,0 0 82 16,0 0-1-16,-8 17-47 15,-8-3-6-15,2 8 16 16,-4-2-11-16,7-3-8 15,3 0 0-15,8-5-6 16,0-4-10-16,0-4-12 16,4-4 0-16,15 0 6 15,9 0 8-15,2-12 9 16,7 3 15-16,0-1-15 16,6 4-7-16,-3 6 1 15,2 0-8-15,-2 0 2 16,-3 10-3-16,-5 5 4 15,-4 7 1-15,-10-3-3 16,-12 2 1-16,-4 3-2 16,-2-1-1-16,0-2 20 15,-15 3-17-15,-4-4 0 16,-5-1 1-16,0-1-12 16,1-6-25-16,1-2-18 15,2-10-26-15,6 0-62 16,2-10-108-16</inkml:trace>
  <inkml:trace contextRef="#ctx0" brushRef="#br0" timeOffset="59670.34">6489 16671 490 0,'0'0'45'16,"0"0"-15"-16,0 0 8 15,0 0-17-15,-140-23 1 16,99 18-9-16,-4 4-3 16,-2 1-6-16,-9 0-1 15,-7 0-5-15,-1 0 5 16,-5 0-3-16,2 0 0 15,-6 4 1-15,0 4-3 16,-3 0 0-16,1 6 3 16,-3 0-2-16,-1 1 0 15,-1 7-1-15,-2 3 0 16,3 4 1-16,3 6 1 16,6 1-5-16,3 5 11 15,5 0-7-15,4-2 7 16,3-1-10-16,9-3 11 15,2 0 8-15,4 2 3 16,3-1-10-16,3 5-3 16,-1 4 5-16,7-1-2 15,0 5 4-15,4-3-5 16,5 2-3-16,2-5 4 16,4 1 0-16,2-3-1 15,3-3 6-15,6 0-3 16,0-2-3-16,2-2-1 0,0 0-5 15,4-2 4 1,13-4-1-16,8 0-3 0,6 0 2 16,3-2-9-16,10-1 8 15,2-2 0-15,8 0 1 16,3-2 1-16,7-3-3 16,-2-1 2-16,7-3-2 15,-5-5-1-15,8-3 0 16,-1-6-3-16,2 0 4 15,2 0 0-15,5-17 1 16,2-7-1-16,0-2-1 16,-1-6 1-16,3-3-2 15,2-3 1-15,1 0-3 16,-4-4 5-16,3 6-3 16,-2-1-4-16,-5 1 0 15,-1 1-5-15,-7-3 9 16,-5 3-3-16,-7 0 6 15,-5-7-1-15,-10 4-4 16,-6-1 6-16,-8 0-7 16,-9 1 10-16,-4-3-6 15,-10 3 3-15,-7-5-2 16,0 2-2-16,0-2 9 16,-20-1-6-16,-7 1-1 15,-8-4-2-15,-4 3-1 16,-6 0 5-16,0 3-1 15,0 6-5-15,-5 2 3 16,5 8 1-16,4 6-4 16,2 7 4-16,7 6-6 0,4 5 6 15,9 1-2-15,6 0-3 16,4 15-14-16,9 8-41 16,0 10-14-16,0 8-43 15,0 7-156-15</inkml:trace>
  <inkml:trace contextRef="#ctx0" brushRef="#br0" timeOffset="60287.56">6706 17151 521 0,'0'0'48'16,"0"0"7"-16,0 0-29 16,-39-18 10-16,33 14-2 15,4 4-6-15,2 0-18 16,0-2-7-16,0 2-6 0,0 0 1 15,2 0 2-15,15 0-3 16,5 12 9-16,8 0-4 16,7 1-2-16,1-1 2 15,10-1-2-15,5-3 11 16,5-4 2-16,5-2-2 16,7-2 13-16,6 0-14 15,-1-9-2-15,1-11-2 16,-3-1-5-16,-3-1 5 15,-6 1-6-15,-9 4 3 16,-7 1 1-16,-16 3-7 16,-8 3-3-16,-10 4-23 15,-7 0 1-15,-7 6 13 16,0-2 10-16,0-2-9 16,-19 0-80-16,-7-3-83 15,-6 1-114-15</inkml:trace>
  <inkml:trace contextRef="#ctx0" brushRef="#br0" timeOffset="60734.89">7403 16924 471 0,'0'0'27'15,"0"0"-26"-15,0 0 25 0,0 0 17 16,0 0 8 0,48-1-9-16,-16 1-19 0,2 0-2 15,5 0-4-15,4 1 14 16,-4 5-16-16,1 4 1 16,-2-2 0-16,-4 3-8 15,-6 3 0-15,-5 0-4 16,-5 4-1-16,-8 0 0 15,-8 5-2-15,-2 2 3 16,0 1 11-16,-19 0-10 16,-9 5 11-16,-6 1 2 15,-3-6-2-15,-2 2-6 16,1-3-8-16,1-3 8 16,5-4 7-16,4-2-5 15,8-8-4-15,4-3-6 16,8-1 5-16,0-4-4 15,6 2-6-15,2-2-4 16,0 4-42-16,0-2-36 16,0 2-30-16,0 0-25 15,2 0-73-15</inkml:trace>
  <inkml:trace contextRef="#ctx0" brushRef="#br0" timeOffset="106870.32">30008 8735 363 0,'-4'-3'35'15,"0"-3"19"-15,-1 5 4 16,3 0-8-16,-2-2-18 15,4 1 2-15,-2 1-28 16,2 1-2-16,-2 0 7 16,2 0 0-16,-2 0 5 15,2 0-15-15,0 0-3 16,-3 0 0-16,-1 1-8 16,-3 21 11-16,-3 9 7 15,-3 13-9-15,-4 18 13 16,-3 14-7-16,1 11 6 15,-2 8-2-15,-5 4-7 16,0-2 17-16,4-7-19 16,3-12 11-16,3-13-1 15,4-9-6-15,6-15 6 16,2-10-11-16,2-7 0 16,-2-5 5-16,2-8-6 15,0-1 6-15,2-2-6 16,-2-4-2-16,0-2 12 15,0-1-15-15,2-1-4 16,-2 0-7-16,2 0-21 16,0-3-8-16,0-15-92 15,0-7-14-15,0-6-115 16</inkml:trace>
  <inkml:trace contextRef="#ctx0" brushRef="#br0" timeOffset="108955.83">30522 8328 531 0,'0'-7'48'0,"0"1"16"16,-4 2-20-16,0 0 4 16,0 2-7-16,0 2-17 15,-8 0-14-15,-2 10-16 16,-4 22 4-16,-4 15 17 16,-3 13-17-16,-3 15 4 15,0 11 3-15,0 5-10 16,0 2 19-16,0 0-16 15,2-4 4-15,0-7 2 16,5-3-5-16,-1-9 8 16,5-8-9-16,4-10-4 15,1-2 14-15,2-8-10 16,2-7 3-16,4-8-1 16,0-7-10-16,2-5 17 15,2-9-52-15,0-3-1 16,0-3-4-16,2-6-32 15,14-24 6-15,6-7-108 16</inkml:trace>
  <inkml:trace contextRef="#ctx0" brushRef="#br0" timeOffset="109403.31">31047 8222 362 0,'0'0'14'0,"0"0"1"15,-52 100 27-15,32-47 1 16,-2 7 3-16,2 5 3 16,1 3-31-16,0 4-1 15,4 4 15-15,2-5 5 16,0 5 6-16,0-2-13 16,0-1-12-16,-3-4 8 15,6-5-19-15,-5-6 2 16,4-5 0-16,-1-3-10 15,5-10 14-15,-2-5-17 16,5-7 5-16,0-9 1 16,4-6-4-16,-2-5 4 15,2-4-24-15,0-4-32 16,0 0-20-16,8-9-21 16,12-19-18-16,4-12-122 15</inkml:trace>
  <inkml:trace contextRef="#ctx0" brushRef="#br0" timeOffset="109886.39">31743 7894 361 0,'0'0'23'16,"0"0"22"-16,0 0-12 16,-52 134 0-16,39-74 15 15,2 9-16-15,1 13-1 16,-1 7 23-16,2 5-18 15,-2-4 8-15,3-3-15 16,-3-5 3-16,2-3-7 16,-1-3-8-16,-4-1 6 15,2 1-10-15,-4-6-1 16,4-1-1-16,-2-7-7 16,2-7 2-16,1-11-6 15,5-10-4-15,1-8 16 16,1-11-18-16,0-3 7 15,2-10 0-15,2 0-10 16,-2-2 12-16,2 0-27 16,0-2-20-16,0-18 2 15,8-11-29-15,5-7-67 16,0-12-190-16</inkml:trace>
  <inkml:trace contextRef="#ctx0" brushRef="#br0" timeOffset="111220.32">30026 7461 524 0,'0'0'60'16,"0"0"6"-16,0 0-17 16,-3-12-1-16,1 10-6 15,0 1-18-15,2 1-6 16,0 0-19-16,0 0 2 16,0 0 8-16,0 0-8 15,0 11 0-15,2 22-2 16,13 9 13-16,5 12 8 15,2 7-14-15,-4 0 14 16,6 2-9-16,-4-6-14 16,-6-10 20-16,0-6-19 15,-6-6 11-15,1-4-3 16,-3-8-8-16,-2-6 10 16,1-3-10-16,-3-4 0 15,0-5 6-15,0-5-8 16,-2 0-5-16,0 0-25 15,0 0-27-15,2 0-13 16,1-5-38-16,-1-17-78 16</inkml:trace>
  <inkml:trace contextRef="#ctx0" brushRef="#br0" timeOffset="111602.4">30303 7367 577 0,'0'0'59'0,"0"0"-17"16,0 0-10-16,0 0-2 15,0 0-25-15,0 36 15 16,0 7 19-16,15 11-27 16,2 6 10-16,3-1-16 15,-3 2 13-15,0-7-3 16,2-4-10-16,-1-6 21 16,-6-6-19-16,2-5-6 15,-4-8 22-15,1-4-20 16,-6-8 4-16,-3-1-8 15,0-4-4-15,-2-4 15 16,0 0-35-16,0-1-40 16,0 0-41-16,-14-3-73 15</inkml:trace>
  <inkml:trace contextRef="#ctx0" brushRef="#br0" timeOffset="116726.3">30742 7099 343 0,'0'0'68'0,"0"-2"-20"16,0 2 8-16,0-2 5 15,0 0-14-15,0 2-8 16,0-2-23-16,0 0-2 16,-2 2 2-16,2 0 1 15,0 0 9-15,-2 0-20 16,-3 20 3-16,-1 10 12 15,-3 19-11-15,-2 17 13 16,-3 18-19-16,0 12 2 16,0 5 6-16,2 0 6 15,0-1 11-15,2-12-16 16,0-15 6-16,2-13 7 16,2-14-15-16,1-9 7 15,1-8-12-15,4-12-10 16,-3-4 16-16,3-8-18 15,0-5 6-15,0 0-2 16,0 0-24-16,3 0-41 16,8-4-43-16,-9-8-94 15</inkml:trace>
  <inkml:trace contextRef="#ctx0" brushRef="#br0" timeOffset="118154.4">30953 7300 506 0,'0'0'66'0,"0"0"-22"16,-22-19 12-16,18 13-3 16,2 3-9-16,-2 0 11 15,4 3-38-15,0 0-20 16,0 19-3-16,0 21 3 16,0 10 24-16,4 15-6 15,4 7-6-15,3-1 14 16,-2-3-9-16,1-8-1 15,0-11-4-15,-4-8-7 16,0-9 14-16,0-8-21 16,-2-6 6-16,0-10 2 15,-4-1-7-15,4-3 8 16,-4-2-40-16,0-2-28 0,0 0-30 16,0 0-69-1,0-5-206-15</inkml:trace>
  <inkml:trace contextRef="#ctx0" brushRef="#br0" timeOffset="118937.37">31155 7344 526 0,'0'0'44'15,"0"0"-10"-15,0 0 16 16,0 0-14-16,-15-115 0 15,21 92-20-15,10 1-16 16,6 1 18-16,-2 3-13 16,4 5 5-16,-4 1-4 15,1 3-4-15,1 5 9 16,-1 2-13-16,0 2 1 16,3 0 1-16,0 13-3 15,-4 16 10-15,-1 12-11 16,-8 12 1-16,-7 10 13 0,-4 9-9 15,0 4 2 1,-9-7 4-16,-8-4-3 0,-5-10 20 16,0-10-14-16,6-9 12 15,-4-6-8 1,3-7-12-16,0-5 12 0,0-5 2 16,-1 0-9-16,4-3 7 15,0-4-10-15,6-3 4 16,2 2-3-16,-1-4 0 15,5-1 22-15,2 0-20 16,0 0 5-16,0 0-3 16,0 0-9-16,0 0 14 15,0 0-22-15,0 0 1 16,0 0 8-16,5 0-2 16,11 0 9-16,12-12-10 15,11-2-3-15,13-10 16 16,10-3-14-16,9-4 6 15,3-4 0-15,-2 0-7 16,-1 0 26-16,-11 3-21 16,-6 5 2-16,-11 2 1 15,-11 5-6-15,-10 4 12 16,-10 5-15-16,-8 3 2 16,-4 2 8-16,0 6-10 15,-4 0-15-15,-20 6-46 16,-11 23-53-16,-10 7-8 15,-14 17-90-15</inkml:trace>
  <inkml:trace contextRef="#ctx0" brushRef="#br0" timeOffset="119469.4">29892 8681 533 0,'0'0'57'16,"0"0"-31"-16,0 0-17 16,0 0 15-16,31 6 23 15,1 13-9-15,15 7-10 16,13 10-7-16,18 3 16 15,12 5 11-15,13 2 11 16,4 1-22-16,1-3-16 16,-3-3 16-16,-5-4-28 15,-12-4-4-15,-8-4-1 16,-18-6-4-16,-12-3 12 16,-18-5-17-16,-11-4-2 15,-14-2-12-15,-7-2-29 0,-2-5 18 16,-26-2-10-1,-6 0-63-15,-10 0 4 16,-3-23-76-16,-9-14-69 0</inkml:trace>
  <inkml:trace contextRef="#ctx0" brushRef="#br0" timeOffset="119735.77">30527 8582 522 0,'0'0'36'0,"0"0"-30"16,0 0 64-16,0 0-11 15,166 58-21-15,-95-17 19 16,11 4-12-16,5 8-13 16,3 1-11-16,-1-3-7 15,-7-7 7-15,-9-4-16 16,-11-9-6-16,-10-6 14 15,-16-8-16-15,-12-8 1 16,-13-3-36-16,-11-6-48 16,-2 0 28-16,-33-12-62 15,-15-14-174-15</inkml:trace>
  <inkml:trace contextRef="#ctx0" brushRef="#br0" timeOffset="119969.51">31271 8576 618 0,'0'0'104'15,"140"100"-38"1,-67-44-13-16,1-5-3 0,-8-1-12 16,-5-7-9-16,-7-4-23 15,-8-8-6-15,-9-6 8 16,-9-8-11-16,-15-1 1 15,-11-2-54-15,-2 0-51 16,-23 0-7-16,-34 2-188 16</inkml:trace>
  <inkml:trace contextRef="#ctx0" brushRef="#br0" timeOffset="122302.86">3123 16818 616 0,'0'0'47'15,"-14"-6"-13"-15,12 6-15 16,2-2 17-16,-3 2 0 16,1-2-15-16,2 0 5 15,0 2-26-15,0 0-1 0,0 0-4 16,0 0-8 0,13 6 13-16,9 15-6 0,6 4 16 15,6 6-1-15,2 4-9 16,5 3 8-16,3 4-10 15,2-2-1-15,6-1 12 16,0 1-11-16,5 1 4 16,-4-4 1-16,1-2-9 15,-5-1 19-15,2-2-13 16,-5-5 6-16,-1-4 3 16,1-4-6-16,-6-3 10 15,3-5-15-15,-2-1 5 16,0-2 5-16,-5-2-6 15,1-1 4-15,-2-3-5 16,-3 2-3-16,-7-2 12 16,-3-2-12-16,-4 0 4 15,-10 0 1-15,-6 0-10 16,-2 0 19-16,0 0-15 16,-6 0-5-16,-16 0-38 15,-10 4-42-15,-7 2-22 16,-8 0-108-16</inkml:trace>
  <inkml:trace contextRef="#ctx0" brushRef="#br0" timeOffset="122619.99">3795 17476 452 0,'0'0'8'0,"0"0"77"15,0 0-21-15,122 63-41 16,-76-48 17-16,1-5-13 16,1-4-5-16,-1-6-12 0,-4 0-8 15,-4 0 13-15,-11-6-16 16,-12-9 4-16,-4-4 4 16,-12-2-4-16,0-7 20 15,-2-2-18-15,-24-5-4 16,-11-6 8-16,-6-5-7 15,-8 1 4-15,-3 1-12 16,0 5-5-16,2 6-10 16,7 10-16-16,9 11-12 15,1 12-87-15,3 0-112 16</inkml:trace>
  <inkml:trace contextRef="#ctx0" brushRef="#br0" timeOffset="123128.21">1534 16323 304 0,'0'0'-67'16,"0"0"-56"-16</inkml:trace>
  <inkml:trace contextRef="#ctx0" brushRef="#br0" timeOffset="123736.17">1703 16440 633 0,'0'0'73'0,"0"0"-22"16,0 0-7-16,0 0-10 15,0 0-5-15,0 0-27 16,-73 70-3-16,73-33 1 15,3 7-2-15,16 5 6 16,6-3-5-16,3-5-4 16,2-10 11-16,1-6-8 0,1-8 1 15,-2-5-1-15,-2-11-9 16,-2-1 12-16,-2 0-5 16,-7-15 6-16,-2-6 1 15,-4-1-5-15,-7 1 11 16,-4-2-12-16,0 2 3 15,0 4 4-15,-7 0-3 16,1 4 2-16,-2 4-3 16,6 4-4-16,2 5 12 15,0 0-17-15,2 0-3 16,17 0-3-16,9 7 9 16,4 5 18-16,7-1-17 15,2-3 6-15,-3-4 1 16,-3-4-4-16,-3 0 7 15,-8 0-10-15,-6 0 4 16,-8-12 8-16,-4-1-3 16,-6-4 2-16,0-7 0 15,0 0-6-15,-6-3 16 16,-16 0-12-16,-10-4 10 16,-2 0-1-16,-5 3-15 15,3 2 8-15,-2 5-15 16,9 5 8-16,7 7-1 15,7 6-2-15,9 3-1 16,3 0-8-16,3 14-61 16,0 9-4-16,9 7 4 15,11 0-194-15</inkml:trace>
  <inkml:trace contextRef="#ctx0" brushRef="#br0" timeOffset="124124.02">2304 16243 570 0,'0'0'49'15,"0"0"4"-15,0 0-24 16,0 0-22-16,0 0-9 16,-48 86 15-16,48-53-13 15,7-2 1-15,6-1 1 16,2-13-6-16,0-5 8 15,0-12-13-15,-2 0-9 16,0-4 21-16,0-18 7 16,0-3 9-16,-3-2-3 15,-3 1-6-15,-2 1 17 16,-5 1-12-16,0 6 3 16,0 1-5-16,0 5-12 15,0 7 11-15,0 2-16 16,6 3-2-16,4 0-10 15,6 12 7-15,0 8 13 16,4 1-3-16,2 2-21 16,-7-1-26-16,-2-8-22 15,-5-5-38-15,-1-9-14 16,-5 0-43-16</inkml:trace>
  <inkml:trace contextRef="#ctx0" brushRef="#br0" timeOffset="124371.18">2431 15898 523 0,'0'0'77'0,"0"0"-30"16,0 0-42-16,0 0 7 16,0 0 50-16,56 89-41 15,-22-54-5-15,5 2-1 16,-3-4-14-16,4-7 10 15,-8-4-16-15,-4-8 8 16,-7-5-1-16,-6-1-4 16,-6-5-37-16,-7-3-35 15,-2 0-63-15,-2 0-116 16</inkml:trace>
  <inkml:trace contextRef="#ctx0" brushRef="#br0" timeOffset="124569.4">2511 16241 494 0,'0'0'11'16,"0"0"16"-16,0 0-10 16,95-105-16-16,-57 68 2 15,5-1-4-15,2-1-69 16,2-2-52-16,1 1-125 15</inkml:trace>
  <inkml:trace contextRef="#ctx0" brushRef="#br0" timeOffset="124819.19">2978 15736 518 0,'0'0'68'0,"0"0"-11"15,0 0-15-15,0 0 2 16,0 0-16-16,0 0 5 15,-115 68-21-15,115-36-5 16,0 6 0-16,0 0-6 16,11 0 2-16,13-7-1 15,4-4-8-15,0-8 14 16,4-9-11-16,-2-8 3 16,-2-2-8-16,-4 0-26 15,-7-23 3-15,-2-4-30 16,-4-4-43-16,-7-2-115 15</inkml:trace>
  <inkml:trace contextRef="#ctx0" brushRef="#br0" timeOffset="125152.79">2978 15736 478 0,'-10'-63'28'15,"10"63"-27"-15,20 12 25 16,8 9 34-16,4 6-26 15,5 5-20-15,-1-4-1 16,-4-3-10-16,-4-3 1 16,-6-7-6-16,-6-5-1 15,-6-7 7-15,-4-3-10 16,-6 0 4-16,0 0-1 16,0-9 12-16,0-10 4 15,0-6-8-15,0-9 17 16,0 4 5-16,0-1-5 0,0 4 2 15,0 3-20-15,5 7-3 16,14 11 4 0,5 6-8-16,1 0 3 0,5 6-3 15,3 14 0-15,-3 3 15 16,0 0-20-16,-6-2-68 16,-9-4-83-16,-8-2-243 15</inkml:trace>
  <inkml:trace contextRef="#ctx0" brushRef="#br0" timeOffset="126486">3648 15230 574 0,'0'0'61'0,"0"0"8"16,0 0-30-16,0 0-6 15,0 0 11-15,-68-64-18 16,39 53-7-16,-7-1-12 16,-7 1-13-16,-6-1 16 15,-10 2-18-15,-1 0 5 16,-6 3 1-16,3 2-3 15,-5 5 9-15,3 0-11 16,-1 0 0-16,1 16 3 16,-4 12-2-16,2 4 10 0,-2 3-12 15,3 7 7 1,-1 3 12-16,2 2-16 16,-4 1 3-16,5 0-3 0,-1 5 3 15,3-1 12-15,2 1-13 16,-3 0 3-16,9-2-2 15,1-1 1-15,3-4 8 16,3 3-9-16,0-2 0 16,1 3 6-16,5-2-5 15,3 4 4-15,4 1-5 16,4-3-1-16,4 0 20 16,4-3-16-16,3-3 2 15,1 3 2-15,6-3-4 16,0 3 14-16,2-3-17 15,4 1 5-15,4-4 0 16,2-5-3-16,0 1 8 16,0-4-12-16,0-4 2 15,6 0 14-15,6 0-15 16,2-2 5-16,0 2 2 16,6-1-7-16,-1-3 17 15,5 2-16-15,4-3 5 16,4-5 6-16,7 0-6 15,4-4 19-15,6-1-18 16,7-9-1-16,5-1 6 16,1-4-9-16,2 0 3 15,1 0-2-15,-1-12-7 16,-1-5 18-16,-1-4-12 16,0-2 3-16,2-2-2 0,0-3-5 15,-1 2 16-15,1-3-15 16,1-3 1-1,-1 4 6-15,-2-6-6 0,1 0 10 16,-1-1-12-16,-4-2 1 16,0 0 8-16,1-1-6 15,-6-1 5-15,3 0-7 16,-4 4-2-16,-2 1 15 16,-3 0-14-16,0 2 4 15,-6-3 1-15,-1 3-6 16,0 0 15-16,-4-6-17 15,-3 6 6-15,-3-2 4 16,0-3-4-16,-2 2 8 16,-3 2-12-16,-1 0 1 15,-2-2 10-15,-1 4-7 16,-2-2 4-16,-1-2-6 16,-4 4 0-16,-2-3 16 15,-4-1-18-15,-2 0 7 16,1 2 0-16,-7-2-4 15,0 1 12-15,0 0-16 16,0 4 5-16,-11-1 5 16,-3-3-4-16,-4-1 2 15,-2 4-2-15,1-4-7 16,0 6 18-16,-3 0-16 16,3 7 4-16,2 1 1 15,-2 7-5-15,-1 2 19 16,-2 5-19-16,1-1 15 15,-5-1-2-15,0 8-8 16,-6-5 18-16,-2 6-18 16,-8 0-4-16,-2 0 8 15,-6 0-10-15,-1 16 13 0,-3-1-9 16,-2 7-3-16,4-3 16 16,3 2-17-16,3-3 8 15,8 0-1-15,5-2-8 16,7-4 17-16,10-5-14 15,4 5 1-15,6 1-7 16,6 7-54-16,0 3-11 16,0 4-69-16,2 2-176 15</inkml:trace>
  <inkml:trace contextRef="#ctx0" brushRef="#br0" timeOffset="134618.2">27254 7506 367 0,'0'-7'39'0,"0"0"-5"15,0 1 18-15,0 1 14 16,0 1-1-16,0-1-22 15,0 4-22-15,0-1 6 16,0 2-11-16,0 0 1 16,0 0-3-16,0 0-4 15,0 0 10-15,0 0-10 16,0 0 7-16,0 0-6 16,-6 13-14-16,-5 18 11 15,-4 10-5-15,-1 11 0 16,-2 12 10-16,-2 8-11 15,-2 4 6-15,-3 0 1 16,-1 4-8-16,-2-3 14 16,2-2-14-16,2-7 4 0,3-9 2 15,6-7-9 1,4-11 10-16,5-11-13 0,3-7 3 16,3-6 3-16,0-8-4 15,0-8 2-15,0-1-9 16,12 0-26-16,2-7 18 15,6-15-27-15,2-10 9 16,3-5-21-16,1-5-32 16,2-6-29-16,0-5-94 15</inkml:trace>
  <inkml:trace contextRef="#ctx0" brushRef="#br0" timeOffset="135035.65">27891 7118 452 0,'0'0'24'16,"0"0"-4"-16,0 0 25 16,0 0-11-16,-88 107-4 15,62-46 1-15,2 14-15 16,-4 11 0-16,0 9-11 16,-2 4 37-16,0 2-3 15,-2-5-10-15,1-5 3 16,1-3-6-16,5-11-15 0,3-11 5 15,7-15-15-15,4-9 3 16,3-13-3-16,6-10-8 16,2-9 14-16,0-6-29 15,0-4-23-15,0 0-8 16,0-8-8-16,8-19 36 16,9-8-91-16,5-11-52 15,4-9-158-15</inkml:trace>
  <inkml:trace contextRef="#ctx0" brushRef="#br0" timeOffset="135451.44">28259 7079 367 0,'0'0'36'0,"0"0"-22"16,-39 103 23-16,20-47 4 16,-1 10-4-16,-1 6 2 15,0 5 13-15,-5 8-8 16,2 5-13-16,-4-1-13 15,0 0 14-15,-2-4-19 16,0-2 4-16,1-6-4 16,1-6-9-16,3-7 12 15,2-9-15-15,3-8 0 16,3-11 1-16,6-9-3 0,2-9 8 16,5-11-14-1,4-2-19-15,0-5-34 0,2-12-29 16,18-19 47-16,5-14-76 15,7-15-82-15</inkml:trace>
  <inkml:trace contextRef="#ctx0" brushRef="#br0" timeOffset="135819.2">28730 7089 429 0,'0'0'14'0,"0"0"18"15,-54 108-1-15,30-42 2 16,-1 18-2-16,-1 12 24 15,-2 10 11-15,-2 5-24 16,-2 4 1-16,-2-4-4 16,-1-8-12-16,-2-10 13 15,7-9-24-15,2-11 6 16,7-19-3-16,3-11-15 16,10-11 9-16,4-12-16 15,4-8 0-15,0-8-11 16,0-4-55-16,19-4-39 0,0-21-80 15</inkml:trace>
  <inkml:trace contextRef="#ctx0" brushRef="#br0" timeOffset="139824.01">25225 7688 421 0,'-4'-5'58'15,"0"4"-7"-15,2-3 15 16,-2 0-16-16,-2-2-19 15,2 2 11-15,-2 3-15 16,0-4-5-16,2 1-5 16,-1 1 10-16,0 3 0 15,1-2-13-15,2 0 1 16,-2 2 11-16,2-2-10 16,0 2 1-16,0 0-2 15,-3 0-12-15,1 0 18 16,-1 0-10-16,1 0 1 15,0-2 0-15,2 0-6 0,0 2 11 16,2 0-19-16,-2 0 2 16,2 0 3-16,0-2-4 15,-3 2 4-15,3 0-8 16,0 0-17-16,0-3 0 16,-2 2-25-16,2 1-3 15,0 0-13-15,0 0-15 16,0 0 28-16,5 0-49 15,1 0-20-15,2 0-40 16</inkml:trace>
  <inkml:trace contextRef="#ctx0" brushRef="#br0" timeOffset="140247.21">25131 7554 326 0,'0'0'50'0,"0"0"-6"0,0 0 2 15,0 0 10 1,0 0-2-16,-7-5-18 0,7 3 5 16,-2-1-14-1,2 1 6-15,-4 1-1 0,4-2-24 16,-2 1 4-16,-1 1-16 15,1 1 4-15,2 0-7 16,0-3-26-16,0 3-1 16,0 0-33-16,0 0-41 15,0 0-27-15,-2 0-88 16</inkml:trace>
  <inkml:trace contextRef="#ctx0" brushRef="#br0" timeOffset="140394.7">25131 7554 530 0</inkml:trace>
  <inkml:trace contextRef="#ctx0" brushRef="#br0" timeOffset="140569.54">25131 7554 530 0,'-67'57'35'0,"67"-58"7"0,0-3-5 0,0 4-5 0,0 0-24 0,12 12-10 16,8 15 25-16,2 4-17 16,1 10-4-16,-1-3 3 15,2 1-4-15,-6-2 3 16,0-5-1-16,-5-4-6 16,0-8 12-16,-5-2-10 15,1-8 2-15,-7-2-3 16,5-4-29-16,-3-2-27 0,2-2-64 15,-1 0-71-15</inkml:trace>
  <inkml:trace contextRef="#ctx0" brushRef="#br0" timeOffset="141118.63">25298 7547 499 0,'0'0'42'0,"0"0"-27"15,0 0 14-15,0 0 6 16,0 0 0-16,58-105-16 16,-40 99-5-16,4 6-10 15,-4 0-6-15,2 11 9 16,-1 17-6-16,-6 4 1 15,-4 5 5-15,-7 5-12 16,-2 0 14-16,0-7-10 16,0-6 1-16,-9-4 2 15,1-10-3-15,1-5 4 16,7-6-4-16,-2-4-2 16,2 0 10-16,0 0-13 15,0 0-1-15,5-16 24 16,12 3-4-16,0-3 11 15,2 3-18-15,1 3-1 16,-1 4 2-16,0 6-8 16,3 0 10-16,0 2-13 0,-1 21 2 15,-4 6 11-15,-2 4-4 16,-4 2 3-16,-9 0 1 16,-2-4 0-16,0-5 11 15,0-2-11-15,-9-6 4 16,-4-1-9-16,-1-5-7 15,5-5 12-15,-2-3-12 16,5 0 0-16,0-2-37 16,1 0-50-16,0-2-53 15,1 0-145-15</inkml:trace>
  <inkml:trace contextRef="#ctx0" brushRef="#br0" timeOffset="145334.81">25796 7122 535 0,'-12'-9'52'0,"0"3"-1"15,4 2-6-15,-6 0-12 16,6 0 22-16,-1 2-20 16,2 0-11-16,3 2-6 15,2 0-1-15,2 0 12 16,0 0-21-16,-2 0-2 15,0 0 3-15,0 0-10 16,-2 14 2-16,1 7 2 16,3 8-3-16,-2 8 9 15,2 6-13-15,0 7 9 16,0 7-1-16,5 9-5 16,7 7 12-16,4 3-11 15,0 2 7-15,2 1-2 16,1 0-5-16,0-11 20 15,-1-1-17-15,-3-12 0 16,-5-6 11-16,3-12-12 16,-6-7 3-16,-3-7-7 15,0-13-1-15,-4 1 12 16,0-7-13-16,0-2 6 16,0-2-1-16,0 0-7 15,0 0 13-15,0 0-35 16,0 0-16-16,0-5-32 0,0-7-38 15,0-4-21-15,0-6-170 16</inkml:trace>
  <inkml:trace contextRef="#ctx0" brushRef="#br0" timeOffset="145704.65">26015 7417 589 0,'0'0'61'0,"0"0"-10"16,0 0-32-16,0 0-5 15,0 0-1-15,-4 65 19 16,19-16-15-16,6 2-5 16,0 3 5-16,3-4 2 15,-2-8-7-15,-4-5-1 16,-2-6-11-16,-3-8 0 16,-2-7 3-16,-5-2-8 15,3-7 6-15,-2-3-58 16,-3-4-14-16,0 0-27 15,2-10-62-15,-3-12-274 16</inkml:trace>
  <inkml:trace contextRef="#ctx0" brushRef="#br0" timeOffset="146085.44">26441 7038 580 0,'0'0'48'16,"0"0"-35"-16,0 0-14 15,0 0 33-15,0 0 19 16,-35 150-23-16,16-84-13 16,2-1 16-16,-2-2-8 15,1-9 4-15,4-8-1 16,2-13-13-16,8-10 5 15,0-8-17-15,4-8-2 16,0-7-4-16,2 0 0 16,18-4 11-16,3-16 4 15,5-3-5-15,4-8 3 16,0 1-9-16,-2-4 4 16,-2 4-2-16,-2 0-6 15,-2 4 16-15,-4 5-32 16,-5 4-20-16,-3 8-24 15,-7-1-24-15,-5 7-22 16,0 3-81-16</inkml:trace>
  <inkml:trace contextRef="#ctx0" brushRef="#br0" timeOffset="146322.17">26471 7310 458 0,'0'0'83'16,"0"0"0"-16,0 0-16 0,0 0-5 15,0 0-10-15,-30 28-19 16,30 10-14-16,4 8 10 16,15 10 2-16,5 4 17 15,2-1-18-15,0-11-3 16,-2-7-18-16,-5-10 1 16,-2-8 6-16,-4-6-19 15,0-5 5-15,0-3-1 16,5-1-10-16,4 2-44 15,-4-7-125-15,-10-3-74 16</inkml:trace>
  <inkml:trace contextRef="#ctx0" brushRef="#br0" timeOffset="149751.44">1867 15787 374 0,'0'0'39'0,"0"0"-1"0,0 0 23 16,0 0 2-16,0 0-2 15,0 0-4-15,0 0-23 16,0 0 0-16,0 0-16 16,0 0-2-16,0 4 1 15,0 4-11-15,-5 2 6 16,-1-3 4-16,2 0 13 15,-2-3 10-15,-1-2-16 16,-2-2 2-16,-1 0-11 16,-1 0-7-16,-2 0 3 15,0 0-12-15,0 0 3 16,-2-6 4-16,1-6-7 16,-6-6 12-16,0-2-9 15,-6-8 0-15,-6-7 4 16,-4-3-3-16,-3-7 5 15,-4-2-4-15,0-3-4 16,2 2 9-16,-2-2 6 16,2-3-9-16,1 1-5 15,0-4-5-15,-3 0 14 16,-1-4-7-16,-2-1 13 16,-1 1-12-16,1-2-6 15,2-3 10-15,-2-1-8 16,3 0 4-16,2 0 1 15,2-3-6-15,1-5 9 16,2 2-3-16,1 0-7 16,3 2 11-16,2-6-10 0,4 4 2 15,0 7 3 1,4 3-10-16,5 7 21 0,0 9-18 16,2 9 5-16,2 4 0 15,2 10-4-15,3 9 9 16,3 3-14-16,1 6-11 15,-1 4-13-15,5 1-30 16,0 0-17-16,0 19-35 16,9 19 6-16,11 21-9 15,6 20-141-15</inkml:trace>
  <inkml:trace contextRef="#ctx0" brushRef="#br0" timeOffset="150129.57">2003 15646 252 0,'0'0'-3'15,"0"0"-27"-15,0 0-18 16,0 0-71-16</inkml:trace>
  <inkml:trace contextRef="#ctx0" brushRef="#br0" timeOffset="150502.13">1667 15873 425 0,'0'0'32'16,"0"0"-25"-16,0 0-1 15,0 0 12-15,0 0 20 16,0 0 11-16,92-5-10 15,-55 14-25-15,0 2 6 16,0-1-5-16,-1-4-12 16,-6-4 11-16,-2-2-5 15,-7 0 6-15,-1 0 4 16,-7-14-8-16,-4-7 19 16,-5-4-3-16,-4-6 9 15,0-3-12-15,0-6-7 16,-16-3 2-16,-7 1-7 15,-9-9-11-15,-5 4 1 16,0-2-9-16,-1 4-19 16,-1 3-6-16,0 3-22 0,4 8-32 15,-9 2-93-15</inkml:trace>
  <inkml:trace contextRef="#ctx0" brushRef="#br0" timeOffset="151918.93">1071 12740 492 0,'0'0'67'16,"0"0"-22"-16,0 0-19 15,0 0 3-15,-2-1 10 16,-11 1-21-16,-4 0-8 16,-5 11-1-16,0 7-10 15,-4 3 4-15,1 8-6 16,-5 10-6-16,0 3 15 16,-2 11-9-16,-2 9 3 15,-4 5 0-15,4 5-3 16,2 3 10-16,2 0-10 15,4-3 3-15,9-6 4 16,3-4-6-16,8-6 7 16,4-6-7-16,2-1-1 15,0-5 8-15,0-1-8 16,2 1 4-16,10-5-1 16,-2-3-3-16,0-4 12 15,6-5-14-15,3-3 4 16,7-7 0-16,6-5-4 0,6-5 9 15,10-3-9 1,6-4 5-16,4 0 7 16,3 0 4-16,-1-5-5 15,4-7-6-15,-3-2-2 0,3-3 11 16,-4-3-13-16,5-2 7 16,-1-6 0-16,3-2-5 15,2-10 13-15,2-4-12 16,2-4 8-16,0-3 3 15,1-5-3-15,-4 2 0 16,1 1-7-16,1-3-3 16,-6 0 6-16,-1-3 0 15,-5 2 3-15,-4-3-6 16,-7-4 0-16,-1 4 17 16,-8 0-14-16,1-2 13 15,-6 6-11-15,-3 0-4 16,-4 2 15-16,0-3-14 15,-3 2 6-15,-1-2 1 16,-2-1-6-16,-3 2 7 16,1-2-11-16,-8 2 0 15,4 1 7-15,-8 5-5 16,0 4 2-16,-2 3-3 16,-6 5-3-16,0 1 17 15,0 4-13-15,-6 4 0 16,-12 0 3-16,-8 0-8 15,-4 5 11-15,-7 3-10 16,-3 0 1-16,-6 8 3 16,-6 3-6-16,-1 4 6 15,-5 6-5-15,-7 0-4 16,-4 6 12-16,-4 17-9 16,-4 6 2-16,-5 9 3 15,2 6-6-15,1 6 5 0,1 1-2 16,3 8 0-16,3 5 3 15,4 0-5-15,1 5 9 16,5 3-8-16,6-2 2 16,2-3 7-16,7-4-5 15,6-5 2-15,6-12-7 16,5-3-19-16,7-7-15 16,7-7-23-16,6-6-13 15,6 2-52-15,2-1-143 16</inkml:trace>
  <inkml:trace contextRef="#ctx0" brushRef="#br0" timeOffset="153151.06">1198 13480 470 0,'0'0'56'15,"0"0"-19"-15,-28 7-25 16,20 14-5-16,3 1-3 15,-2 6 14-15,3 0-13 16,0 1-1-16,2-5 1 16,0-7-6-16,0-5 11 15,0-7-6-15,2-5-3 16,0 0 0-16,0 0-10 16,0-5 6-16,6-15 31 15,8-1-1-15,6-6 2 16,0-1-14-16,1 2-2 15,1-1-2-15,1 5-6 16,3 1 10-16,5 7-17 16,-3 5 1-16,2 7 2 15,-5 2-5-15,-1 0 7 16,-7 0-6-16,-6 11-3 16,-7 3 4-16,-4 3 8 15,0 5 11-15,0-3 2 16,-15 0-13-16,-4 3 10 0,-3 0-9 15,1-4-4-15,1 0-2 16,0-4-5-16,4-5 8 16,3-5-23-16,6-4-18 15,3 0-11-15,4-25-45 16,0-13-64-16,0-12-30 16</inkml:trace>
  <inkml:trace contextRef="#ctx0" brushRef="#br0" timeOffset="153516.07">1508 13182 354 0,'0'0'12'0,"0"0"16"16,0 0 2-16,14 120 15 15,-6-100-5-15,-2-5 0 16,4-8-23-16,2-5-9 15,4-2-9-15,2 0 7 16,1-3 18-16,0-18 3 16,1-1-7-16,-3-3-10 15,-4-3-6-15,-2 6 8 16,-9 0-5-16,-2 1 5 16,0 3 4-16,-11 5 6 15,-12 1-5-15,-6 6-8 16,-1 2-6-16,0 4 9 15,2 0-10-15,6 0-2 16,1 14-5-16,6 1 0 16,7 1 15-16,6 3-20 15,2-3-13-15,0-3-32 0,10-5-40 16,12-4-58-16,4-4-83 16</inkml:trace>
  <inkml:trace contextRef="#ctx0" brushRef="#br0" timeOffset="153785.5">1733 13009 466 0,'0'0'102'0,"0"0"-42"16,0 0 1-16,0 0-20 16,0 0-6-16,-42-9-16 15,42 9-14-15,0 11-4 16,4 6 1-16,16 5 1 15,0-3 0-15,6 1-5 16,0-6 12-16,0-7-15 16,0-3 4-16,0-4 1 15,-1 0-5-15,-1-4-1 16,2-13-26-16,-2-7-9 16,-5-5 3-16,-4-2-81 15,-8-3-71-15</inkml:trace>
  <inkml:trace contextRef="#ctx0" brushRef="#br0" timeOffset="154136.07">1820 12804 496 0,'0'0'49'16,"0"0"8"-16,0 0-42 16,0 0-18-16,0 0 38 15,0 0 4-15,78 68-27 16,-48-49-9-16,0-1-2 0,-7-6-3 15,-1-5 10 1,-7-1-18-16,-4-4 5 0,-5-2 15 16,-2 0-9-16,-2 0 23 15,-2-12 8-15,0-3-11 16,0-7 6-16,0 1-5 16,0 0 4-16,0 2-12 15,0 1-10-15,0 4 1 16,2 5-8-16,14 5 1 15,0 0-4-15,4 2-3 16,2 2 8-16,2 0-3 16,1 0-13-16,1 0-17 15,-4 0-37-15,-1 0 8 16,-4 0-73-16,-3-10-68 16</inkml:trace>
  <inkml:trace contextRef="#ctx0" brushRef="#br0" timeOffset="154526.7">2218 12503 488 0,'0'0'56'15,"0"0"16"-15,0 0-19 16,0 0-27-16,0 0 1 16,-45-16-31-16,45 35 3 15,0 4 7-15,0 1-6 16,6-1 4-16,7-8-5 15,2-5-3-15,4-2 9 16,5-6-15-16,4-2 9 16,0 0 3-16,4 0 3 0,1 0 6 15,-3-4-11 1,-4 2 2-16,-4 2 2 0,-6 0-1 16,-5 0 10-16,-6 0-5 15,-5 0 8-15,0 0 44 16,0 13 10-16,-14 8-37 15,-4-1-13-15,-6 7 0 16,0-2 4-16,-2-2-18 16,2 1 0-16,3-7-7 15,3-5-7-15,4-1 10 16,2-5-25-16,8-4-32 16,4-2-69-16,0 0-160 15</inkml:trace>
  <inkml:trace contextRef="#ctx0" brushRef="#br0" timeOffset="200536.18">25124 13387 596 0,'0'-8'37'0,"0"4"7"0,0-2-20 16,0 5 1-16,0-3 0 16,0-2-16-16,0 4-5 15,0-2-7-15,0 2 8 16,0-2 35-16,0 4-13 15,0 0-1-15,0-2-3 16,0 2-16-16,0 0 7 16,0 8-24-16,4 15 0 15,9 12 15-15,3 4 13 16,-2 5-1-16,0-1-16 16,-4-2-3-16,0-9 13 15,2 0-13-15,-2-9 3 16,-4 0 0-16,2-6-5 15,-4-5 16-15,2-1-16 16,-4-2 5-16,-2-6 1 16,2-1-4-16,-2 0 10 15,0 0-20-15,0-2-23 16,0 0-23-16,2 0-27 16,-2-12-23-16,2-13-206 15</inkml:trace>
  <inkml:trace contextRef="#ctx0" brushRef="#br0" timeOffset="201016.58">25458 13228 530 0,'0'0'58'0,"0"0"-28"16,0 0 27-16,0 0-30 15,0 0 1-15,-24-25-17 16,11 49-14-16,-4 7 10 16,1 2-9-16,2 4 2 15,5-3 2-15,0-7-3 16,7-6 4-16,2-4-7 16,0-5-3-16,0-2 11 15,9-6-15-15,8 0 5 16,7-4 1-16,6 0 0 15,2 0 14-15,5 0-13 16,1 0 5-16,6 0 2 16,-6 13-5-16,3 4 11 15,-4 7-3-15,-5 1-1 16,-9 3 6-16,-5-1-4 16,-12 0 9-16,-6 2-11 15,0-3-2-15,-8-1 22 16,-16 1-19-16,-2-3 11 15,-2-4 0-15,2-2-9 16,5-6 9-16,-1-2-20 16,3-3 7-16,4-4-4 15,5 1-4-15,-4-3-41 16,4 0-66-16,-6-3-210 16</inkml:trace>
  <inkml:trace contextRef="#ctx0" brushRef="#br0" timeOffset="202450.05">23260 14241 557 0,'0'0'44'0,"0"0"-10"16,-30-18 5-16,26 13-16 15,2 3-12-15,0-2 0 16,2 4-17-16,0 0 3 16,0 0 1-16,16 4 8 15,6 21 17-15,11 11-16 16,6 9 17-16,6 10-1 15,7 2-6-15,4-1 6 16,3-5-17-16,2-9 3 16,-3-7 1-16,-6-7-8 0,-8-9 3 15,-6-4-6 1,-8-4-3-16,-11-3 14 0,-8-2-14 16,-3-2-3-16,-5-2-19 15,-3-2-17-15,0 0 12 16,0 0-40-16,-13-9-102 15,-7-13-181-15</inkml:trace>
  <inkml:trace contextRef="#ctx0" brushRef="#br0" timeOffset="202817.45">23448 14083 538 0,'0'0'38'0,"0"0"-30"16,0 0 11-16,0 0 10 15,0 0 28-15,13-22-15 16,17 22-16-16,9 1-12 15,8 26-7-15,9 5 19 16,4 11-12-16,6 3 6 16,2 4-2-16,-4 1-11 15,-1-4-2-15,-12-8-4 16,-6-3-5-16,-8-10 17 16,-9-4-18-16,-8-5 8 15,-8-5-22-15,-8-3-45 16,-4-5 7-16,0-4-13 15,-4 0-39-15,-20-9-149 0</inkml:trace>
  <inkml:trace contextRef="#ctx0" brushRef="#br0" timeOffset="203142.23">23853 13912 607 0,'0'0'3'0,"0"0"5"16,0 0 34-16,117 50-3 16,-65-11-6-16,5 6-13 15,1 3 10-15,0-2-24 16,-7-3 5-16,-3-3 2 15,-10-7-7-15,-6-4 3 16,-4-3-10-16,-6-7-1 16,-7-3 9-16,-4-3-12 15,-4-4-9-15,-5 0-29 16,-2-3-30-16,0-6-27 16,-12 0-132-16</inkml:trace>
  <inkml:trace contextRef="#ctx0" brushRef="#br0" timeOffset="205350.2">23570 13846 483 0,'0'-5'58'15,"0"5"-24"-15,-12 0 6 16,-4 23-17-16,-5 16 10 16,-7 12-15-16,-2 11-9 15,-6 11-6-15,4-4-5 16,-4-4 13-16,7-1-14 16,1-5 7-16,4-8-1 15,0-5-4-15,4-2 5 16,4-8-5-16,5-5-7 15,4-5-2-15,7-13-41 16,0-5-43-16,0-8-91 16,2 0-116-16</inkml:trace>
  <inkml:trace contextRef="#ctx0" brushRef="#br0" timeOffset="205635.93">23934 14007 572 0,'0'0'11'0,"-71"126"-7"16,31-55 18-16,-2 7-12 15,0-2 3-15,0-1-3 16,4-10-11-16,7-6 12 16,8-12-15-16,8-15 4 15,13-10-13-15,2-16-71 16,2-6-83-16,22-6-82 16</inkml:trace>
  <inkml:trace contextRef="#ctx0" brushRef="#br0" timeOffset="205858.43">23994 14175 520 0,'0'0'29'15,"-70"147"-5"-15,35-66 7 0,3-7-16 16,4-4-6-1,6-6-6-15,3-7-4 16,6-9 6-16,7-6-13 0,6-7-62 16,0-14-23-1,0-12-62-15</inkml:trace>
  <inkml:trace contextRef="#ctx0" brushRef="#br0" timeOffset="206824.12">25832 13122 546 0,'0'0'58'0,"0"0"7"16,0 0-18-16,0 0-5 16,0-35-8-16,0 35-12 15,0 0-10-15,0 0-15 16,0 0-4-16,-4 11 15 0,-3 14-4 15,-2 16 0 1,-1 10-3-16,-1 9-5 0,-4 9 15 16,5 3-17-16,-2-1 7 15,2 0 1-15,6-8-4 16,0-9 9-16,4-11-10 16,0-4-1-16,0-12 2 15,0-6-20-15,0-10-10 16,0-6-21-16,0-5-34 15,4 0-70-15,4-24-98 16</inkml:trace>
  <inkml:trace contextRef="#ctx0" brushRef="#br0" timeOffset="207099.52">26124 13068 626 0,'0'0'23'0,"0"0"16"16,-34 137-4-16,30-73-10 16,2 0 3-16,2-4-11 15,0-4-2-15,0-8-15 16,2-5-2-16,8-12 8 15,4-5-39-15,-4-11-10 16,6-9-87-16,-6-6-143 16</inkml:trace>
  <inkml:trace contextRef="#ctx0" brushRef="#br0" timeOffset="207532.98">26275 13021 580 0,'0'0'38'15,"0"0"3"-15,-10 153 7 16,10-87-20-16,0 3-4 16,14-6 4-16,8-5-20 15,8-6-6-15,4-12 6 16,7-4-8-16,5-16 1 15,6-8-1-15,1-12-12 16,1 0 19-16,-2-13-9 16,-5-17-1-16,-4-6 11 15,-13-7-22-15,-17-3 14 16,-11-4-32-16,-2-1 11 16,-19 1 10-16,-16 9-2 15,-10 8 14-15,-3 12-8 16,-1 11 3-16,0 10 24 15,2 4-6-15,1 23 8 16,3 12-5-16,7 9-6 16,1 2 6-16,10 3-21 15,3-1 6-15,4-5 0 16,10-8-18-16,2-6-45 16,-1-8-87-16,-8-5-164 15</inkml:trace>
  <inkml:trace contextRef="#ctx0" brushRef="#br0" timeOffset="209033.95">1349 12775 576 0,'0'0'8'16,"0"0"-10"-16,0 19 16 0,2-15 15 15,0-2 2 1,0 2 10-16,-2-4-12 0,0 0 1 16,0 0 3-16,0 0 3 15,0 0-3-15,0 0-9 16,0 0-2-16,-4 0-8 15,-10-1-7-15,2-8 4 16,1 4-2-16,-2-3-10 16,3-2 12-16,1-2-15 15,2-1-3-15,7-11-52 16,0-2-52-16,0-5 6 16,0 0-6-16,0 2-67 15,0 7-78-15</inkml:trace>
  <inkml:trace contextRef="#ctx0" brushRef="#br0" timeOffset="209550.61">1228 12500 529 0,'0'0'4'0,"0"0"6"16,0 0 4 0,0 0-5-16,0 0-5 0,0 74 8 15,0-72 3 1,0-2 2-16,0 0 17 0,0 2 0 15,0-2-13-15,0 0 5 16,0 0 6-16,0-2 4 16,0-17 11-16,0-10-13 15,-6-12-24-15,-8-12-6 16,0-12-3-16,-4-15 19 16,-1-9-17-16,0-14-5 15,-1-7 6-15,3-12-5 16,4-6 3-16,2-3-6 15,7-3 0-15,4 3 3 16,0 7 2-16,0 14-2 16,0 17-1-16,0 19-2 15,0 20 8-15,4 19-9 16,1 17 0-16,-3 7-9 16,2 11-24-16,0 2-26 15,-1 31-16-15,-3 15 6 16,0 18-64-16</inkml:trace>
  <inkml:trace contextRef="#ctx0" brushRef="#br0" timeOffset="209966.54">814 12112 425 0,'0'0'-1'0,"0"0"22"16,81 127-9-16,-49-65 4 15,4 6 39-15,-2-3-6 16,-3-5-13-16,1-7-13 15,0-13-1-15,-2-11 0 16,0-9-20-16,-2-10 3 16,0-10-1-16,-4 0-5 15,2-18 12-15,-2-13 10 16,-1-15-3-16,1-11 0 16,0-9-3-16,0-7-8 15,-1-6-8-15,-1-1 1 16,-1 0 0-16,-6 4-29 15,-6 2-40-15,-9 6-61 16,0 3-167-16</inkml:trace>
  <inkml:trace contextRef="#ctx0" brushRef="#br0" timeOffset="210450.17">520 10118 458 0,'0'0'32'0,"0"0"-39"16,0 0 20-16,0 0 40 16,0 0-8-16,-4 0-16 15,4 0-9-15,0 0-1 16,13 0 12-16,8 3-17 16,7 19 4-16,9 10 21 15,6 11-25-15,6 5-4 16,5 4 1-16,3 5-8 15,-2-8 1-15,-3-8-4 16,-2-6-1-16,-8-7 9 16,-3-11-8-16,-5-5 2 15,-4-7-3-15,-6-3-1 16,-2-2 11-16,0 0-12 16,-8-2 1-16,2-15-25 15,-10-2-26-15,-4-7 0 16,-2 2-39-16,-11 5-44 15,-24 8-225-15</inkml:trace>
  <inkml:trace contextRef="#ctx0" brushRef="#br0" timeOffset="210849.86">707 10632 510 0,'0'0'16'0,"0"0"-35"0,0 0 46 16,0 0-10-1,85-122-17-15,-63 86 5 0,0 0-10 16,-2 4-10-16,-1 7-28 16,-6 1 21-16,-4 1 0 15,-5 0 28-15,-2 4 31 16,-2 1 32-16,0-2 3 15,0 5-9-15,0 4-14 16,0 5 2-16,0 0-3 16,4 6-28-16,14 0-24 15,8 0 10-15,10 2-3 16,3 15 6-16,2 5-10 16,0 1 6-16,-7 0-2 15,-6-4-19-15,-8-5 5 16,-6-4-31-16,-7-5-13 15,-7-5-8-15,0 0-3 16,-3 0-14-16,-17-9-161 16</inkml:trace>
  <inkml:trace contextRef="#ctx0" brushRef="#br0" timeOffset="210985.05">882 10100 492 0,'0'0'38'0,"0"0"-12"16,0 0-21-16,0 0-19 16,0 0-18-16,8-1-11 15,9 1-102-15</inkml:trace>
  <inkml:trace contextRef="#ctx0" brushRef="#br0" timeOffset="211382.71">1196 10104 417 0,'0'0'58'15,"0"0"22"-15,0 0-8 16,43-105-41-16,-34 74 8 16,-1 0-14-16,-4 0-3 15,-2 0-7-15,-2 5-5 16,0 3-6-16,-4 9 2 15,-9 2-1-15,-2 8-9 16,0 4 20-16,0 0 8 16,3 16-27-16,-2 12 4 15,6 13-1-15,-1 6 6 16,6 1-8-16,3 2 0 16,0-1 7-16,0-6-7 15,10-7 1-15,6-5 2 16,4-6-4-16,4-7 1 15,2-7-4-15,-1-9-1 16,3-2 2-16,4 0-3 16,1-23 0-16,4-13-28 15,-1-9-32-15,-3-11-50 16,-3-3-124-16</inkml:trace>
  <inkml:trace contextRef="#ctx0" brushRef="#br0" timeOffset="212316.45">1522 9306 563 0,'0'0'7'16,"0"0"26"-16,0 0 20 15,0 0-7-15,0 0-3 16,-79-71-15-16,60 60 3 15,-5 0-21-15,-3 4-4 16,-3 1 14-16,-3 3-13 16,-2 3-6-16,-3 0 6 15,-3 0-7-15,-3 6 1 16,-2 12-2-16,-4 1-4 16,-3 6 12-16,-1 6-12 15,-3 2 3-15,1 6 2 16,4 0-2-16,3 5 5 15,2-1-4-15,6 0 1 16,3 1 0-16,7 1-2 16,3 5 2-16,7 0-7 15,2 5 9-15,3 1 0 16,4 3-4-16,-2 2 5 16,6-1-3-16,2-2-4 15,0-4 11-15,6-1-9 16,0 2-1-16,0-5 3 15,4 3-1-15,10-3 5 16,6-2-4-16,1-4-2 16,3-2 5-16,2-4-2 0,4-5-1 15,0-2-1 1,2-4-2-16,5-2 6 0,2-3-9 16,2-1 5-1,3-4 2-15,6-4-1 0,0 2 13 16,1-6-9-16,3 1 1 15,0-6-6-15,-1 0-1 16,3-4 6-16,3 0-5 16,-1 0-6-16,2-11 5 15,0-11 5-15,5-10 0 16,1-3-2-16,1-11 0 16,2-4 1-16,-2-6-5 15,-5 0 9-15,-6 0 0 16,-9 2-3-16,-3 0 14 15,-12 1-11-15,-11 3 11 16,-3 0 4-16,-10-5-5 16,-6 1-1-16,-2 0-4 15,0 0-2-15,-4 2 1 16,-16 2 4-16,-1 5 0 16,-7 4 5-16,-4 4-15 15,-6 0 6-15,-4 4-9 16,-5 1 9-16,-3 1-4 15,0-2-3-15,-3 2 9 16,1-1-16-16,3 6 5 16,4 0 1-16,6 7-4 15,5 4 4-15,8 5-3 16,4 4-2-16,8 4 5 16,4 0-9-16,6 2-16 15,4 0-24-15,0 16-57 16,0 15-60-16,0 5-51 15</inkml:trace>
  <inkml:trace contextRef="#ctx0" brushRef="#br0" timeOffset="214166.45">22842 12046 412 0,'26'9'42'0,"10"17"45"16,11 8-28-16,11 9-17 16,4-1 11-16,5 5-23 15,9-7-2-15,-6 1-3 0,-5-10-2 16,-9-3-10-16,-8-7-9 15,-12-7-4-15,-13-2 7 16,-7-5-9-16,-8-2 3 16,-6-4 0-16,-2-1-4 15,0 0 14-15,0 0-11 16,0 0-21-16,-10 0-33 16,-8-1-18-16,-1-6-46 15,-3-5-113-15</inkml:trace>
  <inkml:trace contextRef="#ctx0" brushRef="#br0" timeOffset="-214713.37">22864 11794 585 0,'0'0'15'0,"0"0"12"16,0 0 32-16,0 0-23 15,91-5 2-15,-43 24-19 16,10 10 7-16,10 9-15 16,1 5 7-16,5 3 6 15,1 1-15-15,-2 0 4 16,2-3-12-16,-6-2-1 15,-2-3 5-15,-5 0-6 16,-12-3 5-16,-8-5-5 16,-14-4-4-16,-6-7-11 15,-9-4-24-15,-8-9-5 16,-5-2-12-16,0-5 0 16,0 0 10-16,-9-18-124 15,-12-10-164-15</inkml:trace>
  <inkml:trace contextRef="#ctx0" brushRef="#br0" timeOffset="-214407.68">23347 11553 524 0,'0'0'29'0,"0"0"-31"16,0 0 66-16,135 70-6 16,-70-21-19-16,6 3 2 15,4 7-2-15,3-5-21 16,-3-2 6-16,-6-8-17 16,-4-5-1-16,-12-6-3 15,-7-10-5-15,-10-4 10 16,-10-2-12-16,-9-10-22 15,-8-6-37-15,-7-1-30 16,-2 0-47-16,0-20-106 16</inkml:trace>
  <inkml:trace contextRef="#ctx0" brushRef="#br0" timeOffset="-214007.92">23876 11525 550 0,'0'0'-1'16,"-97"110"23"-16,41-44 4 15,-2 5-12-15,1 3 20 16,-7-4-18-16,2-3-15 15,5-3 3-15,1-5-3 16,6-7 0-16,9-8-3 16,5-7-22-16,10-10-36 15,6-7-107-15</inkml:trace>
  <inkml:trace contextRef="#ctx0" brushRef="#br0" timeOffset="-213739.28">23906 11850 432 0,'0'0'48'15,"-47"106"-5"-15,23-50-1 16,2 1-14-16,4-10-9 16,0-5-10-16,10-7-5 15,2-12-9-15,6-10-55 16,0-9-66-16,0-4-86 0</inkml:trace>
  <inkml:trace contextRef="#ctx0" brushRef="#br0" timeOffset="-213541.22">24016 11816 586 0,'0'0'23'0,"0"0"1"15,-64 140-5-15,46-99-11 16,3-6-6-16,2-6 7 15,7-9-39-15,0-10-103 16,-1-10-154-16</inkml:trace>
  <inkml:trace contextRef="#ctx0" brushRef="#br0" timeOffset="-213217.46">23952 11003 559 0,'0'0'10'0,"0"0"55"0,47 107-2 15,-26-55-27 1,-1 3 7-16,1-3-3 0,-1-2-27 16,-6-5-9-1,4-12 1-15,-8-8-6 0,4-10-27 16,-6-7-39-16,-6-8-48 16,-2 0-70-16,0-12-72 15</inkml:trace>
  <inkml:trace contextRef="#ctx0" brushRef="#br0" timeOffset="-212986.07">24048 11062 574 0,'0'0'27'0,"0"0"26"16,0 0-9-16,0 0-17 15,0 0 1-15,0 0 2 16,129-38-16-16,-105 46-4 16,2 17 8-16,-1 7 6 15,-1 5 4-15,-2 1-19 16,-4 3-7-16,-4-3 4 16</inkml:trace>
  <inkml:trace contextRef="#ctx0" brushRef="#br0" timeOffset="-211976.45">24212 11187 449 0,'0'0'47'15,"0"0"-4"-15,0 0 10 16,0 0-22-16,6-11-19 15,14-1 33-15,3-3-29 16,3-2-5-16,3-1 10 16,-9 1-24-16,2 1-1 15,-5 4 6-15,-4 0-23 0,-2 1-29 16,-5 4-59-16,-3-4-39 16,-3 4-140-16</inkml:trace>
  <inkml:trace contextRef="#ctx0" brushRef="#br0" timeOffset="-211713.06">24487 10810 605 0,'0'0'21'0,"0"0"9"15,-24 104 10-15,24-54-21 16,0 4-8-16,0-3 11 16,0-2-14-16,0-5-6 15,0-5 0-15,2-9-6 16,0-8-10-16,6-10-36 16,-4-6-39-16,2-6-102 15,-2 0-186-15</inkml:trace>
  <inkml:trace contextRef="#ctx0" brushRef="#br0" timeOffset="-211467.95">24692 10721 682 0,'0'0'10'0,"0"0"31"0,0 0-13 16,56 130-12-16,-39-89 1 16,0-7-10-16,-2-3-8 15,0-6 9-15,-2-6-25 16,-3-11-40-16,2-8-36 16,-2 0-80-16,-2-9-54 15</inkml:trace>
  <inkml:trace contextRef="#ctx0" brushRef="#br0" timeOffset="-211213.48">24821 10597 544 0,'0'0'46'0,"0"0"6"15,0 0-16-15,0 0-12 16,0 0-19-16,-35 102 1 15,35-77-5-15,17-3-2 16,5-2 4-16,8-1 6 16,4-4 2-16,5 3 1 15,4-1-2-15,0 5 1 16,3 3 3-16,-1-2-5 16,-9 3 3-16,-6-6-12 15</inkml:trace>
  <inkml:trace contextRef="#ctx0" brushRef="#br0" timeOffset="-208780.19">24911 10690 295 0</inkml:trace>
  <inkml:trace contextRef="#ctx0" brushRef="#br0" timeOffset="-207797.19">24911 10690 295 0,'6'-133'46'0,"-6"131"-16"0,0 2 4 0,0 0 16 0,0-2 0 16,0 2-18-16,0 0 2 15,0 0-29-15,-4 0-1 16,-4 0 4-16,-3 0-4 15,4 0 3-15,-1 8-8 16,-3-1 0-16,4-1 6 16,-1 2 3-16,4-3 0 15,-2 0-7-15,3-4 1 16,0 1 11-16,3 0-12 16,-2 0 2-16,0 2-2 15,0-2-6-15,0 4 12 16,0 0-10-16,0-1 4 0,-2 1 0 15,2 0-2 1,0 0 5-16,2 0-5 0,0-1-3 16,0-3-1-16,0 2 5 15,0-2-5-15,0 2 2 16,0-4-5-16,6 0 16 16,0 2-13-16,2-2 6 15,4 0-10-15,-2 0 1 16,2 0 21-16,2 0-11 15,2 0 0-15,-2 0 2 16,2 0-5-16,-2 0 6 16,-1 0-7-16,3 3 0 15,-2 3 5-15,0 1-2 16,2 0 2-16,0 4-3 16,3-4-3-16,0 2 9 15,3 0-8-15,-3 1 4 16,3 0 1-16,0 3-1 15,-4 2 10-15,-2 0-10 16,0 1 0-16,-6 1 2 16,-2 2 0-16,-6-1 5 15,-2 1-9-15,0 1 7 16,0 1 11-16,-8-4-9 16,-8 2 2-16,0-3-6 15,-4 2-3-15,1-5 7 16,-1-1-10-16,-3 0 3 15,-1-4 0-15,-1 0-5 16,-1-2 11-16,-2-1-9 16,4-5 2-16,2 0-1 0,5 0 0 15,2 0 1 1,6-5-9-16,5-9-1 0,0-4 9 16,4-3-4-16,0-3 12 15,0-2-8-15,2-2-3 16,11-1 17-16,6-2-13 15,0 0 2-15,1 0 5 16,2 4 1-16,-6 1 5 16,-4 7-14-16,0 1 6 15,-6 3 3-15,-1 3 1 16,-5 4 9-16,0-3-10 16,0 1-7-16,0 3 5 15,-2-5-7-15,-9 1 2 16,-1 1 0-16,-4-2-5 15,1 0 9-15,-4 1-7 16,4 1 2-16,0 5 0 16,-2-3-1-16,3 4 9 15,0 2-7-15,0 0 1 16,4 2 1-16,-1 0 1 16,4 0 1-16,3 0-12 15,0 0-15-15,2 16-30 16,-2 7-34-16,-3 2-25 15,0 6-196-15</inkml:trace>
  <inkml:trace contextRef="#ctx0" brushRef="#br0" timeOffset="-205396.18">1075 9494 494 0,'0'0'50'0,"0"0"-28"16,0 0 8-16,0 0 1 15,0 0 15-15,0 0-4 16,0 0-12-16,0 0 2 16,0 0-13-16,0 0 3 15,0-8-2-15,0-7 15 16,-2-9-11-16,-9-6-22 16,-4-13 3-16,1-13 12 15,-4-11-15-15,0-8 0 16,2-14 2-16,-2-5-7 15,1-11 8-15,2-2-7 16,0 1 4-16,2 5 0 16,-2 8-8-16,2 6 19 0,0 11-15 15,1 15 2-15,-2 7 3 16,6 7-4-16,2 13 5 16,2 6-6-16,-2 10-1 15,6 7 6-15,-2 3-7 16,2 7-27-16,0 1-25 15,0 0-34-15,0 7 9 16,0 16-10-16,0 13-52 16,0 8-171-16</inkml:trace>
  <inkml:trace contextRef="#ctx0" brushRef="#br0" timeOffset="-204963.18">561 8785 592 0,'0'0'57'0,"0"0"-51"16,0 0-6-16,0 0-14 15,0 0 16-15,52 19 53 16,-28 5-22-16,4 3-23 15,4 4 0-15,-2-4-9 16,-5 0 3-16,-1-4 0 16,0-4-5-16,-4-2 5 15,-4-10-6-15,-2 3 3 16,-2-7 0-16,-1-1-2 0,-2 1 6 16,-1-3-11-16,-1 0-4 15,-1 0 10-15,5-8 0 16,-2-14 8-1,1-6 7-15,3-10-13 0,2-10 4 16,3-8-6-16,-2-5 0 16,4 2-3-16,2 1-14 15,-1 9 0-15,1 5-26 16,-3 13-9-16,-2 3-42 16,-4 10-31-16,-6 4-135 15</inkml:trace>
  <inkml:trace contextRef="#ctx0" brushRef="#br0" timeOffset="-204413.19">987 7283 502 0,'0'0'2'15,"0"0"-3"-15,0 0 8 16,-43 106-4-16,26-61 8 15,0 2-4-15,-3-3-4 16,3-6 0-16,4-4-2 0,3-12-2 16,3-8 1-16,4-8-8 15,3-6-14-15,0 0 5 16,0 0-20-16,14-8 13 16,5-7 80-16,5-2-12 15,4-1-14-15,2 3-9 16,4 2-7-16,7 4-4 15,2 9-15-15,4 0 7 16,-1 9 9-16,-4 13 6 16,-7 6-14-16,-9-2 13 15,-11 2-3-15,-13 1 0 16,-2-4 5-16,0 0-11 16,-13 0 4-16,-6-4-7 15,-5-1-2-15,2-4 3 16,-1-6-22-16,2-9-34 15,3-1-27-15,4-5-42 16,0-20-65-16</inkml:trace>
  <inkml:trace contextRef="#ctx0" brushRef="#br0" timeOffset="-203996.31">1051 7171 620 0,'0'0'33'0,"0"0"-34"16,0 0 3-16,0 0 45 15,0 0-28-15,115 89-5 16,-75-49-14-16,2 1 2 16,-4 0 3-16,-1-6-6 0,-9-6-5 15,-4-6-7-15,-10-10 6 16,-5-3-7-16,-4-8-10 15,-3-2 5-15,-2 0-3 16,0-8-19-16,0-15 22 16,0-6 47-16,0-6-24 15,0-6 6-15,0 5 13 16,0 0-2-16,4 10 0 16,4 7-14-16,5 5-5 15,7 8-4-15,6 6 3 16,4 0-1-16,2 0 12 15,4 0-8-15,-3 11 4 16,-3 4-4-16,-6-4-21 16,-5-3-4-16,-8 0-46 15,-7-4-43-15,-4-4-75 16</inkml:trace>
  <inkml:trace contextRef="#ctx0" brushRef="#br0" timeOffset="-203810.14">1695 7000 436 0,'0'0'93'0,"0"0"-63"15,0 0-26-15,0 0 11 16,0 0 45-16,97 28-34 16,-63-2-19-16,-2 4-10 15,-2-3 3-15,-8 0-28 16,-6-6-47-16,-10-2-53 0,-6-5-75 15</inkml:trace>
  <inkml:trace contextRef="#ctx0" brushRef="#br0" timeOffset="-203641.19">1656 6913 428 0,'0'0'-3'16,"0"0"-5"-16,0 0-45 16,0 0-24-16,0 0-209 15</inkml:trace>
  <inkml:trace contextRef="#ctx0" brushRef="#br0" timeOffset="-203030.25">1656 6913 429 0,'134'-60'53'16,"-113"58"-40"-16,9 2 4 16,9 6 3-16,2 17-4 15,4 6-21-15,0 4 10 16,-6 0-4-16,-6-4-1 15,-10-5-1-15,-8-8 2 16,-7-6-3-16,-3-4-1 16,-5-6 7-16,0 0 32 0,0 0-5 15,-9-4-41 1,-3-14 15-16,0-3 11 16,0-4 0-16,-2-10 14 15,4-5-14-15,0-9-6 0,-4-5 5 16,8-1-1-16,6 0 5 15,0 7-1-15,6 5-8 16,22 10-1-16,14 8-12 16,5 9 4-16,2 13-5 15,4 3 2-15,-3 3 12 16,-5 21-8-16,-8 6 2 16,-12 5-3-16,-5 0-5 15,-14-1 1-15,-6-3-5 16,0-3-1-16,-4 0 4 15,-12-9-23-15,-4 0 20 16,-2-11 2-16,-1-4 5 16,1-4 9-16,0 0-8 15,1-12 0-15,2-18 17 16,3-1-5-16,4-1 22 16,8 0-17-16,4 1 3 15,0 7-7-15,0 7-13 16,10 5-4-16,10 6-6 15,-4 4-3-15,2 2-33 16,-7 0-41-16,-7 0-82 16</inkml:trace>
  <inkml:trace contextRef="#ctx0" brushRef="#br0" timeOffset="-202743.87">2181 5934 521 0,'0'0'-3'16,"0"0"-17"-16,0 0 43 16,0 0 1-16,159 135 19 15,-102-82 0-15,1 3-20 16,2 0-1-16,-5-6 20 15,-1-6-22-15,-6-5 0 16,-9-8-16-16,-9-7-2 16,-11-5 7-16,-10-4-32 15,-9-5-35-15,0-7-66 16,-22 1-194-16</inkml:trace>
  <inkml:trace contextRef="#ctx0" brushRef="#br0" timeOffset="-202547.19">2302 6431 548 0,'0'0'20'0,"0"0"31"16,0 0-8-16,109-129-21 15,-77 90-16-15,-1 2-9 16,-5 3 2-16,-5 8-80 15,-6 2-77-15</inkml:trace>
  <inkml:trace contextRef="#ctx0" brushRef="#br0" timeOffset="-201280.66">2775 5609 614 0,'0'0'53'16,"0"0"-2"-16,0 0-12 15,0 0-16-15,0 0 7 16,0 0-12-16,-125-93 4 16,93 93-17-16,-4 0-2 15,-8 0-3-15,-5 23-5 16,-15 13 12-16,-14 11-14 15,-15 5 0-15,-6 4 2 16,-1 6-4-16,-6-1 5 16,7 0 1-16,10-3 1 15,8 2 2-15,5 0-1 16,8 1-1-16,3 3 3 16,3 5-4-16,4-2 10 15,2 3-17-15,4-2 16 16,1 0-2-16,1-2-11 15,5-3 13-15,4-1-5 16,4-2-6-16,5 1 6 16,0-1-2-16,4 1 6 15,2 0-7-15,5 0-1 16,-3 2 8-16,4-2-6 16,4 1 1-16,2-4-1 0,4 1 1 15,4-7 9 1,3 0-7-16,3 1 4 15,0-5-3-15,0-2-3 0,3-1 3 16,11-5-4 0,8 0-4-16,0-8 5 0,3-1-1 15,5-1 2-15,0 0-3 16,2-1 1-16,6-2 6 16,0-4-7-16,3-1 3 15,2-5-2-15,6-4 0 16,3-3 9-16,4-8-12 15,1-2 10-15,7 0 4 16,4-2-5-16,5-19 1 16,5-4 4-16,3-6-5 15,6-4 1-15,-1-4-5 16,4-1 1-16,1-2-4 16,-5-1 2-16,-5-4 6 15,-1-1-7-15,-3-3 2 16,-3-2-1-16,-6 0 0 15,1-1 2-15,0-7-5 16,-2 1 1-16,-4-2 2 16,-1 1 1-16,-4-2 1 15,-1 2-4-15,-1-2 1 16,-4 3 5-16,-5-1-6 16,-1-1 2-16,-6-2-1 15,-1 1 1-15,-4-5 8 16,-2-5-10-16,-5 2 2 15,-3-1 4-15,-6 3-5 16,-1-3 7-16,-8 8-10 16,-3 5 7-16,-7 8 0 15,0 2-1-15,-2 1 1 16,-18 5-1-16,-5-1-3 0,-7-1 4 16,-4-1-5-16,0 2 0 15,-3 0 3-15,3 2-2 16,-2 4 9-16,0 3-12 15,4 1 6-15,-3 8-2 16,1 1-2-16,-2 3 9 16,0 6-6-16,0 4-1 15,-1 0 3-15,3 6-3 16,-1 6 0-16,0 0 1 16,-1 0-2-16,-1 0 5 15,-1 15-8-15,-2 7 6 16,-1 3 2-16,-2 4-7 15,0 1 9-15,-3 4-8 16,1-1 4-16,-3-3 1 16,6 1-7-16,0-2 11 15,8-1-11-15,6-9 4 16,6-1 6-16,7-5-8 16,6-1 5-16,2-6-4 15,5 0-7-15,4-1-14 16,0-2-46-16,0 2-15 15,6-2-2-15,8 1-77 16,-2 2-164-16</inkml:trace>
  <inkml:trace contextRef="#ctx0" brushRef="#br1" timeOffset="-187806.12">21752 11422 616 0,'0'-6'31'0,"0"-2"3"16,0 4 13-16,-2-2-15 15,-2 5 2-15,4-1 3 16,0 0-19-16,0 2-14 16,0 0-6-16,0 0 14 15,0 8-15-15,10 15-4 16,6 6 31-16,6 7-8 15,-1-3-7-15</inkml:trace>
  <inkml:trace contextRef="#ctx0" brushRef="#br1" timeOffset="-185322.8">21754 11354 578 0,'0'0'65'0,"0"0"-22"0,0 0-18 16,0 0-5 0,0 0-10-16,7 50 13 0,10-18-9 15,7 4-11-15,0 4 9 16,2-5-4-16,1 5-1 15,-3-4 6-15,0-1-10 16,-2-6 2-16,-4 1-5 16,-2-11-1-16,-4-2 8 15,-3-3-7-15,-2-7-4 16,-5-1-21-16,2-6-12 16,-2 0 10-16,2 0-39 15,-1-6-52-15,-3-15 20 16,2-4-93-16</inkml:trace>
  <inkml:trace contextRef="#ctx0" brushRef="#br1" timeOffset="-184746.92">22088 11124 492 0,'0'0'73'15,"0"0"-7"-15,0 0-15 16,0 0-43-16,0 0 9 16,-58 75-5-16,49-46-8 15,1-1 1-15,6-3-5 0,-2-5 7 16,1 2-5-16,1-1 1 15,2-1-2-15,0-3-2 16,0-3 4-16,0-2-9 16,0-3-1-16,11-5 2 15,4-2-3-15,4-2-6 16,5 0 26-16,4 0-11 16,5 0 11-16,-1 0-13 15,0 0 2-15,0 0 0 16,0 0-7-16,-3 6 11 15,-9 5-6-15,0 3 0 16,-7 4 4-16,-6 3-2 16,-3 1 2-16,-4-2-3 15,0 4-1-15,0-4 9 16,-2-1-6-16,-10-4 4 16,0-4 3-16,-6-1-1 15,2-4 14-15,0-1-11 16,2-2-4-16,-2-3-1 15,1 0-4-15,5 0 2 16,1 0-5-16,0 0-5 16,5 0-21-16,2-6-10 15,2-2-33-15,0-2-137 16</inkml:trace>
  <inkml:trace contextRef="#ctx0" brushRef="#br1" timeOffset="-184401.05">22484 10987 410 0,'0'0'54'16,"0"0"-14"-16,0 0-18 15,0 0 17-15,-15 106 14 16,10-48-23-16,1 6-3 16,-2 3-17-16,-3 1 1 15,3-6 6-15,1-6-11 16,3-9-2-16,0-11 0 15,2-9-3-15,0-5-1 16,0-7-38-16,0-7-33 16,0 0-98-16</inkml:trace>
  <inkml:trace contextRef="#ctx0" brushRef="#br1" timeOffset="-182459.53">24948 11494 482 0,'0'0'59'0,"0"0"-12"16,-13-18-2-16,11 16 3 15,2-1-10-15,-2 0-7 16,-1 3-6-16,-5 0-21 16,-1 0 19-16,-4 18 4 15,0 5-27-15,-4 7 11 16,4 3-12-16,1 4 0 0,4 4 1 15,4-4-3-15,4 2 5 16,0-6-6-16,0 0-1 16,6-9 7-16,14-3-9 15,2-7 5-15,6-3-3 16,2-4-5-16,2-7 8 16,1 0-10-16,1 0 7 15,-2-4-8-15,-2-10 7 16,-4 2 15-16,-7-2-13 15,-5 1 3-15,-8-2 7 16,-6 1-4-16,0 2 8 16,0-2-8-16,-20 4-5 15,-3 2 10-15,-1 3-7 16,-2 1 2-16,0 4-1 16,8 0-4-16,0 0 11 15,7 0-12-15,2 0 4 16,7 4 1-16,2-2-4 15,0 1 6-15,0 0-9 16,4-3-1-16,12 0 4 16,4 0 0-16,0 0 9 15,2-3-10-15,0-4 2 16,-3 3 21-16,3 0-11 16,-1 4 5-16,-2 0-2 15,1 0-4-15,2 0 8 16,-4 13-17-16,2 1 4 15,-3 2 41-15,0-3-27 16,-1-1-9-16,-8-3-7 16,-4-2-1-16,1-3 6 15,-3-2-6-15,-2-2 1 16,0 0-3-16,0 0-42 0,0 0-11 16,0-5-26-16,0-4-9 15,0-2-98-15</inkml:trace>
  <inkml:trace contextRef="#ctx0" brushRef="#br1" timeOffset="-179930.51">25107 14293 493 0,'-15'14'35'0,"4"13"-22"15,6 10 11-15,5 6-4 16,0 1 0-16,0 2 13 16,5-5-24-16,8-4 0 15,2-12-6-15,0-8-5 0,0-7 7 16,0-10-18-16,0 0-15 15,3-5 28-15,-2-19 3 16,2-4 15-16,-3-2-31 16,-4-1-6-16,-1-1 14 15,-5 6-6-15,-5 2 0 16,0 11 8-16,0 1 0 16,0 6 13-16,0 6-19 15,0 0 10-15,0 2 14 16,6 14-16-16,5 2 19 15,4-2-18-15,4 0 4 16,5 0 7-16,2-5-8 16,5-5 3-16,-1-6 27 15,-1 0-21-15,6 0 1 16,-3-6-8-16,-2-11 5 16,-1 0-2-16,-7-4-7 15,-6 5 12-15,-4-2-17 16,-9 0 6-16,-3 1 2 15,0-2-5-15,0-2 15 16,-17-2-15-16,-7-6 1 16,0 3 3-16,-8-3-4 15,2 4 4-15,-2 4-7 16,-1 5 0-16,3 6 10 16,6 7-18-16,3 3 13 15,4 0 1-15,6 13-29 16,-2 15-1-16,5 1-50 15,-5 5-84-15</inkml:trace>
  <inkml:trace contextRef="#ctx0" brushRef="#br1" timeOffset="-177348.63">25907 14134 580 0,'-8'-1'53'0,"1"-4"5"15,3 5-22-15,-1 0-15 16,5 5-3-16,0 14-19 16,0 10 10-16,0 6-7 15,0 1-3-15,0 5 18 16,7-6-12-16,-2 2 5 15,-3-5-1-15,0-2-10 16,-2-5 16-16,2-6-17 16,-2-3 3-16,0-5 0 15,4-3-8-15,0-4-24 16,10-4-34-16,-4 0-46 16,0-10-64-16,4-9-266 15</inkml:trace>
  <inkml:trace contextRef="#ctx0" brushRef="#br1" timeOffset="-176896.49">26217 14077 573 0,'0'0'12'15,"0"0"2"-15,-28 95 4 16,26-53-2-16,2 0-3 16,0-3-10-16,0 0 12 15,0-9-19-15,11-3 4 16,2-7-1-16,2-7 0 16,2-4-3-16,3-9-6 15,-2 0-14-15,2 0 30 16,-2-11-5-16,-2-6-4 15,0-2 19-15,-6-6-45 16,-3-2 59-16,-3 0-33 16,-4 2 0-16,0 1 1 15,0 5-10-15,-11 2 19 16,-8 5-18-16,-2 2 1 16,-3 6 23-16,0 2-6 15,2 2 4-15,1 0 0 16,6 6-8-16,2 16 7 15,2 0-13-15,5 4 2 16,-1 3-34-16,5-4-83 16,0-3-71-16</inkml:trace>
  <inkml:trace contextRef="#ctx0" brushRef="#br1" timeOffset="-176280.59">26579 13999 483 0,'0'0'85'0,"0"0"-25"16,0 0-4-16,0 0-30 0,-33-12-19 15,25 36 8-15,1 8-15 16,-4 14 13-16,-1 6 1 16,-4 9-8-16,-2 1 16 15,-2-2-16-15,0-1 2 16,1-8 2-16,4-8-8 16,2-8 6-16,5-6-9 15,1-10-5-15,5-3 12 16,2-10-36-16,0-2-15 15,0-4-22-15,0 0-62 16,6-6 6-16,3-16-71 16</inkml:trace>
  <inkml:trace contextRef="#ctx0" brushRef="#br1" timeOffset="-176026.88">26707 14204 498 0,'0'0'54'15,"0"0"-18"-15,-2 136-22 16,2-102-2-16,0-5-11 15,0-8-5-15,0-5 12 16,0-9-53-16,0-2-49 16,2-5-90-16</inkml:trace>
  <inkml:trace contextRef="#ctx0" brushRef="#br1" timeOffset="-175614.15">26820 14109 356 0,'0'0'36'15,"0"0"28"-15,0 0-13 16,0 0-24-16,0 0 18 15,0 0-7-15,103-97-11 16,-97 90-4-16,-6 1-4 16,0 0 12-16,0 0-8 15,0 2-6-15,0 3-10 16,0-2-8-16,0 0 16 16,-2 3-15-16,-2 0-1 15,2 0 5-15,2 0-7 16,0 0 5-16,0 0-20 15,0 0-6-15,0 0 27 16,0 0-23-16,0 1-10 16,0 4-5-16,0 0-22 15,0-3 3-15,0 4-68 16,-5 0-109-16</inkml:trace>
  <inkml:trace contextRef="#ctx0" brushRef="#br1" timeOffset="-175449.16">26820 14109 414 0</inkml:trace>
  <inkml:trace contextRef="#ctx0" brushRef="#br1" timeOffset="-174964.81">26820 14109 414 0,'75'-93'59'0,"-78"88"-19"0,1-1-8 0,2 2-12 0,0-2-29 16,0 0 36-16,0 0-21 15,5 0-3-15,6-1-1 16,-1 1-3-16,1 0 13 16,0 0-8-16,0-2 2 15,1 1 3-15,0-1-5 16,-2-2 10-16,3 0-7 15,-4 1 2-15,-1 0 4 16,-2 4-13-16,-2-1 7 16,2 6 12-16,-6-2-10 15,0 2 16-15,0 0-19 16,0 0 6-16,0 0-3 16,0 0-5-16,0 0 8 15,0 0-15-15,0 0 0 16,0 0 6-16,2 0-7 15,-2 0 10-15,0 0-8 16,2 0-3-16,0 0 13 0,-2 0-10 16,2 0 3-1,0 0 0-15,2 5-4 0,2 12 27 16,2 6-13-16,2 10 13 16,-2 4-9-16,4 6-11 15,-2 4 12-15,1-6-7 16,-3 4-4-16,3-4 5 15,-2-4-5-15,-3-5 1 16,3-4-6-16,-5-7-5 16,3-8 12-16,-5-2-14 15,2-10-24-15,-2-1-12 16,0 0-12-16,-2-6 2 16,0-11-40-16,0-2-129 15</inkml:trace>
  <inkml:trace contextRef="#ctx0" brushRef="#br1" timeOffset="-174624.08">26959 14204 636 0,'0'0'45'15,"0"0"-7"-15,0 0-1 16,18-51 5-16,6 38-17 0,6-5 0 16,6 1-14-1,5 1-11-15,2-1 9 0,0 0-11 16,-3 2 3-16,-2-1 6 15,-9 4-7-15,-9 5 1 16,-3-1-1-16,-10 4-36 16,-7 4-20-16,0 0-5 15,-7 0-71-15,-16 4-251 16</inkml:trace>
  <inkml:trace contextRef="#ctx0" brushRef="#br1" timeOffset="-167825.04">22671 11046 335 0,'0'-2'86'0,"0"-2"9"15,0 3-33-15,0-4-12 16,0 3-16-16,0 2-10 16,0 0-11-16,0-1-11 15,0 1 2-15,0 0-9 16,0 0-7-16,0 0-13 16,0 0-23-16,0 0-24 15,0 0-39-15,-6 1-26 16,-3 7-66-16</inkml:trace>
  <inkml:trace contextRef="#ctx0" brushRef="#br1" timeOffset="-167646.15">22671 11046 401 0</inkml:trace>
  <inkml:trace contextRef="#ctx0" brushRef="#br1" timeOffset="-167431.4">22671 11046 401 0,'-43'-12'81'0,"43"9"-25"0,0-2-10 0,-2 0-1 0,0 3-3 0,2 1-10 15,-2-2-3-15,-1 3-18 16,3 0 0-16,0 0-4 15,0 9-15-15,0 17 11 16,7 11-6-16,8 9 7 16,-2 7 1-16,2 1-4 15,-5-7 3-15,4-5-6 16,-4-7-1-16,2-12 7 16,-4-3-10-16,0-11 2 15,-3-1-27-15,4-8-23 16,-5 0-17-16,0 0-84 15,-2-6 27-15</inkml:trace>
  <inkml:trace contextRef="#ctx0" brushRef="#br1" timeOffset="-166780.84">22842 10946 481 0,'0'0'10'0,"0"0"-13"15,0 0 4-15,0 0 0 16,-8 82-1-16,18-64 8 16,10-2-4-16,4-3-12 15,4-1 16-15,3 2 2 16,3 1 12-16,2 2-14 15,2 5 11-15,0 1 7 16,-2 2-15-16,-3 0 1 16,-3 0-6-16,-6-2-3 15,-8 1 8-15,-6-1-9 16,-10-2 0-16,0-1 8 16,-4-3-5-16,-18 0 1 15,-6-3-2-15,2-2-5 16,-2-3 11-16,2-5-11 15,3-4 2-15,3 0-2 16,2 0-3-16,8-17 12 16,2-8-16-16,6-2-2 15,2-9-7-15,0-2 4 16,6-3 34-16,10 2-31 16,2-7 0-16,0 6 30 15,-2-1-25-15,-2 0 9 0,-6 4 0 16,-4 4-5-16,-4 3 14 15,0 1-4-15,-2 5 0 16,-19 1 0-16,-8 4-2 16,-1 1 22-16,-4 9-20 15,-7 1-7-15,3 8 6 16,-4 0 0-16,4 0 1 16,-1 6 0-16,9 11-9 15,4 8 6-15,7 4-10 16,8 4 6-16,7 5-26 15,4 1-54-15,0 1-73 16,0 2-104-16</inkml:trace>
  <inkml:trace contextRef="#ctx0" brushRef="#br1" timeOffset="-132365.1">27482 10001 645 0,'-47'-2'31'15,"-3"2"-19"-15,6 0 13 16,4 2 0-16,2 21-12 16,3 10-12-16,1 9 12 15,0 5-15-15,6 7 4 16,2 4 2-16,7-1-10 15,7 3 20-15,6-4-19 16,6-5 6-16,0 2 0 16,11-6-3-16,10-7 10 15,3-9-14-15,4-3 5 16,-3-10 6-16,3-11-7 16,3-6 3-16,1-1-9 15,3-8-1-15,2-22 17 0,-1-9-14 16,4-9 3-1,-5-6-3-15,-5-9-6 0,-6-1 6 16,-9 5-4-16,-8 4 4 16,-7 7 7-16,0 13-3 15,0 7 9-15,-7 11-13 16,-6 8 5-16,-2 9 9 16,0 0-1-16,-2 15 4 15,-3 24-12-15,-4 8-6 16,4 7 18-16,-2-2-14 15,6-2 4-15,6-7-1 16,10-12-14-16,0-9 9 16,0-9-23-16,15-5-4 15,2-8-30-15,3 0-35 16,-4 0-71-16</inkml:trace>
  <inkml:trace contextRef="#ctx0" brushRef="#br1" timeOffset="-129081.33">3251 5535 518 0,'-13'-6'43'16,"4"5"23"-16,7 1-16 15,2 0-32-15,0 0-2 16,0 0-8-16,0 0-12 15,2 11 7-15,13 4-3 16,0 4 1-16,2 0 0 16,-1 3-3-16,-4-2 6 15,2-3-6-15,-2 0 1 16,2-1 4-16,-2-5-4 16,6-5 2-16,3-6-6 15,5 0-2-15,6-15 12 16,4-18 0-16,10-10 6 15,3-3-1-15,3-2-7 16,0-5 10-16,-1 4-13 16,-2 5 1-16,-4 5-1 15,-5 5 1-15,-6 3 3 16,-2 6-7-16,-6 5-11 0,-5 8-31 16,-5 6-35-16,-10 6-50 15,-6 0-89-15</inkml:trace>
  <inkml:trace contextRef="#ctx0" brushRef="#br1" timeOffset="-128669.61">3638 5825 316 0,'0'0'18'0,"0"0"-22"16,0 0 5-16,0 0 1 16,0 0 21-16,22 0 3 15,-10 0 7-15,6-9 24 16,6-9-11-16,-1-3-15 16,5-4-3-16,2 0-11 15,0-4-5-15,2-1-13 16,0 1 1-16,5 0 5 15,-4 3-36-15,-6 6-55 0,-9 10-112 16</inkml:trace>
  <inkml:trace contextRef="#ctx0" brushRef="#br1" timeOffset="-123398.64">1979 9610 524 0,'-15'-6'81'0,"6"1"-31"16,3 0-30-16,-1-1 7 15,3 5-3-15,0-4 6 16,2 4-1-16,0-4-6 16,2 5-7-16,0 0-9 15,0-1-5-15,0 1 5 16,0 0-13-16,0 0-1 15,4 0-4-15,15 6 8 16,7 1 11-16,6 5-12 16,4-6 5-16,4-2 1 15,2-4-6-15,2 0 4 16,1-23-4-16,-3-13 2 0,2-9 6 16,1-10-3-16,-2-5 0 15,-2-2 0-15,-3 7-2 16,-1 5 7-16,-7 12-19 15,-4 15-43-15,-10 21-17 16,-14 2-122-16,-2 36-254 16</inkml:trace>
  <inkml:trace contextRef="#ctx0" brushRef="#br1" timeOffset="-123075.11">2345 9906 532 0,'0'0'1'16,"0"0"30"-16,68-113 3 16,-26 54 7-16,0-5 6 15,10-5-18-15,2 3-8 16,2-2-17-16,-2 6-2 16,-2 7-1-16,-6 15-26 15,-4 6-37-15,-12 15-46 0,-11 13-118 16</inkml:trace>
  <inkml:trace contextRef="#ctx0" brushRef="#br1" timeOffset="-111332.48">1787 12428 296 0,'-8'-6'3'0,"-1"5"-9"16,3-4-14-16,1 3 14 15,-1-3 6-15,0 2-2 16,0-3 4-16,0 2-4 16,2-1 8-16,0 4-4 15,2-2 18-15,2 3 8 16,-2-4 3-16,0 4 22 15,2-2-2-15,-4-2 0 16,2 4 0-16,0-2-19 16,0 2-10-16,-2-3 9 15,4 2-8-15,0 1-8 16,0 0-15-16,0 0 0 16,0 0-9-16,0 0-7 15,6 0 10-15,6 12 2 16,4 2 1-16,0 4 7 15,0-2-7-15,-2-3 8 16,-3-4-8-16,0-3 1 16,-2-1 1-16,-3-4-1 15,0-1 3-15,1 0-7 16,-3 0 3-16,3 0 9 16,-1 0-10-16,0-12 19 15,6-7-5-15,0-12-7 16,8-11 11-16,2-10-13 0,3-10 2 15,5-7-2 1,2 0 1-16,5 3 6 0,-2 8-13 16,-7 14 7-16,-3 13-10 15,-5 14-16-15,-8 13-37 16,-5 4-34-16,-7 4-6 16,0 19 10-16,-2 8-128 15</inkml:trace>
  <inkml:trace contextRef="#ctx0" brushRef="#br1" timeOffset="-110916.1">1673 12216 210 0,'0'0'3'0,"0"0"6"16,0 0-3-16,0 0-2 15,54 31 3-15,-38-27 31 16,-2-4-14-16,6 0 9 16,1-6 0-16,1-11-3 0,2-7 10 15,2-5-10-15,2-6-4 16,2-3-3 0,2-6-16-16,0-3-1 15,-2 0-4-15,1 1 4 16,-7 3-53-16,-4 5-22 0,-4 7-27 15,-8 8-3-15</inkml:trace>
  <inkml:trace contextRef="#ctx0" brushRef="#br1" timeOffset="-105732.81">8981 10564 539 0,'-10'-7'37'16,"8"1"-12"-16,0 2-2 15,2 2-4-15,0 2-9 16,0 0-4-16,0 8-15 15,9 15 12-15,2 6 20 16,-1 6-12-16,-1-1 2 16,0-5-14-16,-1-1 2 15,3-8 1-15,4-7-3 16,7-9-1-16,7-4 1 16,13-6 14-16,7-24 24 15,11-9-13-15,8-12-2 16,4-9-3-16,5-2-10 15,1-4 7-15,2 5-14 16,-5 2 0-16,-6 7-1 16,-7 11-1-16,-8 10 5 15,-15 14-25-15,-17 17-44 16,-22 0-32-16,-5 23-103 0</inkml:trace>
  <inkml:trace contextRef="#ctx0" brushRef="#br1" timeOffset="-105015.25">6661 10346 411 0,'0'0'59'16,"0"0"-11"-16,0 0-15 16,0 0-11-16,-7-20 2 15,7 20-15-15,0 0-8 16,16 0 7-16,7 0 6 15,3 8-7-15,4 4-2 16,4-5 2-16,10-3 5 16,5-4-1-16,13-10 2 15,16-28 13-15,15-18-4 16,16-16 11-16,13-13-10 16,8-4-3-16,-5 0-8 15,-7 11-12-15,-12 9 10 16,-22 18-10-16,-22 14 2 15,-23 18-7-15,-23 17-30 16,-14 2-26-16,-2 20-6 16,-27 20-40-16,-18 10-136 15</inkml:trace>
  <inkml:trace contextRef="#ctx0" brushRef="#br1" timeOffset="-103991.6">5496 12125 394 0,'0'0'49'16,"0"0"-37"-16,0 0-4 16,0 0-14-16,0 0 5 15,0 2 4-15,0 4 7 0,0 0 0 16,0-1-9-16,-2 3 5 15,0-1 1-15,-2 3-4 16,2-2-14-16,-2 2 20 16,2-4-56-16,0 1 5 15,0 3-20-15,-3-2 3 16,0 2 2-16</inkml:trace>
  <inkml:trace contextRef="#ctx0" brushRef="#br1" timeOffset="-103548.96">5478 12181 400 0,'0'0'58'0,"0"0"-37"16,0 0-17-16,0 0 8 16,0 0-2-16,0-3-7 15,4 3-3-15,2 6-1 16,5 6 7-16,2 4 26 16,5 3-24-16,0 1 8 15,4 1-1-15,4 0-3 16,4 1 11-16,3-5-16 15,5-8 9-15,5-4-6 16,9-5 2-16,6-10 20 0,8-23-7 16,10-12-4-1,3-7 2-15,3-1-11 0,-5 6 0 16,-7 2-12-16,-11 12-1 16,-13 12 8-16,-14 9-7 15,-14 12-1-15,-16 0-24 16,-2 27-49-16,-16 15-33 15,-18 9-138-15</inkml:trace>
  <inkml:trace contextRef="#ctx0" brushRef="#br1" timeOffset="-102516.86">5671 13765 419 0,'0'0'12'0,"0"0"-14"16,0 0 0-16,-15 3 9 16,15 12 10-16,0 1 2 15,0 7 9-15,0 7 7 16,5 4-15-16,3 1-13 15,2-4-4-15,6-4-2 16,4-13-1-16,7-8 8 16,14-6 5-16,15-14 26 15,15-24 19-15,13-18-28 16,15-1-6-16,2-9-10 16,0 5-7-16,-11 6 4 15,-6 9-13-15,-15 12 1 16,-15 12 3-16,-15 12-16 15,-18 10-12-15,-14 0-32 16,-7 13-56-16,-11 17-24 16,-23 6-195-16</inkml:trace>
  <inkml:trace contextRef="#ctx0" brushRef="#br1" timeOffset="-99948.47">1985 15482 392 0,'-10'-8'62'15,"3"4"-20"-15,3 0-15 16,2 2 8-16,2 0 13 16,0 2-30-16,0 0-26 15,13 0-6-15,6 8 18 16,11 12-4-16,3 2 10 15,1 6 1-15,2-3-12 0,-3 1 10 16,-3-6-13-16,-2-2 2 16,-2-7 2-16,-2-3 4 15,1-8 2-15,-1 0 1 16,2-10 18-16,0-19 5 16,6-9-4-16,0-10 4 15,4-11-9-15,3-3-9 16,-4-2 9-16,-1 0-14 15,-3 6 5-15,-3 3-8 16,-10 6 0-16,0 10 7 16,-5 4-12-16,-2 8 4 15,-3 7-1-15,1 8-2 16,-1 7-10-16,3 5-44 16,0 12-23-16,-3 29-2 15,-4 13-51-15,-4 23-192 16</inkml:trace>
  <inkml:trace contextRef="#ctx0" brushRef="#br1" timeOffset="-96348.05">3186 9976 303 0,'-9'0'55'16,"5"0"12"-16,0 0-15 15,0 0 1-15,4 0 5 16,-2-2-11-16,0 2-4 16,2 0-3-16,-2 0-12 0,2 0 3 15,0 0-13-15,0 0-2 16,0 0-7-16,0 0-9 15,0 0 1-15,0 0-11 16,0 2-1-16,4 15 12 16,8 2-1-16,-1 5 6 15,4-1-9-15,-4 0 0 16,0-1 9-16,-3-1-7 16,1-6 1-16,-1-1-1 15,-1-5-2-15,2-1 8 16,3-4-11-16,2-4 3 15,6 0-2-15,6-10-1 16,12-15 12-16,6-11-5 16,13-9 6-16,5-7 2 15,9-4-2-15,11-8 2 16,6 1-3-16,5-8 0 16,5 1 5-16,3 3-8 15,-4 5-2-15,-11 8 2 16,-8 7-7-16,-13 12 12 15,-19 10-10-15,-13 8 4 16,-12 9 0-16,-8 2-3 16,-8 6 8-16,-5 0-19 15,2 0-27-15,0 12-31 16,-2 7-16-16,0 5-76 16,0 6-215-16</inkml:trace>
  <inkml:trace contextRef="#ctx0" brushRef="#br1" timeOffset="-93267.09">8529 16317 410 0,'-28'-12'57'15,"2"2"4"-15,2 2-3 16,5 0-5-16,1-1-24 15,8 3-5-15,-1 0 3 16,8 6 5-16,3 0-33 16,0 0-2-16,0 0-3 15,3 4 0-15,12 11 17 16,3 3-10-16,-2-2 0 16,2-1 0-16,3-1-2 15,-1-8 3-15,1-4-7 16,5-2 9-16,5-2 3 15,1-21-1-15,4-13 4 16,5-10-4-16,4-11 3 16,2-4 11-16,5-3-13 15,-1 0 1-15,-5 7 1 16,-4 7-10-16,-7 14 14 16,-9 7-16-16,-9 11 5 15,-8 6-2-15,-3 9-3 16,-2 0 2-16,-4 3-42 15,0 0-11-15,0 0-3 16,0 17-15-16,0 2-61 0,-10 4-167 16</inkml:trace>
  <inkml:trace contextRef="#ctx0" brushRef="#br1" timeOffset="-87100.04">3666 11742 400 0,'0'-3'53'0,"0"3"-25"15,0 0 6-15,0 0 2 16,0 0 0-16,0 0-5 16,0 0-16-16,0 0-1 15,0 0 2-15,0 0 4 16,0 0 8-16,0-2-18 15,0 2-1-15,0 0 1 16,0 0-8-16,0 0 7 16,0 0-17-16,0 0-2 15,2 8 6-15,2 8 4 16,0-1 3-16,3 3-6 16,-2-3 1-16,-1-2 8 15,0-2-9-15,-2-5 5 16,2-4-3-16,0 3-3 15,4-5 12-15,4 0-12 16,10-6 3-16,12-19 1 16,20-14-2-16,15-11 18 15,19-14 2-15,15-9 7 16,9-4-4-16,4-5-7 0,-6 5 1 16,-9 6-11-1,-13 11-1-15,-15 8 8 0,-19 14-7 16,-14 7 0-16,-13 11-2 15,-10 8-2-15,-6 7 9 16,-9 3-6-16,-2 2 5 16,0 0 4-16,0 0-14 15,0 0 7-15,0 0-64 16,0 11-74-16,-17 11-175 16</inkml:trace>
  <inkml:trace contextRef="#ctx0" brushRef="#br1" timeOffset="-83833.26">10938 16601 384 0,'-16'0'52'0,"0"0"-16"16,1 0-14-16,4 0 12 16,1 0-12-16,1 0 12 15,7 0 15-15,2 0-15 16,0 0-18-16,0 1-8 15,0 9 5-15,0 7-18 16,2 5 6-16,15 3 6 16,1 4 3-16,0-1 7 15,4-7-18-15,0-8 2 16,4-7 0-16,2-6 0 16,4 0 9-16,7-12-5 15,7-19 12-15,9-12-4 16,5-10-12-16,4-11 1 15,3-8 3-15,2-3-6 16,-4 3 7-16,-3 8-5 16,-9 6 1-16,-9 12-3 15,-10 12 1-15,-12 12 3 16,-7 4-21-16,-9 8-18 16,-6 4-16-16,0 6-9 15,0 0-14-15,-11 0-61 16</inkml:trace>
  <inkml:trace contextRef="#ctx0" brushRef="#br1" timeOffset="-66467.03">7165 11919 324 0,'-4'-3'44'15,"1"-3"3"-15,0 4-5 16,1 0 16-16,0 0-4 16,0-2-9-16,2 2 3 15,-2 2-24-15,2 0-8 16,0-2-15-16,0 2-7 16,0 0 13-16,0 0-16 15,2 20 2-15,14 11 7 16,5 9 3-16,2 9 8 15,8 2-10-15,3-1-2 16,2-6 2-16,2-9-1 16,4-12 7-16,-1-9-9 15,5-14 9-15,5 0 11 16,7-24 1-16,11-21 12 16,10-12 7-16,8-15-18 15,7-7 3-15,5-4-18 16,3-4 8-16,-1-1-7 15,-7 3-2-15,-5 5 8 16,-12 11-16-16,-11 7 1 16,-12 15 8-16,-13 15-4 0,-13 10 3 15,-10 10-11 1,-8 12-27-16,-6 0-31 0,-4 23-35 16,0 13-14-16,-6 6-172 15</inkml:trace>
  <inkml:trace contextRef="#ctx0" brushRef="#br1" timeOffset="-65167.46">13413 16194 394 0,'0'0'25'0,"0"0"-37"16,0 0 21-16,-20-2-12 15,20 10 9-15,0 10 14 16,0 2-15-16,3 2 7 16,9 1-10-16,2-1 12 15,0-3-1-15,2-3-7 16,0-5 2-16,8-7 0 16,4-4 5-16,9 0 18 15,15-25 7-15,14-18 0 16,18-15-8-16,15-13-11 15,15-13 6-15,7-7-11 16,8 2-1-16,-4 0 5 16,-9 6-14-16,-9 7 12 15,-16 13-17-15,-19 9-2 16,-15 12 8-16,-21 13-8 16,-14 12 11-16,-14 8-13 15,-8 6 6-15,0 3 13 0,-14 0-17 16,-8 10-17-1,-4 13-26-15,-4-1-50 0,-7-1-92 16</inkml:trace>
  <inkml:trace contextRef="#ctx0" brushRef="#br1" timeOffset="-57264.92">2928 13410 280 0,'-6'0'47'15,"-1"0"6"-15,5 0-12 16,0 0-5-16,-1 0-12 16,3 0 12-16,-2 0 3 15,0 0-7-15,0 0-2 16,2 0-17-16,0 0-12 16,-2 0 7-16,2 0-10 0,0 0-1 15,0 0 3-15,0 0-5 16,0 0 13-16,0 0-12 15,0 0 4-15,0 0 1 16,0 0-4-16,0 0 5 16,-2 0-11-16,2-2-2 15,0-4 1-15,0-1-7 16,0-1-9-16,0 2 4 16,0-3 15-16,0 3 13 15,0 2-8-15,0 0 3 16,0 0 1-16,0 2-4 15,0 0 21-15,0 2-7 16,0-2 0-16,0 0 1 16,0 2-5-16,0 0 10 15,0 0-9-15,0 0-2 16,0 0-6-16,0 0-6 16,10 0-1-16,8 12 0 15,1 9 2-15,2 4 8 16,1 3-7-16,-4-1 5 15,-2 0 0-15,-2-8-6 16,-2-2 13-16,-3-5-14 16,2-5 8-16,-5-1-1 15,5-6-6-15,0 0 13 16,6 0-4-16,7-17 13 16,4-14 3-16,8-3-6 15,7-9 9-15,5-7-17 16,0 0 0-16,2 3 3 0,2 2-9 15,-5 1 6-15,1 3-6 16,-10 2-3-16,-1 2 11 16,-5 7-11-16,-8 0 11 15,-9 7 2-15,-4 8-6 16,-5 3 11-16,-4 5-8 16,-2 1 5-16,2 6 0 15,-2-5-11-15,0 5 5 16,2 0-11-16,4 0 0 15,4 0-35-15,5 11-39 16,2 8-13-16,3 7-85 16,-1-2-197-16</inkml:trace>
  <inkml:trace contextRef="#ctx0" brushRef="#br1" timeOffset="-54550.7">16722 16209 510 0,'-16'-7'50'0,"2"1"-21"0,-4 2-15 15,6-2 15-15,-3 3-18 16,6-3 0-16,0 3-6 16,3 0-12-16,4 0 13 15,0 2-10-15,2 1 3 16,-2 0 7-16,2 0-7 15,0 0-1-15,0 0-7 16,0 7-6-16,15 11 29 16,2 8 1-16,6 6-2 15,-1 3-2-15,-2-2-11 16,0 3 15-16,2-9-17 16,6-4 4-16,9-16-1 15,11-7-5-15,16-18 14 16,11-33 12-16,15-23 2 15,14-15-5-15,5-10-8 16,4-2 4-16,-6 5-8 16,-1 6-6-16,-8 15 10 15,-13 13-13-15,-19 15 5 16,-12 12-4-16,-17 15-4 16,-19 9 18-16,-6 9-32 15,-12 2-19-15,0 13 13 16,-7 20-29-16,-24 14-5 15,-11 8-144-15</inkml:trace>
  <inkml:trace contextRef="#ctx0" brushRef="#br1" timeOffset="-52950.96">4951 15565 387 0,'0'0'55'16,"0"0"-20"-16,-22-3 3 16,18 2-10-16,2-1-1 15,-1 1-11-15,3 1-12 16,0 0 12-16,0 0-11 15,0-3 2-15,0 3 1 16,0 0-7-16,0 0 8 16,0 0-11-16,0 0-1 15,0 0 4-15,0 0-5 16,0 0 5-16,0 0-4 16,3 6 1-16,9 6 8 15,-1 1-9-15,2 0 6 0,-1 3-2 16,4 0-7-16,-6-1 8 15,6 2-14-15,-3-3-16 16,2 2 19-16,0-7 5 16,0-1 7-16,6-6-12 15,7-2-4-15,4 0 6 16,16-27 12-16,8-12 2 16,11-11 6-16,10-6 10 15,5-4-4-15,0 2-10 16,-3 4-3-16,-3 5-5 15,-5 7-2-15,-7 5 18 16,-4 6-23-16,-2 4 6 16,-8 9 2-16,-7 5-4 15,-5 3 9-15,-5 8-11 16,-11 2 0-16,-8 0 3 16,-9 13-53-16,-5 21-14 15,-13 7-85-15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22T03:06:12.5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9621 8533 431 0,'-12'-9'53'0,"1"3"-22"0,2 0-1 15,1 0 8-15,-1 0 4 16,1 0-9-16,-1 0-10 16,2 3-9-16,-1-1-1 15,2 2-2-15,-1-1-3 16,0 2-2-16,-1 1 5 15,0 0-7-15,-2 0-1 16,-4 0-3-16,0 0 0 16,-7 18 0-16,-7 3 0 15,-2 8 1-15,-8 4-2 16,-8 6 6-16,-6 3-4 16,1 0 0-16,-3 0-2 15,2-2 2-15,3-5 0 16,8-2-1-16,8-6 1 15,11-6-1-15,2-3 1 16,6-2-1-16,4-4 0 16,2-4-1-16,3 4 1 15,1-4-3-15,2 3-7 16,2 1-14-16,0-2-39 16,0-1-49-16,0-3-59 15</inkml:trace>
  <inkml:trace contextRef="#ctx0" brushRef="#br0" timeOffset="850.5">8189 8462 299 0,'0'0'67'15,"0"0"-4"-15,0 0-20 16,0 0-13-16,-37-49 12 15,28 46-12-15,3 3-10 16,-3 0-2-16,1 0-19 16,-1 22 1-16,3 8-2 15,-5 2-2-15,3 7 6 16,3 2 0-16,-2 0-1 0,5-2 0 16,2-2-2-1,0-2 1-15,0 2-1 0,0 1 2 16,0-3-1-16,11-3 0 15,0-3 0-15,4-5 1 16,-2-5-1-16,2-8 0 16,2-5 1-16,-2-6-1 15,3 0 1-15,-4 0 0 16,2-13 2-16,0-9 7 16,-2-1-5-16,0-2 5 15,0-4-4-15,-2 0-1 16,2 0 0-16,-6-7-3 15,1 1 1-15,-3-5-2 16,-4 1 2-16,-2-5-2 16,0 4 0-16,0 1 1 15,-13 1-2-15,-4 9 1 16,-6 4 0-16,-3 2 0 16,0 5 0-16,0 6 1 15,2 6-1-15,1 6-1 16,-1 0-1-16,2 8 2 15,1 18-3-15,2 3 1 16,-3 8 1-16,7 4 0 16,0 2 2-16,9 3-1 15,4-1-20-15,2-4-52 16,0-8-77-16,0-7-232 16</inkml:trace>
  <inkml:trace contextRef="#ctx0" brushRef="#br0" timeOffset="5283.58">19887 10826 346 0,'-6'-10'62'0,"1"-2"0"15,1 5-20-15,0-1-4 16,1 6 14-16,-1-3-11 16,2 5-15-16,2 0-14 15,-2 0-6-15,0 0-2 16,0 0-2-16,-3 0-3 16,-4 12 1-16,-7 16-1 15,-10 11 8-15,-2 9-4 16,-4 7-1-16,-7 5 0 15,2 1 4-15,0-1-3 16,5-6 4-16,2-2 2 16,4-6-3-16,5-8 1 15,8-9-9-15,2-6 5 16,5-9-1-16,6-5-2 16,0-3-10-16,0-2-25 15,10-4-25-15,14 0 4 16,6-10-56-16,5-17-101 0</inkml:trace>
  <inkml:trace contextRef="#ctx0" brushRef="#br0" timeOffset="6100.01">21052 10964 352 0,'0'0'27'16,"0"0"-2"-16,0 0 0 15,-115-30-12-15,87 24 25 16,4-5 0-16,2 3-19 16,8-4-14-16,-2 1-4 15,8-1 4-15,0 0-5 16,8 1-16-16,0-1 14 0,0 1 0 16,4 1-1-16,13 0 20 15,2 1-25-15,3 3 17 16,2 2-5-16,-1 4-4 15,-1 0-4-15,1 11-7 16,-1 15 4-16,-3 9-2 16,-5 7 13-16,-2 8 11 15,-8 6 8-15,-4 7-4 16,0-2 0-16,0 3-4 16,-14 3-2-16,-2-8-3 15,-3 1-2-15,0-4 3 16,4-6-6-16,1-6 1 15,4-8 1-15,4-11-5 16,-1-4 0-16,7-10-2 16,0-2-1-16,0-5-4 15,0-4-5-15,17 0 10 16,15 0 10-16,9-10 1 16,5-4-8-16,10-1 1 15,1 2-3-15,-1 1-1 16,0 5 2-16,0 3-1 15,-1 4-2-15,-9 0 2 16,0 0-1-16,-8 0 1 16,-7 0 2-16,-12 0-9 15,-10 0-20-15,-9 7-28 16,0-2-25-16,-22 0-65 16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22T03:06:43.5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18998 8622 341 0,'-10'0'28'0,"-3"0"-3"16,6 0 20-16,-1 0 25 15,-1 0-3-15,5 0-23 16,-1 0-30-16,1 0-7 0,0 0-6 16,0 6 1-1,-8 0 2-15,4 3-2 0,-10 5 2 16,-2 4-1-16,-4 1-1 15,-2 5 0-15,-2-1-1 16,0-1 0-16,7 0 2 16,3-6-3-16,6-4 2 15,2-3-2-15,8-5 0 16,0-2-1-16,2 0-4 16,0-2 2-16,16 0-11 15,14 0 3-15,10-14 10 16,12-9 12-16,9-4-6 15,5-7 3-15,1-2 5 16,-3-3 1-16,-1 4-2 16,-5 1-2-16,-6 3-5 15,-12 3 1-15,-10 9-5 16,-8 2 1-16,-11 6-1 16,-7 4 1-16,-2 4 2 15,-2 0-1-15,0 3 1 16,0 0-5-16,0 0-30 15,-6 18-112-15,-20 5-50 16</inkml:trace>
  <inkml:trace contextRef="#ctx0" brushRef="#br0" timeOffset="1534.15">19851 10726 419 0,'0'0'60'16,"0"0"-31"-16,0-2 14 15,0-1 18-15,0 3-11 16,0 0-22-16,0 0-17 16,-5 17-15-16,-10 20-3 15,-3 16 18-15,-6 16 1 16,-7 9-4-16,-6 4-4 16,5-2 0-16,0-6 0 0,1-9-2 15,3-6-3-15,3-11 3 16,6-7-3-16,1-10 1 15,8-8-18-15,5-7-11 16,5-10-36-16,0-6-37 16,9-3-50-16,19-29 37 15</inkml:trace>
  <inkml:trace contextRef="#ctx0" brushRef="#br0" timeOffset="2151.23">20982 10959 441 0,'0'0'22'0,"0"0"-25"16,0 0 1-16,0 0 2 16,0 0 18-16,-56 17 3 15,54 0-9-15,2-7 0 16,0 5-1-16,0-7-7 15,0-2-5-15,0-6-6 16,0 0 11-16,9 0 0 0,3-14 39 16,2-5-25-16,1-5-14 15,2 0 0-15,-6-2 0 16,-1 4-3-16,-1-1 2 16,-4 4-5-16,-1 3 2 15,-2 4-4-15,-2 7 2 16,0 1 0-16,2 4-12 15,-2 0 1-15,0 8 12 16,0 11 4-16,0 6 5 16,0 8-2-16,0 4 7 15,4-1 12-15,-2 3-8 16,4 2 2-16,0-5-8 16,0-1-1-16,0-4-2 15,0-2-7-15,0-3 2 16,0-5-2-16,-2-4 0 15,0 1 2-15,-2-4-8 16,-2 0-25-16,0-2-42 16,0-2-57-16,-16-3-44 15</inkml:trace>
  <inkml:trace contextRef="#ctx0" brushRef="#br0" timeOffset="2383.08">20885 11474 400 0,'0'0'5'0,"0"0"-8"0,0 0 14 15,0 0 39-15,0 0-15 16,93-7 1-16,-53-1-22 16,6 2 0-16,-5 0-1 15,4 2 4-15,-6 0-10 16,-1 2-5-16,-3 1-1 15,-7 1-1 1,-11 0-44-16,-13 0-61 0,-4 0-137 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22T03:06:51.8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11007 10112 289 0,'-15'-5'27'0,"3"4"-7"15,2-1 7-15,6-2 23 16,0 3 4-16,0-2-9 15,0 3-20-15,0 0 0 16,1 0 2-16,-4 0-6 16,3 0-13-16,-4 3-1 15,4 2 4-15,-1-5 6 16,2 2-1-16,1-2 3 16,2 0-5-16,0 0-8 15,0 0-4-15,0 0-4 16,0 0-1-16,0 0-2 15,16-2 6-15,1-8 1 16,6-3 2-16,8-9 0 16,10-3-7-16,8-10 8 15,13-6 5-15,14-7-3 16,7-5-3-16,10-5-1 16,4-5 0-16,4-3 1 15,0 0-1-15,0-1-4 16,1-2 3-16,3 2-2 15,-2 3-1-15,1 2 3 16,-5 2-2-16,-7 4 0 16,-6 7 4-16,-13 5 0 15,-13 10 0-15,-17 12 2 0,-15 5 1 16,-10 6-5-16,-10 10 0 16,-6-4 2-16,-2 5 15 15,0 0 2-15,0-1-8 16,0 1-1-16,0 0-2 15,0 0-3-15,0 0-3 16,0-1 1-16,0 1-2 16,0 0-2-16,0 0 0 15,0 0-1-15,0 0 0 16,0 0 0-16,0 0 2 16,0 0-2-16,0-3 1 15,0 3 0-15,0 0-2 16,0 0 3-16,0 0-1 15,0 0 0-15,0 0-1 16,0 0 0-16,0 0 1 16,0-2 1-16,0 2-3 15,0 0 1-15,0 0 0 16,0 0 1-16,0 0-2 16,0 0 1-16,0 0 1 15,0 0-2-15,0 0-1 16,0 12-42-16,-2 13-13 15,-19 13-7-15,-7 5-65 16,-17 0-193-16</inkml:trace>
  <inkml:trace contextRef="#ctx0" brushRef="#br0" timeOffset="1249.71">11573 11276 358 0,'-8'-7'72'16,"-1"2"-38"-16,2-6 10 16,3 5 4-16,-2 3-12 15,4-1-1-15,0 1-12 16,2 0-18-16,0 1-6 16,0-8-5-16,10-7-9 15,22-12 13-15,11-8 45 16,17-15-24-16,12-14-8 15,5-2 1-15,7-3 5 16,0 3 0-16,-7 4-7 16,-10 8-5-16,-11 12 3 15,-15 11-5-15,-18 9-1 16,-7 11 0-16,-10 7 0 16,-6 6 0-16,0 0 3 15,0 0-5-15,-6 18-1 16,-12 7-20-16,2 9-24 15,-4 3-44-15,0-4-36 16,10-11-137-16</inkml:trace>
  <inkml:trace contextRef="#ctx0" brushRef="#br0" timeOffset="1998.65">14437 9761 163 0,'0'0'37'0,"0"0"3"16,0 0 30-16,0 0 6 16,-24 4 1-16,22-4-28 15,0 0-11-15,0 0-6 16,0 0 0-16,0 0-10 16,0 0-5-16,2-4 1 15,0-6-5-15,0-11-1 16,14-8-10-16,19-10 1 15,5-10 7-15,12-7-1 16,4-7 2-16,4 1 1 16,-1-2-6-16,-1 8 2 15,-6 4-2-15,-5 7-3 16,-10 10 2-16,-10 8-4 16,-7 12 1-16,-12 5-1 15,-2 8-1-15,-4 2-3 16,0 17-47-16,-18 16 2 15,-17 10-76-15,-14 3-207 16</inkml:trace>
  <inkml:trace contextRef="#ctx0" brushRef="#br0" timeOffset="3516.28">8955 12583 339 0,'0'0'62'0,"0"0"-38"16,-44 4 0-16,34-4-6 15,8 0-1-15,0 0 4 16,0 0-2-16,2 0 0 15,0 0-7-15,0 0-4 16,10 0 3-16,14-9 20 16,12-11 14-16,16-10-12 15,6-7-15-15,9-8-3 16,4-1-1-16,-1 4 0 16,0 0-10-16,-6 8 0 15,-10 6-3-15,-5 7 0 0,-10 4 2 16,-7 5-2-1,-8 1-2-15,-6 5-15 0,-8 6-15 16,-8 0-32-16,-2 0-68 16,-8 21-29-16</inkml:trace>
  <inkml:trace contextRef="#ctx0" brushRef="#br0" timeOffset="4290.22">9241 13660 393 0,'0'0'40'16,"0"0"-11"-16,0 0-8 16,0 0 2-16,0 0-9 0,-20-4-11 15,20 6 4 1,0 9 7-16,0-1-2 0,0-2-5 16,0-2-1-16,13-6-5 15,6 0-3-15,-1-6 12 16,6-17 17-16,0-4-8 15,-4-4-15-15,2 2-2 16,-9-1-2-16,-2 5-4 16,-5 0 11-16,-6-2-7 15,0 2 1-15,0-2-2 16,0 6-2-16,0 1 2 16,-4 5-1-16,2 5 2 15,2 8 8-15,0 2-7 16,0 0-4-16,0 2 1 15,0 18 1-15,4 9 7 16,7 7 4-16,4 7 6 16,2 4-1-16,1 1-3 15,0 0 7-15,0-2-1 16,2-3-1-16,-2-4-7 16,-4-4-5-16,-2-5 0 15,2 0-1-15,-4-5 1 16,-3-6-1-16,1-1-3 15,-1-3 2-15,-3-3-1 16,1-3-3-16,-3-3-17 16,0 2-17-16,-2-4-23 15,0-2-36-15,0-2-38 16,-2 0-204-16</inkml:trace>
  <inkml:trace contextRef="#ctx0" brushRef="#br0" timeOffset="4543.49">9454 14133 298 0,'0'0'76'0,"0"0"-30"16,0 0-8-16,0 0-5 16,0 0 5-16,32-50 15 15,2 16-17-15,3-4-7 16,6-3-7-16,0 2-9 15,3-1-5-15,-6 7 0 16,-1 5-5-16,-7 9-1 16,-4 5 0-16,-4 8-8 15,-12 6-48-15,-4 0-73 16,-8 8-47-16</inkml:trace>
  <inkml:trace contextRef="#ctx0" brushRef="#br0" timeOffset="6754.94">19582 10650 78 0,'-2'1'51'0,"2"4"15"16,0-2-33-16,0 0-23 15,0-2 2-15,0-1 22 16,6 0-31-16,4 0 19 16,0 0-6-16,-2 0-8 15,0 0-11-15,1 0 10 16,-2 0-11-16,-1-1-30 15,0-4 11-15,3-1 10 16,-2 1-35-16,-1-1-58 16</inkml:trace>
  <inkml:trace contextRef="#ctx0" brushRef="#br0" timeOffset="7233.21">20063 10557 382 0,'0'0'32'0,"0"0"-17"16,0 0 11-16,0 0 16 16,-131 93-11-16,95-44-15 15,-7 3-2-15,-3 5-7 16,-1 3 5-16,-2 0 3 15,-3-1 7-15,1-2-6 16,1 0-2-16,3-1-4 16,3-4-3-16,8-8-4 15,6-3 2-15,8-9-2 16,9-5-3-16,5-12 2 16,8-4-5-16,0-3-16 15,0-8-24-15,11 0-22 16,8 0-26-16,2-4-40 15,1-15-104-15</inkml:trace>
  <inkml:trace contextRef="#ctx0" brushRef="#br0" timeOffset="7585.21">20909 11025 340 0,'0'0'34'16,"0"0"-4"-16,0 0-4 16,0 0 11-16,-125 76-14 15,104-41 0-15,6 9-2 16</inkml:trace>
  <inkml:trace contextRef="#ctx0" brushRef="#br0" timeOffset="9449.44">20823 11128 280 0,'0'0'42'16,"0"0"1"-16,0 0-19 16,0 0 13-16,0 0 10 15,-97-30-23-15,85 30-9 16,-2 0-6-16,2 0 2 16,-2 10 1-16,0 10 3 0,-4 5 5 15,1 8-2-15,-2 3-5 16,4 6-4-16,-1 0 4 15,6 6 5-15,4-1 0 16,1-3-11-16,5 0 5 16,0-2-7-16,0-5 1 15,17-5-6-15,5-1 0 16,1-4 2-16,5-9-2 16,2-3-1-16,2-9 4 15,8-6-4-15,0 0 7 16,7-14 0-16,1-11-2 15,0-8 1-15,-6-5-5 16,1-3 6-16,-9-2-4 16,0-3-2-16,-9-1 4 15,-1-1-4-15,-7-2 3 16,-8 3-4-16,-9 4 0 16,0 5 0-16,-3 5-1 15,-20 6-2-15,-3 7 3 16,-9 3 0-16,-3 5 0 15,-3 3 4-15,-2 5-5 16,-2 2-1-16,-1 2-1 16,1 0 2-16,2 6 3 15,2 13-5-15,5 6 6 16,6 4 0-16,8 8 0 16,5 2-35-16,2-3-71 15,2-6-105-15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081.76611" units="1/cm"/>
          <inkml:channelProperty channel="Y" name="resolution" value="3329.97974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3-11-22T03:07:34.5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22398 9445 551 0,'0'0'21'16,"0"0"-4"-16,-11-21 7 15,11 19 9-15,0-3-1 16,0 5-13-16,0-4-11 16,0 2-8-16,4-8-5 15,20-3 1-15,9-7 7 16,11-10 2-16,19-9-2 15,17-11-2-15,16-7 3 16,23-7 4-16,14-2 9 16,13-3-3-16,5-2-8 15,-4 6-2-15,-8 7-3 16,-16 3 3-16,-22 10-3 16,-23 11-11-16,-22 9 0 15,-24 11-17-15,-18 10-18 16,-9 4-36-16,-5 0 51 15,0 6-21-15,-15 9-87 16,-5-1-201-16</inkml:trace>
  <inkml:trace contextRef="#ctx0" brushRef="#br0" timeOffset="449.88">23108 9445 188 0,'0'0'39'16,"0"0"-8"-16,0 0-9 15,0 0 28-15,0 0 12 16,60-21-2-16,-28 8-5 16,8-10-27-16,13-5-2 15,13-6-1-15,16-7-1 16,9-7 5-16,17-9-8 15,5-1-1-15,6 2-11 16,-5 0-7-16,-9 9 0 16,-12 6-5-16,-20 11-21 15,-18 10-36-15,-19 11-36 16,-22 9-39-16,-12 0-40 16</inkml:trace>
  <inkml:trace contextRef="#ctx0" brushRef="#br0" timeOffset="733.56">24057 9282 301 0,'0'0'12'0,"0"0"17"15,0 0 8-15,0 0 5 16,0 0-4-16,153-73 5 16,-95 40-11-16,8-4-13 15,8-3-9-15,7-3-5 16,5 0-4-16,-3 4 1 16,-2-1-16-16,-8 9-7 15,-10 6-37-15,-18 11-40 16,-20 13-16-16,-20 1-100 15</inkml:trace>
  <inkml:trace contextRef="#ctx0" brushRef="#br0" timeOffset="975.41">24442 9417 442 0,'0'0'44'16,"148"-70"20"-16,-60 27-17 15,7-10-30-15,3 2-7 16,-4-2-4-16,-8 5-6 0,-6 3 3 16,-12 9-4-16,-14 9-31 15,-22 11-44 1,-19 10-40-16,-13 6-85 0</inkml:trace>
  <inkml:trace contextRef="#ctx0" brushRef="#br0" timeOffset="2637.24">14166 16924 587 0,'0'0'26'16,"0"0"-7"-16,-46-1-5 15,40 14-8-15,2 13 2 16,4 7 3-16,0 6-4 16,0 4 0-16,0-2-7 15</inkml:trace>
  <inkml:trace contextRef="#ctx0" brushRef="#br0" timeOffset="2850.93">14110 17118 685 0,'10'36'4'0,"4"-3"-2"0,-4-9-2 0,6-6 1 0,-4-10-4 16,4-3 2-1,-2-5-15-15,2 0 16 0,-6-2-11 16,1-12 19-16,-2-1-1 15,-7-3-3-15,-2 1-8 16,0 1 10-16,0 1-6 16,-2 3-10-16,-12 1-2 15,4 1-2-15,4 6 7 16,4 0 3-16,2 4-1 16,0 0-13-16,0 0-21 15,10 10 31-15,14 5 8 16,6 4-1-16</inkml:trace>
  <inkml:trace contextRef="#ctx0" brushRef="#br0" timeOffset="4165.72">14118 17116 354 0,'0'0'31'0,"0"0"-1"0,0 0 14 16,0 0 5-16,-15-16-12 16,13 16-13-16,2 0-17 15,0 0-1-15,0 0-4 16,0 0-3-16,0 6 0 15,0 11 2-15,9 7 4 16,1 1-2-16,4 7-3 16,-4-2 1-16,6-2-6 15,-6 2-3-15,6-5-2 16,-4-2-4-16,4-5 3 16,-4-9-7-16,1-3 0 15,-2-4-1-15,-1-2-8 16,1 0 18-16,-4-6 16 15,1-11-2-15,-1-2 5 16,-1-3 7-16,-4-2 0 16,-2 5-7-16,0-1 6 15,0 1-3-15,0 1-4 16,0 6 6-16,-6 0-9 16,2 6 7-16,-1 5-13 15,3 1 3-15,2 0 6 16,0 7-12-16,0 11 3 15,0 6 3-15,5-2-2 16,3 1-11-16,1-5 3 16,2-5 0-16,-1-1 4 15,1-2-5-15,2-7 2 16,-1 1 5-16,6-4-5 16,-3 0 2-16,2 0 1 15,5 0 0-15,1-7 7 16,1-5-4-16,0-4 0 0,-2 1 3 15,-2-1-3-15,0 3 3 16,-9 0-3-16,-2 0 0 16,-7 1 3-16,-2 0 1 15,0 0 6-15,0 0 2 16,-16 1-1-16,-2-3 5 16,-2 3-9-16,-2 1-10 15,-1 1 7-15,6 3 0 16,1 2 0-16,6 0-3 15,3 4-4-15,3 0 4 16,4 0-26-16,0 0-18 16,0 0-35-16,0 2 16 15,6 7 23-15,9 1-88 16</inkml:trace>
  <inkml:trace contextRef="#ctx0" brushRef="#br0" timeOffset="4616.89">14745 17006 440 0,'0'0'35'0,"0"0"-15"16,0 0-7-16,0 0 1 15,-82 106-4-15,75-73 4 16,3-2-9-16,4-2-3 15,0-5 2-15,0-5-5 16,2-5-2-16,9-2-12 16,-3-6 3-16,-1-5 3 15,2-1 2-15,-3 0 4 0,0 0 5 16,-4-13-1-16,0-4 0 16,1-4 7-16,-3 2-5 15,0-5 1-15,0 1 6 16,0 6 0-16,0-1-3 15,0 7 2-15,0 3-2 16,0 4 0-16,0 4 2 16,0 0-8-16,0 0-7 15,3 2 5-15,9 12 5 16,-2-1-1-16,6 4 1 16,-1-1-9-16,-2-3-1 15,0-1-12-15,0 0-1 16,-7-5-27-16,3-1-13 15,-3 0-20-15,-4-1-153 16</inkml:trace>
  <inkml:trace contextRef="#ctx0" brushRef="#br0" timeOffset="4866.53">14886 16893 453 0,'0'0'4'16,"0"0"17"-16,0 0 10 15,18 118-23-15,-8-79 6 16,8-2 0-16,-3 3-10 16,4-5-1-16,-1-5-3 15,-6-5 3-15,3-6-9 0,-6-1-35 16,-5-10-33-16,-4 0-24 15,0-8-27-15</inkml:trace>
  <inkml:trace contextRef="#ctx0" brushRef="#br0" timeOffset="5052.87">14868 17187 292 0,'0'0'13'0,"0"0"22"16,0 0-6-16,0 0 3 16,0 0-15-16,0 0-4 15,98-54-8-15,-76 44-7 16,-3 5-72-16,1 1-85 16</inkml:trace>
  <inkml:trace contextRef="#ctx0" brushRef="#br0" timeOffset="5282.55">15091 17071 423 0,'0'0'19'0,"0"0"16"16,0 0-4-16,0 0-5 15,0 0-5-15,0 0-12 16,-10 110-5-16,26-86 0 15,4 0-3-15,-1-5 0 16,0-8-6-16,1 0-27 16,-5-7-11-16,2-4-49 0,-4 0-100 15</inkml:trace>
  <inkml:trace contextRef="#ctx0" brushRef="#br0" timeOffset="5703.95">15252 16965 384 0,'0'0'33'16,"0"0"-4"-16,0 0-20 16,40 123 5-16,-26-93 16 15,-3-3-17-15,0-4-3 16,-3-5-7-16,-1-5 0 15,-5-7-1-15,-2-2-15 16,0-4-1-16,0 0 7 16,0-10-1-16,0-13-13 15,0-5 12-15,0-2 11 16,0-3-2-16,0 4 10 16,0 2 11-16,6 9-4 15,7 6-9-15,2 11 1 16,5 1 16-16,4 0-9 15,2 0 5-15,-1 11-1 16,3 1-2-16,-2 1-14 16,-5 1 11-16,-6-3-6 15,-2-1-7-15,-4 0 2 16,-5-2-4-16,-2-3-14 16,-2 1-26-16,0-4-30 15,0 0-27-15,0-2-99 0</inkml:trace>
  <inkml:trace contextRef="#ctx0" brushRef="#br0" timeOffset="6899.01">15789 16692 481 0,'0'0'49'0,"0"0"-8"15,0 0-21-15,0 0-7 16,0 0-1-16,-123-33 1 16,103 28-3-16,0 2-6 15,-3 0 1-15,-3 3-1 16,-4 0-4-16,-8-2 4 15,-2 2-1-15,-2-4-2 16,-6-2 0-16,-1 1-4 16,-3-2 5-16,0 3-4 15,3-2 1-15,-1 0 2 16,6 3-7-16,4-1 6 16,0 4-3-16,3-2 3 15,-3 2 0-15,-2 0-5 16,-7 6 4-16,-5 12-2 15,0 1-4-15,-2 1 4 0,1-1 3 16,3 5 0-16,4 0 2 16,6-1-6-1,3 4 6-15,3 2-2 0,0 2-2 16,6 0 3-16,5-2-3 16,1 1 4-16,5 0-1 15,2-3-2-15,-1 2 2 16,4 0-1-16,-2 0 3 15,4 0-2-15,-2 4-1 16,4-4 4-16,-1 5-3 16,4-2 0-16,3 0 1 15,2-1-4-15,2 0 5 16,0 1-4-16,0-1 2 16,0-2 4-16,6 2-6 15,10-4 4-15,0 3 0 16,6-5-3-16,4-3 1 15,0 1-1-15,4-4 0 16,2 3 4-16,5-4-3 16,1-1 3-16,8-1-1 15,1-3-2-15,5-1 3 16,4-2-5-16,0 1 3 16,-1-6 2-16,-1 1-4 15,0 0 2-15,-2-2-4 16,-7-2 4-16,3 0 0 15,-4-2-4-15,4 0 4 16,-1 0-1-16,-1 0-2 16,-1 0 3-16,-1-6-3 15,2-3 3-15,-1-5-2 16,-2 3 0-16,0-5-1 16,1 2-1-16,-2-3 4 0,-3-2-1 15,2-3-2-15,-2-1 2 16,-3-4-3-16,0 2 2 15,-3-4 1-15,-1-2-5 16,0 2 6-16,0 0-1 16,-4 0 1-16,-2-2 0 15,-4 2-9-15,0 0 7 16,-5-4 6-16,-7 4-4 16,-1-2-1-16,-6 0 3 15,-3-1 7-15,0 2 1 16,-7-1-8-16,-17 0 1 15,-8-2 0-15,-9 2 2 16,-6-1-1-16,-5-4-5 16,-4 1 0-16,-1-1 0 15,2 2-2-15,4 4 3 16,2 2-6-16,1 7 5 16,7 4-2-16,0 5 1 15,2 8-3-15,1 4 1 16,3 0 3-16,3 0-2 15,6 16-2-15,4 3 3 16,8 6-16-16,2 2-33 16,2 3-101-16</inkml:trace>
  <inkml:trace contextRef="#ctx0" brushRef="#br0" timeOffset="10915.95">16634 16934 395 0,'-28'0'3'0,"2"0"2"16,5 8-3-16,1 5-1 16,2 2 4-16,4-1-5 15,1 1 4-15,2 3-1 16,1-1 3-16,3-1 0 15,0-3-3-15,5-1 0 16,2 0-2-16,0-7-4 16,0 1 2-16,0-4 1 15,5-2-4-15,10 0 11 16,4 0 12-16,4 0 17 16,7 0-5-16,3-2 4 15,4-2-9-15,2 4-16 16,1 0 0-16,2 6-6 15,0 17 3-15,-7 6 0 16,-3 2-3-16,-8 3 2 16,-8-2 4-16,-10-5-8 15,-6-1 9-15,0-10 9 16,-6 0 9-16,-12-6-4 16,-4-4-9-16,-2 0 2 15,-4-4-7-15,1-2-9 16,-3 0 3-16,2 0-7 15,0 0 3-15,2 0-1 0,2 0-14 16,2-6-13 0,5-2-19-16,2-2-25 15,8-3-42-15,5-3-80 16</inkml:trace>
  <inkml:trace contextRef="#ctx0" brushRef="#br0" timeOffset="11349.33">16780 16979 427 0,'0'0'22'0,"0"0"-16"16,0 0 25-16,0 0-2 15,0 0-18-15,89 119-4 16,-69-78-3-16,-2-3-2 15,0-3 0-15,-4-5 0 16,-3-5-1-16,-2-11-1 16,-3-2 2-16,-4-7-4 15,0-5-3-15,-2 0-14 16,2-6-19-16,3-13 50 16,-3-6-7-16,4-3 2 15,-1 0 0-15,1-2 3 16,-1 5 0-16,1 6-8 15,5 7 2-15,0 4-1 16,1 8-7-16,2 0-4 16,0 8 11-16,0 13 9 0,0 4 9 15,-3 4-11 1,2 1-4-16,-5-7-5 16,1-3-13-16,-2-4-4 0,-3-6-42 15,2-4-41 1,-1-6-45-16</inkml:trace>
  <inkml:trace contextRef="#ctx0" brushRef="#br0" timeOffset="11682.01">17217 17162 163 0,'0'0'81'16,"0"0"-25"-16,0 0-26 16,0 0-19-16,0 0 39 15,12 31-20-15,-7-13-12 16,2-5 6-16,1-1 5 15,2-3 10-15,0-6-23 16,2-3-8-16,-1 0 17 16,4 0 9-16,-2-14-25 15,0-3 2-15,-4-2 7 16,-5-3-8-16,-2 4-5 16,-2 1-6-16,0 2 4 15,0 1-2-15,-13 6-8 16,-6-2 10-16,0 8-8 15,-1 1 8-15,2 1-1 16,2 0-2-16,7 0-4 16,0 9 1-16,7 7-27 15,2 1-23-15,0-3-37 16,0 1-32-16,0-1-78 16</inkml:trace>
  <inkml:trace contextRef="#ctx0" brushRef="#br0" timeOffset="11999.35">17460 17127 246 0,'0'0'29'0,"0"0"-2"15,0 0 52-15,0 0-35 16,0 0-29-16,71-98-11 16,-71 86 7-16,0 4 24 15,0-2 5-15,-7 6-19 16,-10 2-10-16,0 2-3 15,0 0 4-15,-2 6-7 16,3 12-4-16,2 3 8 16,4 4-2-16,6 4-4 15,2 1 5-15,2-1-4 16,0 0-2-16,0-5 2 16,14-5-6-16,0-8-1 15,2-3-27-15,5-7-34 16,2-1-8-16,3-1-36 15,0-21 51-15,2-5-85 16</inkml:trace>
  <inkml:trace contextRef="#ctx0" brushRef="#br0" timeOffset="12220.33">17629 16852 387 0,'0'0'23'0,"0"0"-1"16,0 0 0-16,0 0 0 16,-50 107 9-16,50-98-15 15,0-7-15-15,6-2 7 16,16 0 3-16,-2 0 1 16,4 0-3-16,2 0-4 15,0 0-1-15,-2 0 0 0,-3 11-3 16,-1 3 10-16,-6 3-7 15</inkml:trace>
  <inkml:trace contextRef="#ctx0" brushRef="#br0" timeOffset="12332.96">17782 17012 593 0,'10'18'5'0,"-8"4"8"0,-2-3 2 0,0 2 4 0,-12-1 6 0,-9 1-3 15,-2-2-8-15,-3-1-9 16,2-5-2-16,1-3 0 16,1-2-6-16,2-4-3 15</inkml:trace>
  <inkml:trace contextRef="#ctx0" brushRef="#br0" timeOffset="13499.97">18021 16611 468 0,'0'0'82'0,"0"0"-27"16,0 0-20-16,0 0-13 16,0 0 0-16,-109-41-3 15,94 35-5-15,-5 0-5 16,3 0-3-16,-2 1-2 15,0-1 3-15,-7 4-5 16,0-2-1-16,-4 2 1 16,-9 2-4-16,-4 0 3 15,-6 0-1-15,-7 0-1 16,-3 0 0-16,1 0-3 16,-4 0 5-16,4 2-2 15,1 8-4-15,4-3 3 16,1 5 3-16,0-3-2 15,4-1 3-15,0 2-4 16,7-2 3-16,-2 4-1 16,6 0 0-16,5 5 0 15,2 2-2-15,4 6 2 16,3 3 1-16,1 3-4 16,0 3 5-16,6-3-3 15,0 2 2-15,-3-2 1 16,4 2-3-16,-2-2 3 15,-1 3-1-15,3 0-1 16,-2-4 3-16,7 5-6 16,-6-2 4-16,8 4-2 15,-3-2 1-15,4 2 3 0,3-3-6 16,4 0 4-16,0-4 1 16,0-1-4-16,0-4 2 15,6 0 0-15,12 1 0 16,-3-1 4-16,4 0-8 15,5-2 6-15,2 1-4 16,4-4 0-16,3 3 4 16,5-4-7-16,1-2 7 15,6-2 0-15,2 1-6 16,5-3 5-16,4-1-5 16,4-4 6-16,1 1-4 15,3 0-8-15,-1-4-4 16,3-1-3-16,1-4-2 15,3 0 12-15,0 0-8 16,1-4 5-16,-3-15-3 16,1-10 1-16,-3-7 11 15,-2-6-4-15,-7-8 8 16,-5-4-2-16,-4-5 2 16,-8 1-1-16,-1-2-1 15,-11 1 2-15,-4-1 1 16,-10 0-7-16,-6 3 6 15,-8 2-3-15,0-1 1 16,-24 3 0-16,-15 1-2 16,-9 3 11-16,-4 3 2 15,-8 4-3-15,-2 10 3 16,-7 7 0-16,3 9 1 16,-3 9-10-16,-3 7-3 15,-3 0 3-15,3 16-6 16,2 9 4-16,1 7 0 0,5-1-39 15,-5 2-105 1,-9-6-302-16</inkml:trace>
  <inkml:trace contextRef="#ctx0" brushRef="#br0" timeOffset="14715.34">4774 17427 341 0,'0'0'2'0,"28"0"-3"16,-2 0 44-16,4 0-8 15,9 0-11-15,5 0 7 16,6 0-4-16,8-5 0 16,5-5-8-16,3-2-4 15,3 0-1-15,-5 1-5 16,-5 1-1-16,-5 2-6 15,-12 5-2-15,-9-1 2 16,-10 4-4-16,-5 0-7 16,-8 0-2-16,-3 0-6 15,-2 0 9-15,-5 0 5 16,0 0 1-16,0 0-6 16,0 0-13-16,0 0-31 15,0 0-52-15,-9 0-86 16</inkml:trace>
  <inkml:trace contextRef="#ctx0" brushRef="#br0" timeOffset="15115.53">5417 17292 295 0,'0'0'22'0,"0"0"3"16,0 0 8-16,0 0-7 16,0 0 2-16,101 19 7 15,-71-19 8-15,7 0-9 16,4 0-1-16,0 0-14 16,2 0-13-16,0 6-3 15,-2 6 0-15,-5-1-3 16,-6 1 4-16,-6-1-2 15,-8 1-2-15,-8 0 0 16,-8 1-1-16,0 3 1 16,-6-1 15-16,-16 5-7 15,-6-1 1-15,0-2 7 16,0 0-4-16,4-4-5 16,3-4-3-16,5-1 0 15,8-6-4-15,2 1-5 16,6-3-43-16,0 3-99 15,0-3-181-15</inkml:trace>
  <inkml:trace contextRef="#ctx0" brushRef="#br0" timeOffset="15872.95">8987 17243 244 0,'0'0'8'0,"0"0"5"15,0 0 2-15,0 0 23 16,149-14 12-16,-98 2 32 16,7 4-20-16,4-3-23 15,3-1-17-15,-3 0-9 16,-2 2-11-16,-6-2 2 16,-4 1-6-16,-9-1 4 15,-5 1-1-15,-6 1-1 16,-8 2-1-16,-7 2-30 15,-6 4-41-15,-5 2-54 16,-4 0-11-16</inkml:trace>
  <inkml:trace contextRef="#ctx0" brushRef="#br0" timeOffset="16103.69">9602 17069 434 0,'0'0'9'15,"0"0"-16"-15,0 0 11 16,0 0 2-16,0 0-2 16,144-7 15-16,-98 7 17 15,3 0 11-15,-2 7-25 16,-1 12-14-16,-12 11-3 0,-9-1-2 15,-11 5-2-15</inkml:trace>
  <inkml:trace contextRef="#ctx0" brushRef="#br0" timeOffset="16189.35">10007 17181 591 0,'0'36'5'0,"0"1"-4"0,-4-4 13 0,-22 4 4 0,-4 1-8 15,-3-6-2-15,3 0-6 16,2-6-1-16,4 1-18 16,5-8-47-16</inkml:trace>
  <inkml:trace contextRef="#ctx0" brushRef="#br0" timeOffset="17082.96">12834 17046 403 0,'0'0'37'16,"0"0"5"-16,0 0 0 16,0 0-19-16,-78 0-10 15,78 0 5-15,0 4-3 16,0 2-3-16,2-3 6 15,20 1-3-15,2-2-9 16,6 2-3-16,7 2 2 16,7 0-1-16,8 0-2 15,4 5 0-15,7-1 7 16,3 2-3-16,5-1-1 16,1 0-3-16,1 1-2 0,-5-2 1 15,-1 0-1-15,-7-4 2 16,-4 0 0-16,-6-5-11 15,-7-1 4-15,-9 0-9 16,-4 0-9-16,-2 0 5 16,-2-6-15-16,-6-3 22 15,-1 1 11-15,-6 0-19 16,0 3-25-16,-7 1-28 16,-4-2-36-16,-2 4-15 15</inkml:trace>
  <inkml:trace contextRef="#ctx0" brushRef="#br0" timeOffset="17482.95">13748 17083 303 0,'0'0'31'0,"0"0"-15"16,0 0-14-16,128 0-1 16,-86 2 2-16,-1 7 1 15,1 3 8-15,-8 2 1 16,-6-1 4-16,-9 1-9 15,-10-3-8-15,-9 5 3 0,0-3 1 16,-11 5 17-16,-15-5 6 16,-7 5 4-16,-5 1 2 15,-1 0-5-15,-4 0 1 16,2 1-14-16,3 0 2 16,10-5-7-16,4 0-4 15,15-1-7-15,5 1-16 16,4-1-67-16,0-3-112 15</inkml:trace>
  <inkml:trace contextRef="#ctx0" brushRef="#br0" timeOffset="18252.53">15847 17129 389 0,'0'0'14'0,"0"0"-10"16,0 0 10-16,0 0 2 15,42-13 0-15,-14 11 1 16,5 0 3-16,1 0-3 16,6-2 0-16,4-2 22 15,3 0-18-15,7-1-9 16,0-3-4-16,4 2 2 15,-3-3-6-15,-1 5-1 16,-6-2-3-16,-11 2 0 16,-11 2 3-16,-10 3-13 15,-6-3-6-15,-4 2-4 16,-6-1 15-16,0 2 5 0,0-1-9 16,0-2 4-1,0-2-17-15,0 4-7 0,0-3 2 16,0 0-13-16,0 1-33 15,0 2-21-15</inkml:trace>
  <inkml:trace contextRef="#ctx0" brushRef="#br0" timeOffset="18632.86">16348 16956 451 0,'0'0'-4'0,"0"0"23"16,0 0 20-16,0 0-11 16,0 0-11-16,90-2 6 15,-62 2-11-15,-3 8-10 16,-1 10 0-16,-4 3 3 15,-6 5-3-15,0-1 0 16,-8-2-1-16,-4 0-1 16,-2-3 3-16,0-3-6 15,0 0 5-15,-2 1-1 16,-10-1 1-16,-4 1 0 16,-1-3-4-16,4-1 5 15,0-3-3-15,2-1-1 16,3 0 2-16,2-5-10 15,-1-1-27-15,3-2-36 16,-1 2-29-16,-1-4-111 0</inkml:trace>
  <inkml:trace contextRef="#ctx0" brushRef="#br0" timeOffset="22752.71">17929 9896 285 0,'0'0'4'0,"0"0"9"16,80-61-1-16,-37 26 8 16,8 0 12-16,10-4 7 15,-1-2-3-15,9 0-4 16,-3 1-9-16,1 1-11 16,-7 5-3-16,-12 6-1 15,-12 7-7-15,-10 7 3 16,-11 11-4-16,-15 3-19 15,0 2 18-15,-15 23 16 16,-15 14-6-16,-8 6-4 16,-6 11-3-16,-1 1-2 15,2 0 2-15,4-4 6 16,7-6 3-16,6-12-4 16,11-9 4-16,6-5 0 15,9-12-6-15,0-7-4 16,2-2-2-16,24 0-1 15,6-21 12-15,12-4-5 0,5-9-2 16,3 1-3-16,2 0 1 16,2-3-2-1,-3 3 5-15,-5 4-5 16,-10 4 2-16,-8 8 0 0,-6 5 1 16,-15 8-4-16,-9 4-1 15,0 0-1-15,-7 21 9 16,-21 10-1-16,-2 4-6 15,-6 8 4-15,-5-3 2 16,9-4-2-16,4-5 1 16,8-11 0-16,6-4 0 15,8-13-1-15,6-3-5 16,6 0-4-16,17-14 8 16,11-16 1-16,5-1 3 15,8-3-6-15,3-1 1 16,-1 0 3-16,3 0 1 15,-4 6-5-15,-2 3 0 16,-5 6 4-16,-6 6-3 16,-10 4-1-16,-7 9 1 15,-12 1-7-15,-6 1 1 16,0 23 8-16,-10 8-4 16,-16 3 4-16,-2 6-5 15,0-2 0-15,2-4 4 16,7-6-7-16,5-10 7 15,10-8-2-15,4-7-7 16,0-4-6-16,12 0 3 16,13-4 1-16,12-15 6 15,4-3 1-15,8-3 1 0,7-3 8 16,2 0 2 0,0 3-3-16,-2 4-4 15,-9 6 0-15,-5 3-3 16,-14 6 3-16,-16 6-1 0,-12 0-10 15,0 23 8-15,-12 7 6 16,-19 6-4-16,-6 10 4 16,-3-2-6-16,-5 3 6 15,1-2-3-15,2-6-1 16,7-8 0-16,7-6 2 16,11-9 1-16,14-13 1 15,3-3-9-15,10 0 5 16,19-17-7-16,12-10 4 15,2-4 1-15,3-6 1 16,1-1 1-16,2-2 2 16,-6 5-6-16,-3 4 6 15,-11 1-7-15,-3 10 0 16,-13 7-2-16,-7 11-6 16,-6 2-9-16,0 0-1 15,-10 18 18-15,-12 8-20 16,-6 8-10-16,-4 6 18 15,0 1 15-15,2 1-1 16,4-3 3-16,4-8-7 16,11-12 7-16,9-7 1 15,2-8-3-15,2-4 3 16,20-2-3-16,8-16-10 16,5-3 7-16,3-2 3 15,5-2 7-15,5-2 2 0,1-3-4 16,0 4 0-1,-3 1-5-15,-3 3 10 0,-11 6-5 16,-6 4-3-16,-14 7 5 16,-10 5-3-16,-2 0-1 15,-6 19 33-15,-18 9-7 16,-6 6-15-16,1 2-10 16,-4 0 1-16,8-1 1 15,1-8-3-15,8-7 2 16,12-9 1-16,4-9 2 15,0-2-13-15,20-2 14 16,10-19-2-16,8-6-12 16,1-2 0-16,7 0 5 15,-2-5-2-15,-2 9 8 16,-1 2-3-16,-9 7-2 16,-6 4-1-16,-14 10-3 15,-2 2 3-15,-10 0-7 16,0 19 6-16,-20 8 12 15,-8 7-2-15,-4 5-6 16,-5 4 4-16,3-4 1 16,0-3 0-16,5-7-1 15,10-6 3-15,6-13 12 16,10-10 7-16,3 0-18 16,5 0-14-16,16-22 5 15,11-6 0-15,4-7 1 16,2-2-1-16,3 1 3 15,-1 1-6-15,2 6 3 16,-10 5 1-16,-6 7-2 16,-5 6 2-16,-12 5-4 15,-7 6-2-15,-2 0-8 16,-4 8 18-16,-20 14 2 16,-4 7-6-16,-2 5 1 15,0 2 1-15,2-1-6 0,6-6 6 16,7-8-5-16,11-5 4 15,4-8-1-15,0-8-11 16,19 0 12-16,13-10 0 16,8-13-4-16,0-6 0 15,5-2 1-15,-1 2 2 16,-4 0-1-16,-6 6 1 16,-6 6-1-16,-8 6-1 15,-9 5 1-15,-9 6 1 16,-2 0-12-16,-4 16 16 15,-20 13 2-15,-4 2-4 16,-3 8-1-16,1-2-4 16,5-6 2-16,8-6-1 15,2-8-2-15,12-7 2 16,3-5-6-16,0-5-23 16,13-5 16-16,13-18 13 15,5-6 2-15,3-6-1 16,2-2 2-16,-1-2-1 15,-3 2-5-15,-2 5 8 16,-6 7-3-16,-7 6-3 16,-4 7 6-16,-9 10-7 15,-4 2 2-15,0 11 0 16,-8 20 14-16,-16 5-1 16,-2 10-7-16,-2 0-1 15,4-3 0-15,3-9 0 0,10-10-3 16,5-6 2-1,6-12-2-15,0-6-2 0,9 0-8 16,14-23 20-16,3-7-8 16,4-5 3-16,-2-8-1 15,0 3-6-15,-4-1 4 16,-3 0-1-16,-6 2-4 16,0 7 2-16,-8 4-8 15,-5 9 8-15,-2 8 3 16,0 5-7-16,-11 6-6 15,-15 0 6-15,-11 13-10 16,-3 14 11-16,-14 4-2 16,-6 5 6-16,-3 2-8 15,1-1 7-15,1-6 0 16,11-6-12-16,4-6 7 16,12-11 3-16,10-6 1 15,7-2 2-15,8-4-2 16,4-17-9-16,5-4 16 15,0-4-8-15,0-5 7 16,7 1-3-16,0 2-2 16,1 2 1-16,-4 3-2 15,-4 2 5-15,0 7-6 16,0 5 4-16,-14 2-4 16,-14 9 25-16,-10 1-14 15,-4 0-3-15,-10 17 1 16,-5 10 3-16,-11 10-6 15,-3 6-3-15,-3 7 4 16,-9 4-5-16,3-2 3 16,8-6-2-16,11-8 2 15,19-15 10-15,18-20 0 0,24-3 5 16,2-29-17 0,38-21-30-16,12-12-34 0,9-6 17 15,3-1 24-15,-4 3-5 16,-6 6-2-16,-9 11-28 15,-13 11 1-15,-12 11 36 16,-12 10 23-16,-8 12 6 16,0 5 33-16,-14 6-33 15,-12 21-7-15,-8 8 17 16,-6 9 0-16,-7 5-7 16,-7 9-1-16,-6 4 1 15,-4 0 9-15,3 2 16 16,7-8 2-16,14-9-16 15,16-13-19-15,13-20-62 16</inkml:trace>
  <inkml:trace contextRef="#ctx0" brushRef="#br0" timeOffset="25399.02">19624 11083 274 0,'30'-49'15'16,"1"2"19"-16,3-3 1 15,2 3-14-15,-2 4 1 16,-4 10-2-16,-10 6-7 16,-4 9 3-16,-3 9-9 15,-11 6-6-15,-2 3-5 16,0 0 40-16,-22 15 0 15,-5 7-30-15,-5 12-5 16,-8 2 1-16,4 5-2 16,-1 4 0-16,-1-2 3 15,6-2 2-15,-1 0-1 16,7-6 1-16,7-9 1 16,8-11-1-16,11-7-4 15,0-8-7-15,9 0 6 16,19-17-2-16,2-7 4 15,0-1-8-15,0-4 6 16,-2 5-14-16,-4 2 17 16,-3 5 0-16,-4 5-2 15,-4 4-2-15,-2 3 1 16,-9 5-5-16,-2 0-16 16,0 25 11-16,-13 6 12 0,-11 6 3 15,-1 4-3 1,-1-6-2-16,6-2 3 0,4-8 1 15,6-9 11-15,8-3-6 16,2-5-13-16,0-5 6 16,20-3-1-16,6 0-2 15,10 0 4-15,7-18-21 16,7-4 17-16,6-5-3 16,2-4 4-16,3 2 5 15,-6 0-7-15,-3 4 4 16,-12 2-1-16,-6 8-3 15,-14 6 5-15,-9 9-3 16,-11 0-11-16,0 13 18 16,-31 21 11-16,-7 2-7 15,-9 8-9-15,-1 0-1 16,2-5 2-16,2-7 4 16,12-8 13-16,10-8 6 15,7-7-7-15,9-6 8 16,6-3-13-16,0 0-16 15,15-20-3-15,13-10 13 16,4-4-8-16,12-11-5 16,-4-2 1-16,3 1-13 15,-9-2 6-15,-6 3 3 16,-8 4 8-16,-12 10 0 16,-8 5 2-16,0 6 2 15,-10 12-1-15,-20 7 1 16,-11 1-4-16,-5 1 0 15,-8 23-2-15,-3 1 1 0,-3 7 1 16,-2 0 1-16,-2-1-3 16,5 0-6-1,3-5 5-15,8-4-3 0,14-9 1 16,12-7 2-16,16-6 4 16,6 0-6-16,4-23-3 15,22-8-15-15,4-7 5 16,6-2 2-16,2 2 5 15,-6 3 9-15,-5 8-7 16,-3 6 13-16,-11 7-4 16,-6 8 0-16,-7 6-7 15,-3 0 4-15,-23 12 19 16,-2 9-3-16,-6 8 1 16,0 3 3-16,2 2-6 15,4 0 1-15,2-5-5 16,6 0-5-16,11-8 1 15,7-6-3-15,2-7-14 16,9-8-53-16,21 0-51 16,20-22-135-16</inkml:trace>
  <inkml:trace contextRef="#ctx0" brushRef="#br0" timeOffset="26815.88">23506 7850 450 0,'0'0'49'0,"0"0"-1"16,-21-6-22-16,7 6-15 15,-7 17-1-15,-9 10-3 16,-9 9 11-16,-2 3 12 15,-4 3-10-15,8-5-3 0,5-4-6 16,8-9 2 0,8-12-2-16,11-1-3 0,3-9-3 15,2-2-7-15,7 0-4 16,23-14 8-16,8-12 3 16,10-5-1-16,5-4-5 15,1 3 2-15,0 0-6 16,-2 6 1-16,-7 5-5 15,-7 7 5-15,-8 2 4 16,-4 6 0-16,-13 3-5 16,-4 3 1-16,-9 0-5 15,0 0 8-15,0 6 3 16,-17 10 3-16,-4 8 8 16,-7 3-9-16,0 0-4 15,0-2 3-15,8-1 1 16,7-5 2-16,11-2-2 15,2-6-8-15,11-8 2 16,25-3-14-16,14 0-14 16,12 0-6-16,7-18 15 15,7-1 11-15,-1-6 6 16,-5 2-14-16,-9 5 4 16,-18 4 0-16,-15 7-13 15,-17 7-3-15,-11 0-11 16,-6 6 50-16,-32 15 10 15,0 6 6-15,-11 6-17 16,-7 8-2-16,-5 2 3 16,-1 0 3-16,4 0-5 15,8-8 2-15,11-7 6 0,18-13 7 16,19-11-8 0,2-4-23-16,26-12 14 0,14-21-20 15,12-8-2-15,6-5 10 16,0-4 2-16,-1-3 6 15,-4 3-9-15,-12 9-1 16,-7 9 3-16,-14 4-4 16,-14 14 13-16,-6 10 1 15,-9 4 17-15,-23 0-16 16,-11 28-3-16,-9 3 3 16,-8 10-4-16,-4 1-1 15,-3 3 0-15,9-8 0 16,7-7 2-16,13-9 7 15,16-9 6-15,16-9 1 16,6-3-19-16,12-9-5 16,20-16 8-16,9-9-7 15,2-7 8-15,0-5-3 16,-5 3 2-16,-3 0-9 16,-9 6-6-16,-7 11 9 15,-10 7 6-15,-5 5 1 16,-4 11 15-16,0 3-7 15,-11 3-1-15,-17 19-8 16,-8 12-1-16,-6 4 2 16,-4 9 0-16,-6-1-2 15,3 3 4-15,1-2-6 16,7 1 4-16,0-4-36 16,12-9-138-16</inkml:trace>
  <inkml:trace contextRef="#ctx0" brushRef="#br0" timeOffset="34481.81">15543 11743 340 0,'0'-13'14'16,"0"-6"13"-16,17-9-16 0,11-5 0 15,8-11 38-15,6-3 1 16,3-3-20-16,-2-2-13 16,2 5-3-16,-5 6 7 15,-5 7-9-15,-7 8-5 16,-11 10-6-16,-6 7 0 15,-11 9-1-15,0 0-13 16,-2 10 24-16,-24 17-8 16,-2 9-11-16,-11 11-5 15,-3 6 3-15,-6 4 7 16,3-2 6-16,-1 2-6 16,2-4 2-16,9-10-14 15,9-8-8-15,9-12 19 16,13-11 0-16,4-12 3 15,11 0-15-15,21-12 19 16,7-11 2-16,5-6-8 16,2-6 6-16,3-2-1 15,-1 0 0-15,-3 5 6 16,-2 3-5-16,-6 5 0 16,-7 8 0-16,-8 4-5 15,-12 9 4-15,-10 3-8 16,0 3-3-16,-6 22 20 15,-20 8-13-15,-7 6 5 16,-3 5-1-16,0-4-4 16,-8 3 3-16,6-1-3 15,-3-5 4-15,11-6-1 16,6-7-1-16,18-12 2 16,6-10-3-16,10-2-14 15,31-14 27-15,11-22-18 16,10-2 0-16,7-10 6 0,4-1-1 15,0-1 8-15,0 4-7 16,-11 7 5-16,-10 7-5 16,-13 12-1-16,-17 11 2 15,-18 9-5-15,-4 0-14 16,-15 25 27-16,-17 9 8 16,-12 7-5-16,-2 9-8 15,-11 6 3-15,-3 2 2 16,0 2-8-16,0-5 2 15,10-6-3-15,11-12 2 16,19-17 5-16,18-17-2 16,2-3-12-16,38-27 20 15,15-19-22-15,9-8-1 16,12-7 11-16,3-2 3 16,3-1 1-16,-3 3-3 15,-5 10-2-15,-12 8 1 16,-15 12-2-16,-13 12 2 15,-17 13-4-15,-15 6-7 16,0 15-3-16,-26 20 18 16,-10 7-2-16,-12 10-6 15,-6 3 5-15,1-1 2 16,-3 2-8-16,6-9 4 16,8-9-2-16,9-10 4 15,20-15 1-15,13-13 2 16,4-1-10-16,35-33 13 15,18-10-17-15,13-10 3 16,7-6 10-16,5-2 0 16,2 4 2-16,-4 5-6 15,-9 14 2-15,-20 11-4 0,-17 14 4 16,-18 14-3-16,-16 0-32 16,-2 27 31-16,-32 11 1 15,-8 6 4-15,-7 3 1 16,-3 8-2-16,-4-1 1 15,0-1 0-15,3-6-3 16,9-9 1-16,14-13-3 16,18-13 15-16,12-12 18 15,4-9-34-15,28-23 1 16,14-5-21-16,5-7 14 16,3-3 13-16,2 2-3 15,0 3 1-15,-7 7-3 16,-11 8 0-16,-4 5-3 15,-14 14-1-15,-10 8 2 16,-10 0-26-16,0 11 31 16,-24 14 4-16,-8 3-6 15,-3 8 3-15,-2-2-3 16,5-2-1-16,0-9 4 16,11-2-5-16,7-9 5 15,12-11-2-15,2-1-8 16,16-5 4-16,18-24 2 15,9-10-6-15,7-3 7 16,3-8-7-16,3 6 13 16,-2 3-6-16,-4 3 0 15,-10 11 2-15,-8 10-4 16,-12 9 3-16,-14 8-1 16,-6 10-13-16,-4 23 22 15,-24 11 2-15,-8 5-5 16,-2 2-1-16,0 2-6 0,4-8 1 15,6-10 1-15,11-9 4 16,8-11 3-16,9-14-9 16,2-1-6-16,30-16 17 15,7-15-6-15,4-11 5 16,5-3-6-16,-1-5 10 16,-2 3-4-16,-6 9-11 15,-11 9 10-15,-9 8-4 16,-10 13 0-16,-9 8-4 15,0 0-11-15,-18 26 19 16,-10 9-3-16,-8 6-12 16,-5 8 0-16,-2 5-5 15,0 1 0-15,0 2-15 16,2-5-23-16,9-7 0 16,13-10-12-16,9-12 16 15,10-11 32-15,0-12 0 16,10 0 2-16,11-8-83 15,0-9-109-15</inkml:trace>
  <inkml:trace contextRef="#ctx0" brushRef="#br0" timeOffset="34646.53">16889 11822 240 0,'0'0'13'15,"0"0"-7"-15,-53 43 0 16,34-21 14-16,1-5-8 15,3 2 8-15,9-3-15 0,4-5-4 16,2-5-23 0,0-4-50-16,0-2-76 15</inkml:trace>
  <inkml:trace contextRef="#ctx0" brushRef="#br0" timeOffset="37565.71">13023 12171 420 0,'-2'-2'75'0,"0"-1"-19"16,2 2-33-16,0 1-13 15,0 0-5-15,0 0-4 16,9 0-1-16,19 0-1 16,16 0 27-16,17-1 1 15,19-5-14-15,12 1 2 16,9 2 6-16,9 0-6 16,1 3 0-16,4 0-5 15,-1 0-3-15,-3 0-1 16,0 0 1-16,-13 0-1 15,-7 0-6-15,-15 3 4 16,-16-3-5-16,-17 0 2 16,-17 0-2-16,-10 0-19 15,-9 0-7-15,-7 0 9 16,0 0 7-16,0 0-11 16,0 0-63-16,-13 2-119 15</inkml:trace>
  <inkml:trace contextRef="#ctx0" brushRef="#br0" timeOffset="38464.74">15823 12709 446 0,'0'0'55'16,"0"0"-3"-16,0 0 4 15,0 0-33-15,-14-13-5 16,14 11 0-16,0-1-8 16,0 1-10-16,2-4-3 15,16-2 9-15,10-2-3 16,11-8 1-16,15-2-2 16,10-8 4-16,16-7 10 15,11-1 8-15,5-9-9 16,9 2-5-16,-4 0-6 15,-3 10-2-15,-15-1 0 16,-17 9-2-16,-14 7 2 16,-19 7-1-16,-14 3-1 15,-10 4 1-15,-9 0-10 16,0 4 17-16,0 0-8 16,-7 0-25-16,-10 4-23 15,-7 14-54-15,-5 7-140 16</inkml:trace>
  <inkml:trace contextRef="#ctx0" brushRef="#br0" timeOffset="39598.68">18673 13050 410 0,'0'0'63'0,"0"0"-24"0,0 0 5 16,-4-2-1-16,-13 18-35 16,-4 7-3-16,-1 6-6 15,-6 2 8 1,-3 8 10-16,1 3 5 0,-2 1-8 16,-4 7-10-16,-3-2 4 15,5 5-3-15,-2-7 0 16,5-3 1-16,3-8 0 15,11-9 4-15,4-7-4 16,7-8-8-16,1-4 2 16,3-4-2-16,2-3-4 15,0 0-3-15,0 0-15 16,0 0-7-16,9 0-5 16,-1-6-17-16,5-6-43 15,-2-2-32-15,0-5-190 16</inkml:trace>
  <inkml:trace contextRef="#ctx0" brushRef="#br0" timeOffset="40368.48">19598 13112 471 0,'0'0'50'0,"0"0"-12"15,0 0-15-15,0 0-2 16,-77 27 3-16,64-5-1 0,2 3-9 15,3 0 0-15,-3 3-5 16,4-2-5-16,3 0 3 16,0 4-4-16,2-7 0 15,2 1 1 1,0-5-7-16,0-4 5 0,0-1-5 16,8-3 3-16,8-2-1 15,1 0 1-15,2-3 5 16,-2 2-3-16,3-5 0 15,4 0-2-15,0-3-4 16,-2 0 8-16</inkml:trace>
  <inkml:trace contextRef="#ctx0" brushRef="#br0" timeOffset="40475.99">19628 13465 712 0,'26'0'0'0,"-2"0"-10"0,2-14 9 0,-5-4 2 0,1 1 2 16,-2-6 3-16,-4-1-10 16,-2 1 9-16,-2-1-5 15,-5-1 0-15,-2-3 1 16,-5 3-7-16,0-3 11 15</inkml:trace>
  <inkml:trace contextRef="#ctx0" brushRef="#br0" timeOffset="41798.8">19628 13094 226 0,'0'0'8'15,"0"0"12"-15,0 0 9 16,-2-3 11-16,2 1 8 16,0 0-5-16,-2 2-19 15,2 0-10-15,0 0 2 16,-2-2-3-16,-2 0-1 16,0 2 2-16,0 0 1 15,-6 0 5-15,0 0-10 16,0 0-7-16,-4 4 3 15,2 7-1-15,-4 7 4 16,6-1 2-16,-1 7 2 16,2-1 7-16,3 5-5 15,1-2-1-15,5 4-10 16,0-3-6-16,0 3 6 16,0-3-4-16,0-3 2 15,7-3 0-15,8-2-4 16,-2-5 4-16,9-4-10 15,-1-3 17-15,2-3-11 16,3-4 4-16,2 0-1 16,-2 0 1-16,2-6-3 15,0-8 3-15,-2-3-3 0,-3 2 5 16,-3 1-1 0,-2 1-4-16,-10-1-3 0,-2 3 9 15,-2-4-3-15,-4 3 1 16,0-4-5-16,0 2 4 15,0-3 0-15,0 1 3 16,-8 2 5-16,-4-3-3 16,-8 6 1-16,-2-4-4 15,0 1-4-15,-3 2 5 16,-1 0-3-16,0 1 2 16,0 1 1-16,2 2-9 15,2 2 7-15,0 5-2 16,2 1 1-16,3 0 2 15,2 0-5-15,4 13 3 16,1 5-2-16,3-1 0 16,7 4-7-16,0-1-34 15,0-4-46-15,0-4-215 16</inkml:trace>
  <inkml:trace contextRef="#ctx0" brushRef="#br0" timeOffset="43032.58">8828 12647 343 0,'0'0'24'15,"0"0"3"-15,0-19-10 16,15 3-3-16,17-5 16 16,8-6 31-16,14-9-20 15,9-5-1-15,5 0-13 16,4-2-7-16,-3 4-11 16,-1-1 0-16,-9 9-1 15,-10 8-7-15,-12 7 1 0,-11 7-2 16,-14 3-1-16,-12 6-13 15,0 0 9-15,-4 8 11 16,-18 13-2-16,-6 4-5 16,-6 4 2-16,0 1-5 15,-1 1 5-15,-1 1-1 16,0-1-2-16,3-2-1 16,5-6-7-16,6-3-3 15,6-5 9-15,8-7 2 16,6-4 2-16,2-4-20 15,0 0-9-15,10-10 20 16,8-6 0-16,4-3 5 16,0 0-10-16,-1 3-55 15,-1 4-72-15</inkml:trace>
  <inkml:trace contextRef="#ctx0" brushRef="#br0" timeOffset="44081.51">9719 13482 314 0,'0'0'60'16,"0"0"-18"-16,0 0 17 15,0 0-25-15,-68-4-19 16,54 13 14-16,-2 9-4 16,2 5-10-16,3 1-1 15,2-1-6-15,1 5 3 16,5-2 1-16,1-1-2 16,2-2 1-16,0 1-9 15,0-3 4-15,0-4-3 16,13 3-3-16,7-2 2 0,1-5-2 15,4-1 1-15,6-5-1 16,-1-1 1-16,5-6 1 16,1 0-1-16,1 0 4 15,1-7-3-15,1-10-3 16,-4 0 5-16,-1-4-5 16,-6 0 3-16,-7-1 0 15,-5 1 3-15,-6 0-11 16,-6-4 16-16,-4 0-7 15,0-2 3-15,0 1-4 16,0 0 0-16,-12-2 4 16,-8 4-6-16,-4-1 3 15,-1 2-5-15,-5 4 2 16,-2 3-1-16,0 3-2 16,-2 3 4-16,0 6-4 15,0 4 4-15,2 0 1 16,-3 0-2-16,1 10 0 15,4 7 2-15,0 1-3 16,6 5 4-16,3 0-2 16,5-1 0-16,4-1 2 15,5-4-6-15,2 1 4 16,5 1-8-16,0-1-28 16,0-1-26-16,0-2-73 15,10 1-157-15</inkml:trace>
  <inkml:trace contextRef="#ctx0" brushRef="#br0" timeOffset="45930.93">18118 17075 468 0,'0'0'49'16,"-8"-4"-40"-16,8 1-12 16,0-2 2-16,6-2 18 15,22-3 24-15,6-3-17 16,12-3 8-16,5 0 0 15,5-1-13-15,9 1-3 16,-1 2-1-16,2 2-6 16,-2-1-6-16,-4 2-4 15,-5 5 3-15,-3 0-1 16,-11 4 0-16,-9-3 1 16,-8 4-5-16,-6-2-3 15,-8 1-2-15,-6 2 4 0,-4-1 7 16,0 1-5-1,0-5 5-15,0 5-2 0,0-1 0 16,0-4 1-16,0 4-14 16,0-3-27-16,0 2-50 15,-10-2-15-15,-4-2-50 16,2-2-170-16</inkml:trace>
  <inkml:trace contextRef="#ctx0" brushRef="#br0" timeOffset="46277.37">18798 16767 322 0,'0'0'13'0,"0"0"20"15,0 0-15-15,0 0-1 16,0 0-6-16,39 45 4 16,-28-28 5-16,-3-3-12 15,-4 1-2-15,-2 1-5 16,-2-3 2-16,0 4-2 16,0-6 7-16,-8-2 10 15,-7 3 0-15,2-3-8 16,-2 0-3-16,4-4-6 15,-2-2 1-15,1 3-2 16,1-4-24-16,2 2-18 16,1-2-27-16,4 3-50 15,-1-2-112-15</inkml:trace>
  <inkml:trace contextRef="#ctx0" brushRef="#br0" timeOffset="46915.57">19459 16630 419 0,'0'0'34'15,"0"0"-15"-15,0 0-8 16,-127 24-3-16,91-5-1 15,3 1 17-15,0-2-2 16,8 4-13-16,4-6 2 16,3 2-6-16,7-2 0 15,3-1-4-15,6-3-1 16,0-4 1-16,2-1-2 16,0-3-2-16,4-4-5 15,13 0-9-15,7 0 25 16,2 0-5-16,4 0-4 15,-2-6 5-15,4 5-6 0,-6 1 2 16,-1 0-1-16,-3 0 0 16,-2 0-4-16,-6 13 0 15,-2 4 1-15,-10 5 4 16,-2-3-1-16,0 5 3 16,-4-4-1-16,-18 2 0 15,0-5 9-15,-2 0-1 16,-3-5 2-16,-3 0-5 15,2-5-4-15,-2-2 1 16,4-4-6-16,4-1-3 16,5 0-19-16,4 0-31 15,4-9-38-15,3-7-88 16</inkml:trace>
  <inkml:trace contextRef="#ctx0" brushRef="#br0" timeOffset="47359.32">19451 16606 418 0,'0'0'-3'0,"0"0"6"16,0 0-1-16,0 0 1 15,27 106 0-15,-16-78-4 16,0-3 5-16,-5-2 6 16,1-5-5-16,-1-1 4 15,-2-5-8-15,-1-6 2 0,1 0-4 16,0-6-11-16,2 0-8 16,3 0 20-16,2-12 1 15,2-4 3-15,-2-1-5 16,-1-1 4-16,-1 5 7 15,0 1-7-15,-3 5 6 16,0 4-3-16,4 3-1 16,-2 0-3-16,4 0 2 15,2 3 39-15,-2 12-15 16,-1 1-10-16,-4-1-11 16,1-1-7-16,-3-1 2 15,-1-3-19-15,-2-2-11 16,-2-4-28-16,0-3-19 15,0-1-39-15</inkml:trace>
  <inkml:trace contextRef="#ctx0" brushRef="#br0" timeOffset="47542.04">19797 16775 146 0,'0'0'73'0,"0"0"-12"15,0 0-11-15,0 0-33 16,0 0-9-16,40 60-5 16,-38-54-1-16,-2 0-24 15,0-5-13-15,0-1-20 16,0 0-68-16</inkml:trace>
  <inkml:trace contextRef="#ctx0" brushRef="#br0" timeOffset="47680.88">19797 16775 279 0,'30'-66'28'0,"-15"68"13"16,-2 11-16-16,4 6-4 16,-2 1-7-16</inkml:trace>
  <inkml:trace contextRef="#ctx0" brushRef="#br0" timeOffset="47815.5">19887 16763 408 0,'13'25'18'0,"-5"-3"-7"0,1-3 18 0,-4-1-10 0,-3-7-16 15,-2-5 0-15,0-2-1 16,0-4 12-16,0 0 16 16,0 0-11-16,0 0-19 15,0-16 1-15,-5-1 4 16,-3-2-4-16,3-9-5 16,-1 1-7-16</inkml:trace>
  <inkml:trace contextRef="#ctx0" brushRef="#br0" timeOffset="48310.38">20014 16399 443 0,'0'0'65'16,"0"0"-23"-16,0 0-27 15,0 0-11-15,0 0 17 16,-26 35 33-16,26 0-28 16,16 12-11-16,-2 1-7 15,1-1-2-15,2-2 3 16,-1-2-3-16,1-2-1 15,-4-10-2-15,0 0-4 16,-3-6 3-16,-1-5 0 16,-2-7-4-16,-5-5-2 15,0-4-35-15,-2-4-13 16,0 0-7-16,0 0-21 16,-8-10-92-16</inkml:trace>
  <inkml:trace contextRef="#ctx0" brushRef="#br0" timeOffset="48510.18">19994 16701 454 0,'0'0'12'0,"0"0"-7"0,0 0 3 15,0 0-5 1,0 0 4-16,61-36 0 0,-48 22-2 15,2-1-2-15,-2 2-40 16,0-4-61-16,-3 2-100 16</inkml:trace>
  <inkml:trace contextRef="#ctx0" brushRef="#br0" timeOffset="49815.46">20501 16229 560 0,'0'0'59'16,"0"0"-16"-16,0 0-24 15,0 0-2-15,0 0 5 16,-85-75-13-16,70 67-2 15,-2 2-1-15,-5 0-3 16,-2 1-1-16,-1 0-4 16,-5 2 4-16,-2-1-3 15,-7-1 1-15,-2 4 2 16,-5-1-7-16,0 2 6 16,-2 0-7-16,1 0 4 15,1 0-1-15,4 0-1 16,3 8 2-16,5-2 0 15,2 2-5-15,1 1 1 16,1 3-1-16,-2-1 5 0,0 3 1 16,0 3-2-16,-4-2 2 15,2 1 0-15,0 2 1 16,4-1 1-16,-1 0-6 16,3 1 9-16,0 4-4 15,3 3 1-15,-3-2 1 16,0 5-1-16,0 2 4 15,0-1 0-15,-2 2-4 16,4-2 1-16,2 4-2 16,1-5 1-16,1 0 2 15,3 0-4-15,6-1 5 16,-2 1 0-16,4-1-1 16,3 2 0-16,4 0-4 15,-2 2 3-15,4 4-2 16,2-2 0-16,0 3 1 15,0-4-2-15,0 0 3 16,0-1-1-16,0-1-2 16,5-5 2-16,6 0-2 15,4 0 2-15,0-3 1 16,0-1-6-16,6 0 6 16,1-2-1-16,1-1-2 15,3 1 3-15,2-1-5 16,2-1 4-16,3 0-1 15,-1 0-2-15,4-1 4 16,4-2-3-16,2-3 2 16,-1 1 0-16,7-4-5 15,-1-4 7-15,0-3-3 16,1-1 0-16,1 0 1 16,-1 0-6-16,-1 0 7 0,-4-3-9 15,2-5 3 1,3 0 0-16,-4-3-2 0,2-1 4 15,1-6 3-15,1 5-2 16,-4-8 1-16,0 4-5 16,-3-2 0-16,-3-5 2 15,3 2-8-15,-4-3 8 16,-3 2-2-16,3-2 3 16,-3-2 2-16,-2 2 0 15,-4-3 0-15,-2 3 0 16,-2 1 1-16,-3 2 0 15,-1 0-3-15,-8 3 3 16,0 2 0-16,-4-3-1 16,-2 3 2-16,-4 0-5 15,0-1 7-15,0-1-2 16,2-3-4-16,-2-1 3 16,2 0-1-16,0-2-1 15,0-2 3-15,0 2-4 16,-2-4 3-16,-2 4 0 15,0 1-2-15,0 1 1 16,0 0-1-16,-6 4 2 16,-12 1-2-16,-2 1-3 15,-6-3 1-15,-9 1 2 16,1 0 0-16,-5-5 0 16,-2 0 7-16,-2-2-6 15,2 1 1-15,2 0-1 16,7 1-1-16,4 7 10 15,4 5-3-15,8 4 9 0,4 2-10 16,4 3-4 0,4 3 5-16,4 0-8 0,0 0-1 15,0 0-9-15,0 6-48 16,0 15-73-16,-7 4-49 16</inkml:trace>
  <inkml:trace contextRef="#ctx0" brushRef="#br0" timeOffset="60241.6">10614 13777 385 0,'-9'0'41'16,"2"0"0"-16,1 0 3 15,2 0 1-15,-2 0-12 16,4 0 3-16,2-9-11 15,0 0-19-15,0 1-2 16,16-6-2-16,10-3 5 0,17-6-8 16,13-10 4-1,13-8 2-15,15-10-4 0,12-6 3 16,10-9-4-16,-3-2 0 16,-8 1 11-16,-5 3-7 15,-10 5-3-15,-15 7 0 16,-16 11-2-16,-13 12 7 15,-12 10-12-15,-15 9-3 16,-9 10-10-16,-11 0 6 16,-23 18 20-16,-9 11-8 15,-5 7 1-15,-8 7 1 16,-4 6-1-16,-3 1 4 16,-5 4-7-16,1 0 1 15,-1-1 2-15,9-9 0 16,12-6-2-16,19-12 0 15,17-14 0-15,11-12 6 16,18 0-29-16,31-18 26 16,13-17 3-16,7-7-14 15,7-5 16-15,-2-5-14 16,2 2 8-16,-5 0 0 16,-4 3-5-16,-1 6 9 15,-6 6-3-15,-12 10-3 16,-9 8 7-16,-13 11-6 15,-20 6-4-15,-6 6-14 16,-4 23 23-16,-26 8 5 16,-11 9-11-16,-3 5 4 15,0 1 4-15,-4 4-2 0,3-2 7 16,5-1-16 0,4-7 10-16,13-10-3 0,6-6-3 15,13-16 4 1,4-14-14-16,14 0 6 0,26-16 6 15,11-13-6-15,11-12-5 16,14-2 14-16,6-3-7 16,3-2 3-16,4 1 2 15,-3 3 0-15,-6 7-3 16,-10 11 3-16,-13 5 4 16,-19 14-9-16,-16 7-1 15,-22 0-13-15,0 22 13 16,-22 6 11-16,-14 7-8 15,-8 5 1-15,-3 5 10 16,2-3-4-16,4-4 1 16,9-6-1-16,12-9-8 15,12-11 6-15,8-12-10 16,2 0 3-16,24-10 8 16,12-13-5-16,6-8-3 15,5-6 1-15,5-1 1 16,2-4 2-16,0 0 0 15,-1 3 1-15,-1 6-3 16,-6 1 0-16,-7 7 6 16,-7 7-8-16,-12 7 5 15,-16 11-2-15,-6 0-27 16,-4 21 41-16,-28 16-13 16,-7 8 3-16,-9 10-3 15,-2 5-2-15,2-2 4 16,4-3-6-16,5-12 0 15,19-11 8-15,6-14-4 0,14-12 0 16,4-6-17-16,31-13 22 16,10-21 2-16,9-6-14 15,11-7 7 1,1-2 0-16,5-4-6 0,-2 6 13 16,-5 6-13-16,-10 10 5 15,-8 8 5-15,-18 11-8 16,-16 12 6-16,-12 0-38 15,0 20 22-15,-21 12 20 16,-12 4-6-16,-1 3 1 16,-4 0 1-16,1 2-3 15,5-2 11-15,4-8-8 16,6-4-1-16,10-6 0 16,10-11-4-16,2-10 1 15,8 0-18-15,20-7 14 16,6-17 1-16,7-6-7 15,0-4 12-15,4 0-2 16,-4 0-1-16,-2 5 7 16,-7 4-8-16,-4 9 6 15,-7 4-2-15,-9 7 0 16,-10 5 5-16,-2 3-25 16,0 22 30-16,-20 3-6 15,-4 9-4-15,-4 2 3 16,5-2-6-16,1-8 4 15,9-6-1-15,7-9 0 16,6-9 2-16,2-5-21 16,26-5 18-16,13-20 8 15,10-10-6-15,5-6-2 16,5-3-1-16,5-3 2 16,-3 3 4-16,-5 3-7 0,-6 6 2 15,-10 10 0-15,-12 8 1 16,-14 11 4-16,-16 6-10 15,0 0-30-15,-20 19 42 16,-16 10-3-16,-8 6 1 16,-3 1 1-16,-2 6 5 15,-2 2 2-15,3-3-6 16,7-5-4-16,7-4-3 16,10-9 0-16,8-8 9 15,12-9-7-15,4-6-4 16,7 0-10-16,19-12 8 15,4-15 10-15,6-4-11 16,-1-4 8-16,0-6-3 16,-5 4-4-16,-7 5 0 15,-6 7 3-15,-6 6-3 16,-9 7 10-16,-2 8-6 16,0 4-1-16,-15 0 10 15,-13 22-6-15,-4 6 2 16,-9 6-6-16,4 5 1 15,-3 1 1-15,5-4-2 16,5-3 8-16,6-5-10 16,10-9 1-16,4-7 5 15,10-9-2-15,0-3-20 16,26-2 23-16,4-21-8 16,7-6 8-16,4-2-13 15,-4-2 7-15,-5 2-9 0,-6 2 5 16,-4 5 6-1,-10 10-7-15,-8 3 11 0,-4 8-1 16,0 3-10-16,-8 0 15 16,-14 9-4-16,-6 10-2 15,-2 5 2-15,-2 1 5 16,4-2 2-16,2 1-7 16,7-7-4-16,3 0 6 15,8-5-9-15,4-6 4 16,4 0-6-16,0-6-31 15,2 0-35-15,6 0-78 16</inkml:trace>
  <inkml:trace contextRef="#ctx0" brushRef="#br0" timeOffset="62731.99">12481 14285 313 0,'-53'0'3'15,"5"2"23"-15,7 0 30 0,11-2 6 16,6 0-7-16,11 0-5 16,2 0-13-16,9 0-14 15,2-6-32-15,0-7 7 16,13-7 6-16,11-7-7 16,4-6 9-16,2-2-6 15,2 2 5-15,-2 1-6 16,-2 4-4-16,-2 6 9 15,-6 6-4-15,-3 6-3 16,-9 4 5-16,-1 6-10 16,-7 0-9-16,0 3-4 15,0 16 26-15,-17 10 1 16,-3 6-4-16,-3 4-2 16,1-1 1-16,3 1-2 15,6-8 11-15,7-4-10 16,6-8-1-16,0-7 2 15,2-12-4-15,26 0 3 16,6-12 3-16,11-17-4 16,7-6 6-16,2-5-8 15,1-2 7-15,-1 6-5 16,-4 3-2-16,-7 8 11 16,-9 12-11-16,-8 7 4 15,-10 6-2-15,-10 0-7 16,-6 18-4-16,0 8 13 15,-2 7 1-15,-14 6 0 16,-1 0-1-16,0 1 6 16,2-7-7-16,9-6-2 15,3-5 6-15,3-11-4 16,0-9-1-16,15-2-3 0,16 0-2 16,7-19 8-16,6-4-3 15,0-3 2-15,4-1-1 16,-5 4 0-16,-5 6 6 15,-5 6-10-15,-12 10 4 16,-8 1 2-16,-6 0-7 16,-7 19-2-16,0 9 10 15,-11 1-3-15,-4 6 4 16,-2-5-5-16,4-1 4 16,5-5-2-16,3-6-2 15,5-8 7-15,0-6-12 16,5-4 2-16,13 0 1 15,4 0-8-15,4 0 18 16,2-8-11-16,2-1 4 16,1 0 2-16,-1 2-2 15,2-4 3-15,-2 10-6 16,2-4 2-16,-5 5 6 16,1 0-7-16,-4 11 0 15,-8 11 0-15,-2 7-2 16,-11 5 8-16,-3 4-5 15,0 3 3-15,0-6 4 16,0-5-5-16,0-6 9 16,0-6-10-16,0-7 4 15,0-5-5-15,17-6 0 16,11 0 2-16,7-16-1 16,9-15 0-16,10-6 5 15,7-7-12-15,-1 1 16 16,-4 4-8-16,-3 8-4 0,-7 9 11 15,-12 7-10-15,-8 11 1 16,-13 4-1-16,-9 0-3 16,-4 20 3-16,0 12 5 15,-21 11 1-15,-7 8 3 16,0 5-2-16,0 2 4 16,0 1-6-16,6-9-3 15,9-8 4-15,7-11-5 16,6-8 1-16,0-7-6 15,8-14 4-15,18-2 6 16,9 0-13-16,3-18 11 16,10-11-6-16,1-2 1 15,1-4 6-15,-2 5-8 16,-8 3-12-16,-6 8 11 16,-8 7 6-16,-9 7 0 15,-6 5-7-15,-11 0-7 16,0 14 15-16,0 8 2 15,-13 0 2-15,-6 3 2 16,4-3 0-16,0-3 10 16,9-3-18-16,3-4 3 15,3-7-4-15,0-3-6 16,3-2 10-16,18 0-19 16,3-9 13-16,2-9 6 15,4-3-1-15,-4 3 1 16,0 0-3-16,-6 7-1 15,-2 5 5-15,-3 4-5 16,-9 2 1-16,-3 0-6 16,-3 18 4-16,0 6 12 0,-3 1-9 15,-12 4 4-15,5 0 1 16,-4-3-1-16,6 0 3 16,4-5-8-16,4-1 1 15,0-6 1-15,0-5-4 16,4-7-4-16,16-2-13 15,3 0 11-15,9-16 11 16,0-7-4-16,4-2 3 16,0 0 0-16,-4 1-4 15,-2 7 5-15,-9 5-7 16,-1 7 5-16,-12 5 0 16,-8 0-11-16,0 17 3 15,-2 14 6-15,-21 10 4 16,-1 1 0-16,-2 5 3 15,0-2 10-15,7-5-5 16,4-9 2-16,5-6-1 16,2-8-10-16,8-5 0 15,0-8-5-15,2-4-4 16,16 0-1-16,8-8-4 16,4-13 14-16,5-7-3 15,1-1-2-15,-4 3 5 16,-2 2-8-16,-6 8 5 15,-9 6-3-15,-4 7-7 16,-9 3 9-16,-2 0-10 16,0 17 19-16,0 2 15 15,-4 3-16-15,-7-2 6 16,0-3 5-16,7 1-15 16,0-11 10-16,4 3-14 15,0-4 0-15,0-6-21 16,0 0-17-16,4 0-49 0,2 0-60 15</inkml:trace>
  <inkml:trace contextRef="#ctx0" brushRef="#br0" timeOffset="65081.78">18215 15224 406 0,'-9'-6'41'16,"5"0"8"-16,0 5-9 0,4-5-1 15,0 0-22-15,0-2-12 16,0-1 2-16,20-5 7 16,1-2 9-16,3 1-11 15,2-2 1-15,2-1-7 16,-2 3-2-16,-4 1 4 15,2 3-6-15,-2 1-1 16,-5 2 1-16,-4 4-1 16,0 2 0-16,-5-2-1 15,-3 4-2-15,-3 0 8 16,-2 0-11-16,0 0 1 16,-2 7-5-16,-15 15 18 15,-7 3 0-15,-6 9-16 16,-3-4 6-16,1 4 1 15,2-4 0-15,2 0 4 16,3-5-7-16,3-5 0 16,7-3 1-16,4-9-1 15,7-1 4-15,4-7-4 16,0 0-19-16,10 0 14 16,12-18 9-16,8-3-2 15,5-5 6-15,-3-2-9 16,2 0 12-16,-2 0-12 15,1 1 6-15,-7 2 0 16,-2 3-3-16,-6 7 4 16,-2 5-6-16,-10 3 2 15,-6 7 4-15,0 0-8 0,-6 7-1 16,-22 22 12 0,-11 8-7-16,-2 9 6 0,-4 3-7 15,-5 5 3-15,5-1 0 16,5-5-6-16,5-10 11 15,10-5-10-15,5-11 5 16,14-10 2-16,6-12-12 16,0 0 12-16,18-14-3 15,18-11 0-15,0-9 4 16,5-2-5-16,-3 1 2 16,2 2-3-16,-8 5-6 15,-4 5 16-15,-7 7-12 16,-6 4 4-16,-4 6 2 15,-9 6-8-15,-2 0 5 16,0 6-8-16,-17 13 16 16,-7 8-5-16,-6 3-1 15,2 2 2-15,2-5-6 16,2-2 1-16,7-5 2 16,8-7-15-16,7-7 9 15,2-6-7-15,0 0-36 16,11-10 53-16,13-13-8 15,3-6 5-15,1-2 0 16,3 0-3-16,-7 3 7 16,-3 3-7-16,-6 11-2 15,-4 3 7-15,-2 10-3 16,-9 1 1-16,0 5-13 16,0 20 49-16,-9 8-16 15,-8 12-17-15,-3-2 0 16,1-1 2-16,4-3 32 15,2-5-27-15,5-13-14 0,6-7 4 16,2-5 0-16,0-9-17 16,0 0 19-16,6-12-3 15,13-11 2-15,0-6-1 16,5-1-4-16,0 1-4 16,-5 4-6-16,-1 8 1 15,-8 4 9-15,-6 7-5 16,-4 6-6-16,0 0-13 15,0 6 29-15,-12 13 7 16,-8 4-11-16,-4 2 3 16,-1-2 0-16,3 1-2 15,5-7 7-15,2 0-9 16,7-4 2-16,3-8-16 16,5-3-57-16,0-2-62 15,2 0-116-15</inkml:trace>
  <inkml:trace contextRef="#ctx0" brushRef="#br0" timeOffset="65729.05">19293 14933 486 0,'0'0'2'0,"0"0"4"16,0 0-2-16,-27-11-3 16,27 10 11-16,0-8 13 15,8 2-2-15,9-3-13 16,0-3-1-16,3-5-1 16,-3 1-6-16,2-1 4 15,0-1-4-15,-3-2-1 16,-2 1 0-16,-2 1 0 15,-2 2 2-15,-6-1-5 16,0 2 0-16,-4 7 6 16,0 2-5-16,0 4 3 15,0 3 2-15,0 0 0 16,3 0-4-16,-3 3-1 16,3 13 25-16,-1 7 4 15,2 2-14-15,0 7 5 16,2-1-10-16,0 4 0 15,1-4 5-15,0 0-1 16,-1-4 11-16,0-2-22 16,1-4 0-16,-3-8 14 15,1 2-13-15,-1-7-2 16,0-2-2-16,3-1-2 16,-3-2 11-16,0 0-23 15,3-2-14-15,-3-1-15 16,-2 0-37-16,-2 0-35 15,0 2-127-15</inkml:trace>
  <inkml:trace contextRef="#ctx0" brushRef="#br0" timeOffset="65966.03">19409 15176 543 0,'0'0'6'15,"0"0"9"-15,0 0-1 16,0 0 13-16,0 0-2 16,108-111-7-16,-61 84 18 15,3 4-29-15,-3 1-5 16,-6 3 6-16,-9 6-9 16,-8 4 4-16,-11 3-9 15,-3 0-43-15,-8 6-38 16,-2-4-107-16</inkml:trace>
  <inkml:trace contextRef="#ctx0" brushRef="#br0" timeOffset="67816.78">20739 16494 408 0,'0'0'64'16,"0"0"-16"-16,-45-15-6 15,32 13-8-15,6 0-12 16,1 0 10-16,2 0-6 15,2 2-13-15,2 0 0 16,0 0-15-16,0 0-3 16,19-2 9-16,12-4 2 15,13-5 14-15,12-7-9 16,17-5 2-16,9-8-3 16,13-3-6-16,4-1 12 15,4-3-7-15,-2 6-3 16,-6 0 4-16,-9 6-8 15,-15 6-1-15,-11 3 0 16,-17 7-5-16,-13 3 11 16,-8 5-10-16,-10 2 0 15,-6 0-20-15,-6 0 2 16,0 0 2-16,0 0-46 16,-20 0-57-16,-6 0-86 15</inkml:trace>
  <inkml:trace contextRef="#ctx0" brushRef="#br0" timeOffset="68139.45">21565 16059 301 0,'0'0'37'16,"0"0"22"-16,0 0-16 15,0 0-11-15,123-5 24 16,-99 16-8-16,-5 10-22 16,-4 2-4-16,-7 4-18 15,-8 5 10-15,0 0-13 16,-8 1 8-16,-16-2 0 16,-2-2-4-16,-3 1 10 15,3-7-12-15,0-2 0 16,2-4-1-16,9-5-2 15,2-4-5-15,7-7-27 16,4-1-43-16,2 0-65 16,0-1-36-16</inkml:trace>
  <inkml:trace contextRef="#ctx0" brushRef="#br0" timeOffset="69164.95">22951 15218 386 0,'0'0'25'15,"0"0"-11"-15,0 0 3 16,0 0-8-16,0 0-4 16,-123-6 4-16,87 24 19 15,-1 7-13-15,-11 4 7 16,-5 3-4-16,-7 10-4 15,-4 0-2-15,-8 5-10 16,1 2 2-16,5-4 1 16,1 4-2-16,9-2 5 15,8-3-6-15,4 2 7 16,5-2 11-16,7 0-16 16,2-4-1-16,8-1 1 15,8-6-7-15,8-2 11 16,6 0-11-16,0-2 3 15,0 1 2-15,12-1-4 16,6-1 7-16,4 1-9 16,6-2 2-16,7 0 4 15,3 0-3-15,4-1 4 16,2-3-4-16,6-2 5 16,3-4 7-16,3-5-9 15,7-3 2-15,1-9 0 16,3 0 0-16,4 0 10 15,2-9-12-15,5-6 2 0,-1 1-3 16,5-3 0 0,2-3 7-16,2-1-11 0,2-6 3 15,2-5 1-15,1-2-2 16,1-2 6-16,-1-6-6 16,-7 2-2-16,-3-1 8 15,-5 1-5-15,-5 3-1 16,-3-5 2-16,-5 2-4 15,-3 1 9-15,-2-5-8 16,-4 0 2-16,-6-2 2 16,-7-1-3-16,-11-1 8 15,-6-1-12-15,-8 1 5 16,-7-5 3-16,-4 5-3 16,-5-3 4-16,0 1-7 15,-2 5 4-15,-18-1 12 16,-6 6-7-16,-8 5 2 15,-7 4-6-15,-9 1-3 16,0 7 12-16,-8 7-12 16,-4 1 3-16,-11 9 2 15,-6 6-7-15,-15 0 11 16,-8 12-12-16,-11 13 5 16,-6 9-2-16,-4 2 0 15,2 7 5-15,9 0-4 16,13-2 4-16,13-3 6 15,15-1-11-15,17-3 1 16,12-1-1-16,10 1-28 16,6 0-22-16,8-1-46 15,3-4-89-15</inkml:trace>
  <inkml:trace contextRef="#ctx0" brushRef="#br0" timeOffset="69632.1">22496 15868 482 0,'0'0'0'0,"0"0"53"15,0 0-6-15,0 0-23 16,10 107 14-16,9-72-7 16,4-3-6-16,5-3-19 15,1-7-1-15,1-4 6 16,-2-6-12-16,0-6 3 16,0-6 1-16,0 0-3 15,-3-5 6-15,-5-13-6 16,1-2 3-16,-6-5 0 15,-4-3-3-15,-6-1 0 16,-5 0-12-16,0 2 4 16,0 4 4-16,-7 4 0 15,-14 11 1-15,-5 8-4 16,-2 0-1-16,-3 2 17 16,-1 19-11-16,4 2 3 15,4 1 1-15,5-1-5 16,8-4 9-16,9-2-28 15,2-5-45-15,0-6-37 16,16-6-27-16,7 0-23 16</inkml:trace>
  <inkml:trace contextRef="#ctx0" brushRef="#br0" timeOffset="70035.31">22878 15929 304 0,'0'0'49'0,"0"0"35"0,0 0-1 15,0 0-33-15,0 0-6 16,105-75-16-16,-81 55-14 16,0 2-4-16,-2 1-8 15,-6 4-2-15,-5-2 6 16,-4 5-4-16,-7 3 5 16,0-2-6-16,-2 5-9 15,-16 0 5-15,-4 4 5 16,-6 0 0-16,0 0-1 15,3 8-1-15,1 8 9 16,2 4-10-16,8 4 6 16,2 0 3-16,6 3 1 15,4 1 8-15,2 0-9 16,0-3-1-16,0-4 2 16,0-4-9-16,13-5 3 15,8-6-5-15,5-6 0 16,3 0 14-16,3 0-10 15,4-18-1-15,3-5 1 16,-4 0-16-16,-3-4-15 16,-5-2-35-16,-7-2-50 15,-7 0-103-15</inkml:trace>
  <inkml:trace contextRef="#ctx0" brushRef="#br0" timeOffset="70266.05">23132 15546 502 0,'0'0'78'0,"0"0"-48"16,0 0-13-16,0 0 31 15,0 0-5-15,2 75-23 16,11-42-5-16,-2 2-4 16,1 0-11-16,2-5-1 15,0-5 3-15,0-6-1 16,-2-6-1-16,2-3-13 15,-4-8-23-15,0-2-11 16,0 0-32-16,-2-14-43 16,-6-11-103-16</inkml:trace>
  <inkml:trace contextRef="#ctx0" brushRef="#br0" timeOffset="70547.84">23325 15340 557 0,'0'0'14'16,"0"0"41"-16,0 0-8 15,0 139-18-15,0-95-10 16,0 1 10-16,9-2-12 16,4-2 3-16,4-2-6 15,4-6-3-15,5-3 1 16,2-11-11-16,0-6 0 0,2-6 5 15,-1-7-6-15,-1 0 6 16,-2-2-19-16,-6-15-22 16,-2-3-3-16,-8-8-29 15,-5-1-43-15,-5-5-67 16</inkml:trace>
  <inkml:trace contextRef="#ctx0" brushRef="#br0" timeOffset="70779.23">23212 15689 536 0,'0'0'43'16,"0"0"-36"-16,0 0 41 15,0 0-22-15,124-96 6 16,-75 61-10-16,-1 0-13 15,-1 3 1-15,-8 5-11 16,-6 6 1-16,-11 7 2 16,-8 7-30-16,-12 7-65 15,-2 0-110-15</inkml:trace>
  <inkml:trace contextRef="#ctx0" brushRef="#br0" timeOffset="78198.35">15360 13615 324 0,'4'0'-7'16,"5"-9"6"-16,6-6 8 15,8-7 10-15,5-7-5 16,7-6 11-16,8-5-8 16,4-3-13-16,5-2 7 15,0 1-5-15,-3 0 18 16,-3 5-5-16,-10 5-2 16,-6 8 3-16,-10 6-14 15,-6 14-2-15,-9 6-4 16,-5 0-10-16,0 12 25 15,-15 14-10-15,-11 5-5 16,-6 5 7-16,-5 6-4 16,-2 1 0-16,0 4 2 0,3-3 1 15,4-2 3 1,10-7-6-16,9-10 2 0,9-7-2 16,4-8-3-1,7-10 3-15,25 0-5 0,10-11 3 16,8-19 3-16,9-8-5 15,3-7 9-15,7-2-7 16,-5 1 1-16,5-1-1 16,-5 8 2-16,-4 7-4 15,-10 8 7-15,-9 7-4 16,-17 14 0-16,-16 3-39 16,-8 1 2-16,0 21 41 15,-23 9-4-15,-9 5 10 16,-8 6 2-16,4 2 10 15,-7 6-4-15,5 4 1 16,-2-3 1-16,10-6-10 16,9-8-9-16,8-7 6 15,13-19-5-15,0-11-21 16,26 0 36-16,14-31-20 16,15-8-4-16,5-7 3 15,4-1 2-15,7-3 5 16,1 6-7-16,-4 1 11 15,-3 8-17-15,-7 6 9 16,-8 14 1-16,-14 8 0 16,-15 7-1-16,-14 1-14 15,-7 23-7-15,-2 9 14 16,-24 9 8-16,-8 1 3 16,-8 3 2-16,2 4 11 0,-5-3 4 15,10-8-7 1,5-7-3-16,11-9-1 0,11-13 10 15,8-10-12 1,4-4-8-16,28-25-9 0,11-15 7 16,13-6-2-16,8-9 9 15,14-5-7-15,-1 3 1 16,3 4 1-16,-7 11 2 16,-11 11 4-16,-10 12-8 15,-20 13-1-15,-15 10-17 16,-15 0-33-16,-2 21 43 15,-16 11 11-15,-17 7-1 16,-10 2 13-16,0 12 3 16,-9 1 7-16,-4 8-8 15,-1 4-11-15,-1 3 5 16,1-5-7-16,10-10 3 16,12-10 6-16,17-18-6 15,18-20-1-15,0-6-28 16,25-19 41-16,22-20-9 15,12-11-13-15,5-4 8 16,5-1 0-16,2 5-5 16,-6 11-4-16,-5 10-6 15,-17 12 6-15,-15 11 5 16,-14 6-51-16,-14 2-12 16,0 21 33-16,-18 3 26 15,-15 3 8-15,-6 4 15 16,-6 0 16-16,-5 7-12 0,-1 4-12 15,-5-1 0 1,2 0 0-16,2-7 4 0,16-11 1 16,12-11-4-16,13-14 16 15,11-8-3 1,9-26-2-16,23-13-15 0,8-7-7 16,0-4 6-16,-4 6-5 15,-5 3-3-15,-10 11 3 16,-8 7-3-16,-13 13 1 15,0 7-2-15,-10 8-7 16,-23 3 9-16,-5 0-7 16,-10 18 6-16,-6 3-9 15,-6 6 4-15,-3-1 14 16,3 1-8-16,0 1 3 16,0-2 0-16,6-3-2 15,7-2 8-15,6-7-11 16,15-9 4-16,16-5 7 15,10 0 9-15,0-25-3 16,16-7-11-16,17-8-1 16,1-2 3-16,1 3-7 15,-5 3 1-15,-5 8-1 16,-5 5 2-16,-14 12 6 16,-6 5-11-16,0 6-10 15,-16 0 30-15,-15 10-8 16,-8 9 11-16,-6 4-4 15,-9 6-1-15,-6 6-3 16,-2 2-6-16,-11 3 3 16,-7 3-4-16,3-2-2 15,3-7 9-15,17-8-8 16,13-13 5-16,24-13 0 16,20 0-16-16,8-27 29 0,32-14-22 15,5-7-8-15,5-7 4 16,-2 5 5-16,-6 4 2 15,-7 9-10-15,-9 8 6 16,-14 12-10-16,-7 11-12 16,-5 6 7-16,0 0 2 15,-22 6 20-15,-8 17-1 16,-10 6 0-16,-8 4 3 16,-10 6-2-16,-13 8-4 15,-5 1 7-15,-7 4-8 16,5-2 3-16,11-5-1 15,16-12-2-15,25-14 12 16,23-19 3-16,6-8-8 16,48-36 10-16,14-11-20 15,15-10-1-15,4-4 4 16,-3-2-4-16,-7 11-6 16,-15 12 3-16,-15 11 5 15,-18 14 5-15,-22 14-3 16,-4 9 6-16,-13 0-13 15,-26 24 22-15,-8 8 8 16,-13 3-2-16,-6 9 4 16,-8 2-9-16,-1 9-7 15,-1 2 0-15,9 3-7 16,16-3 2-16,20-6-40 16,21-17-58-16,10-11-193 15</inkml:trace>
  <inkml:trace contextRef="#ctx0" brushRef="#br0" timeOffset="79430.85">24171 15075 339 0,'-16'-2'26'0,"2"0"12"16,0 2 0-16,6 0 14 16,2 0-7-16,0 0 13 15,4 0-13 1,-1-2-24-16,3-2-8 0,0 2-7 16,0 2-7-16,0-4 4 15,9-1-10-15,17-9 18 16,10-4-5-16,16-7 1 15,10-11 5-15,13-7-10 16,12-5 14-16,5-4-2 16,3-1-9-16,-3 3 8 15,-3 0-13-15,-5 3 1 16,-11 5 2-16,-7 5-3 16,-12 4 5-16,-7 4-8 15,-15 7 0-15,-10 7 9 16,-10 2-10-16,-8 2 2 15,-4 6 2-15,0 2-6 16,-14 0 9-16,-5 3-13 16,-2 0-1-16,-1 0-17 15,5 4-27-15,4 3-38 16,6-5-104-16</inkml:trace>
  <inkml:trace contextRef="#ctx0" brushRef="#br0" timeOffset="79797.89">25225 14083 543 0,'0'0'60'16,"0"0"-13"-16,0 0-21 15,0 0-12-15,0 0-9 16,-28-21 3-16,30 43 18 16,16 8-5-16,10 5-2 15,2 9-7-15,4 2 5 16,1 0-3-16,1 3-8 16,-2-6 10-16,-1-5-16 15,-3-10 4-15,-4-2-3 16,-2-8-2-16,-8-9 6 15,0-1-15-15,-8-4-19 16,-4-2-3-16,-4-2-11 16,0 0 3-16,0-2-23 15,-16-12-135-15,-12-5-215 16</inkml:trace>
  <inkml:trace contextRef="#ctx0" brushRef="#br0" timeOffset="80139.42">25221 14409 417 0,'0'0'4'0,"0"0"17"16,0 0 3-16,0 0-7 15,137-122-9-15,-93 95-2 16,-2 2 9-16,2 6-14 15,-10 1 2-15,-6 7-2 0,-7 5 0 16,-5 0 2-16,-8 3-4 16,-4 2 0-16,-2 1 35 15,3 0 11-15,0 0-26 16,3 4-19-16,5 15 16 16,4 9 11-16,2 0-14 15,1 5-3-15,2 0-6 16,-4-8-3-16,2-2 6 15,-4-10-12-15,-4-4-32 16,-4-6-50-16,-6-3-81 16,-2 0-116-16</inkml:trace>
  <inkml:trace contextRef="#ctx0" brushRef="#br0" timeOffset="80286.12">25597 14139 160 0</inkml:trace>
  <inkml:trace contextRef="#ctx0" brushRef="#br0" timeOffset="80748.61">25949 14152 408 0,'0'0'25'0,"0"0"-2"0,0 0 28 15,0 0-22-15,0 0-10 16,87-118 4-16,-61 89 3 15,-2 1-21-15,-4 3-3 16,-10 6 0-16,-6 4-4 16,-4 0 12-16,0 6-19 15,-20 6 8-15,-5 3-3 16,-5 0 15-16,-4 0 17 16,-3 17-7-16,-2 8-1 15,3 4-9-15,1 6-4 16,1 4 9-16,8 8-8 15,2 0-3-15,2 1 8 16,8-1-9-16,8-4 6 16,6-6-2-16,0-12-3 15,6-3 4-15,24-10-2 16,4-8 3-16,7-1 1 16,2-3-8-16,2 0 6 15,5-7-12-15,-3-11 3 16,1 0-13-16,-2-8-29 15,-2 0-31-15,-8-9-37 16,-3-2-120-16</inkml:trace>
  <inkml:trace contextRef="#ctx0" brushRef="#br0" timeOffset="81965.03">26802 13701 590 0,'0'0'31'0,"0"0"19"16,0 0-28-16,0 0-3 15,0 0 3-15,-47-66-7 16,32 54 1-16,-4-2-18 15,-9 1 2-15,-12-3 1 16,-2 2 1-16,-8 1 0 16,-5 1-4-16,-10 5-3 15,3-2 12-15,-6 5-9 16,4 4 0-16,-3 0 4 16,1 0-7-16,4 0 16 15,-3 0-16-15,3 7 7 16,1 5-2-16,-1 3-3 15,0 5 10-15,-1-1-14 16,-1 6 6-16,1 3 7 16,1 2 0-16,2 3 0 15,0 0-5-15,3 4 5 16,1-2 5-16,4-3-3 16,3 4 3-16,4-1-1 15,8-6-1-15,5 1 13 16,6 0-18-16,2-1 5 15,8 1-5-15,0 1-4 16,3-1 8-16,3-2-11 16,1 4 3-16,3-1 0 15,1-2 1-15,3 6 1 16,2-1-3-16,0 2-2 0,0 1 8 16,0-4-8-16,0 3 5 15,4-5-2-15,10-1-5 16,0-2 13-16,4-3-11 15,1-4 3-15,1 2-3 16,6-5 0-16,-1 0 10 16,5-2-9-16,5 2 1 15,-3-5 2-15,5 2 0 16,-3-5 4-16,2 0-10 16,1 0 3-16,2-2 7 15,0 2-9-15,3-3 6 16,2 5-3-16,3-4-2 15,-2 0 8-15,2-1-19 16,1-3 6-16,-1-2 0 16,3-2 1-16,-3 0 4 15,5 0-13-15,-3 0 2 16,0-6 6-16,3-5-8 16,-2-3 1-16,3-1 5 15,1 1-5-15,-2-2 12 16,-1-2-7-16,1 4 9 15,-2-4 1-15,-5-1-4 16,0 0 10-16,-2-3-11 16,-7 2 6-16,-1-7 2 15,-7 4-2-15,-2-2 9 16,-2 2-10-16,-6-2 6 16,6 2 3-16,0-2-1 15,0-3 1-15,-3 3-2 16,1-2-6-16,-5 4 6 0,-4 0-1 15,-5 1 3-15,-6-1-5 16,-2-4 4-16,0-2 11 16,0-6-16-16,-10-3-1 15,-7-4 0-15,-7-3-2 16,-6-2 11-16,-2 0-12 16,-10 1 5-16,-2 4-1 15,-6-6 2-15,-1 9 0 16,-1 3-4-16,-2 5 4 15,3 6 11-15,3 4-11 16,8 7 3-16,5 3-5 16,9 1-6-16,11 8 8 15,2 2-11-15,11 0 5 16,0 2-17-16,2 13-27 16,0 3 0-16,0 1-26 15,0-2-30-15,4 1-107 16</inkml:trace>
  <inkml:trace contextRef="#ctx0" brushRef="#br0" timeOffset="83897.9">15978 14593 451 0,'-18'-11'64'0,"6"5"-8"16,0 2-11-16,6 0-7 15,2 0-2-15,0 0-6 16,1 2-8-16,3-4-13 16,0 1-13-16,9-11 9 15,17-5-1-15,10-8 1 16,12-6-3-16,12-8-5 15,7-5 10-15,1 0-9 16,5-3 4-16,1 5 3 16,-3 0-2-16,-5 6-1 15,-10 6-3-15,-6 6 1 16,-13 9 2-16,-13 6-1 16,-10 5-1-16,-14 8-6 15,0 0-10-15,-6 0 20 0,-16 14-27 16,-6 7-3-1,-2 5-3-15,-2 0-16 0,1 1-18 16,1 2-53-16,0 0-3 16,-2 4-25-16</inkml:trace>
  <inkml:trace contextRef="#ctx0" brushRef="#br0" timeOffset="84330.86">16133 14558 393 0,'0'0'61'0,"0"0"-57"16,0 0 14-16,0 0 28 16,0 0-15-16,144-92-2 15,-85 53-17-15,9-5-4 16,-4 1 6-16,5 2-6 16,-9 4-6-16,-6 4 2 15,-11 8-1-15,-15 10-1 16,-13 10-13-16,-15 5-38 15,0 3-15-15,-31 26 41 16,-7 7-42-16,-11 11-7 16,-11 7 19-16,-5 8 39 15,-4 0-15-15,-2 2-34 16,-2 0 16-16,2-4 56 16,4-4 43-16,11-13 7 15,9-13 3-15,15-5 18 16,14-11 22-16,16-14-17 15,2 0-77-15,18-10 6 16,18-19-3-16,11-6 0 16,11-9 5-16,7-7-12 0,4-2 7 15,6-1 6 1,-4 1-16-16,-4 8 4 0,-2 10-6 16,-10 10-36-16,-5 15-45 15,-12 7-106-15</inkml:trace>
  <inkml:trace contextRef="#ctx0" brushRef="#br0" timeOffset="85313.52">19495 14959 335 0,'0'0'34'15,"0"0"-5"-15,-74 139 6 16,58-102-13-16,8-11-7 15,6-7 6-15,-1-8-21 16,3-9-1-16,0-2 0 16,0 0-9-16,7-6 7 15,7-11 4-15,0-8 2 16,2-4-2-16,0-8 1 16,1-4-3-16,2-4-1 15,-1-1 7-15,-1 0-7 16,2 2 2-16,-4 3 1 15,-2 6 6-15,-4 12 15 16,-5 6-3-16,-2 10 17 16,-2 7 1-16,0 0-15 15,-6 16 7-15,-16 15-26 0,-4 6 1 16,-4 7 6 0,3 3 4-16,-1-2 0 0,4-2-7 15,6-7-5-15,4-11 5 16,2-4-10-16,4-7 4 15,6-7-9-15,2-3-30 16,0-4-6-16,0 0-2 16,20-13-2-16,-2-13-16 15,6-5-17-15,0-4-2 16,-2-6 1-16,-3 1-12 16</inkml:trace>
  <inkml:trace contextRef="#ctx0" brushRef="#br0" timeOffset="85712.67">19500 14901 312 0,'0'0'63'0,"0"0"-7"15,0 0-6-15,-75 108-5 16,63-93-7-16,6-5-14 15,4-6-16-15,2-4-7 16,0 0 1-16,6-4 10 16,10-12 7-16,3-3-13 15,0-3 6-15,-1-3-12 16,-4 2 1-16,0-1-2 16,-2 1 1-16,-5 5 6 15,1 6-6-15,-3 1 1 16,-5 7 3-16,0 4 0 0,0 0 15 15,-11 14-5-15,-8 11-14 16,-3 6 4-16,-4 8-4 16,0 1 2-16,4-4-1 15,2-2-5-15,6-9 7 16,6-8-29-16,6-9-20 16,2-8-9-16,0 0 1 15,19-19-66-15,2-12-120 16</inkml:trace>
  <inkml:trace contextRef="#ctx0" brushRef="#br0" timeOffset="86281.16">19906 14346 432 0,'0'0'41'15,"0"0"25"-15,0 0-30 16,-127 59-10-16,106-30-2 16,4 6-8-16,1 0-1 15,10 0-10-15,6-2 4 16,0 0 1-16,0-4-6 15,0 1 4-15,11-8 0 16,4 1 0-16,5-3 2 16,0-3-10-16,4-7 14 15,4-2-11-15,5-8-5 0,-1 0 10 16,0 0-13-16,2-10 9 16,-1-10-2-16,-5-5-2 15,0-5 6-15,-4-3-7 16,-7-2 2-16,2-4 1 15,-11 0-2-15,2-1 3 16,-10 0-6-16,0 3 1 16,0 10 3-16,-24 2-3 15,-6 7 2-15,-7 9-2 16,-1 9-5-16,-8 0 7 16,-1 9-4-16,4 10 2 15,2 7 7-15,5-1-10 16,8 6 14-16,4-1-14 15,6-3 5-15,12-4-2 16,6 1-35-16,0-11-27 16,0-7-45-16,4-6-84 15</inkml:trace>
  <inkml:trace contextRef="#ctx0" brushRef="#br0" timeOffset="89530.99">16517 13578 415 0,'16'-1'3'16,"8"1"-2"-16,8-2 10 16,11 2-2-16,17-6 9 15,13-2 11-15,19-6 20 0,20 0 1 16,21-5-20-1,18-5-16-15,18-1-2 0,14-1-6 16,4-5 9-16,4-2-15 16,-2-2 7-16,0 3-7 15,-4-1 1-15,-12 2 9 16,-8 6-12-16,-10 8 4 16,-19 2 0-16,-20 10-3 15,-30 5-7-15,-22 0-18 16,-27 0 2-16,-22 0 7 15,-15 14-51-15,-12-1 55 16,-26 0 18-16,-8 1-11 16,-17 2 16-16,-11-2-14 15,-9 3 3-15,-13 3-7 16,-15-1-3-16,-3 5 11 16,-4-1-5-16,2-3-3 15,6-1-4-15,9-5 7 16,19-6 9-16,18-2 10 15,17-5 16-15,21-1 11 16,17 0-3-16,9 0-19 16,17-1-5-16,31-11-15 15,18-2 16-15,20-1-9 16,20-5-4-16,14 1 2 16,16-3-6-16,10-1 12 15,3 2-11-15,-1 0 4 16,-6 2 1-16,-8 2-4 15,-12 3 2-15,-12 4-6 16,-22 4 3-16,-13 2 1 16,-23 4 1-16,-18 0 2 15,-18 0-4-15,-16 0-10 16,-10 6-8-16,-30 5 28 16,-18 6-6-16,-17 2-4 0,-14 4-1 15,-14 2 6-15,-11 3-18 16,-11 6-7-16,-4-1 16 15,0-1-4-15,13-2 9 16,12-5-2-16,21-8 1 16,21-1 25-16,24-9-2 15,22-1-5-15,16-4-7 16,6-2-23-16,30 0 28 16,18 0-14-16,17 0 4 15,15 0-1-15,11 0-3 16,9-9 9-16,7-1-11 15,2 1 1-15,-3 0 0 16,-7 0-1-16,-6 1 3 16,-17 2-3-16,-16-2-1 15,-18 3 6-15,-20 1-7 16,-20 2-2-16,-8 2-9 16,-15 0 0-16,-26 0 27 15,-11 0-15-15,-12 0-1 16,-7 4 6-16,-9 3-8 15,1 1 1-15,-3-2-4 16,5 2 3-16,8-5 3 16,12 3 3-16,17-2 2 15,18-2-6-15,14 1 3 16,8-3 8-16,15 0-14 16,22 0 11-16,15 0-6 15,12-6-4-15,9-10 13 16,15-3-10-16,3-3 4 15,3-1-2-15,-5 4-1 0,-12 3-1 16,-17 4-23-16,-19 9-31 16,-24 3-70-16,-17 0-78 15</inkml:trace>
  <inkml:trace contextRef="#ctx0" brushRef="#br0" timeOffset="91913.99">26542 13780 430 0,'0'0'46'16,"0"0"-14"-16,0 0-2 0,0 0-3 15,0 0 0-15,0 0-1 16,0 0-18-16,0 0-2 16,0 0 7-16,0-2 0 15,6-4-1-15,12-4 1 16,10-3 0-16,6-6 8 15,13-9-13-15,11-6 1 16,13-9 2-16,5-7-4 16,1-4 12-16,5-8-11 15,-5 1 0-15,-1 2-4 16,-8 0-3-16,-5 7 5 16,-3 6-7-16,-10 7 0 15,-12 8 3-15,-9 12-2 16,-10 5 2-16,-12 4-15 15,-5 9-13-15,-2 1 12 16,0 0-18-16,-9 0-38 16,-6 0-30-16,-3 0-57 15,1 4-60-15</inkml:trace>
  <inkml:trace contextRef="#ctx0" brushRef="#br0" timeOffset="92231.07">27304 13104 443 0,'0'0'21'16,"0"0"-20"-16,0 0 41 16,0 0 6-16,107-6-17 0,-64 1-2 15,0 3 8 1,0 2-20-16,-1 0-13 0,-8 7 4 15,-6 17-9-15,-9 1 1 16,-13 8 2-16,-6-2 1 16,0 2 5-16,0-2-10 15,-19-3 6-15,2-3-3 16,0-1-4-16,1-7 11 16,6-5-12-16,4-6-15 15,4-4-18-15,2-2-28 16,0 0-81-16,0-21-82 15</inkml:trace>
  <inkml:trace contextRef="#ctx0" brushRef="#br0" timeOffset="92847.53">27950 12829 510 0,'0'0'15'0,"0"0"-24"15,0 0 48-15,0 0-10 16,0 0-12-16,124-46-15 16,-103 32 0-16,-1 1-1 15,-10 1-1-15,0 1 7 16,-6 0-8-16,-2-2 3 15,0 1 0-15,-2 4 0 0,0 0 4 16,0 2-2-16,0 0 4 16,2 6 4-16,2 0-16 15,7 0-4-15,2 14 6 16,8 12 24-16,5 11 8 16,4 6-9-16,6 7-3 15,4 10 6 1,-2 2-5-16,1 4 5 0,-5-4-15 15,-6 2 1-15,-6-2 2 16,-9-8-10-16,-11-2 3 16,-2-9-6-16,0-6 0 15,-23-5 6-15,-7-4-7 16,-10-7 0-16,-2-4-5 16,-5-5-6-16,-1-7 11 15,5-5-13-15,4-1 6 16,11-27 5-16,11-8-6 15,9-5 15-15,8-5-7 16,0 3-1-16,8 0 6 16,16 5-3-16,4 7 5 15,2 2-7-15,4 4 0 16,-1 3 8-16,-5 3-7 16,-5 3 0-16,-6 5-31 15,-8-3-22-15,-9 3-45 16,0-5-166-16</inkml:trace>
  <inkml:trace contextRef="#ctx0" brushRef="#br0" timeOffset="93564.04">28760 12210 576 0,'0'0'40'16,"0"0"10"-16,0 0-18 15,-140 72-9-15,110-28-7 16,7 5 5-16,5 3-19 16,10-4 2-16,6-1 0 15,2-7 3-15,0-9 0 16,10-6-8-16,10-9-2 16,5-11 6-16,5-5-4 15,6 0 5-15,0-15 0 16,-2-10-5-16,-1-4 10 15,-10-2-12-15,-6-2 1 0,-5-2-6 16,-10 3 5 0,-2-1 10-16,0 2-12 15,0 3 4-15,-2 5 2 0,-6 10 0 16,4 1 0 0,4 8-1-16,0 4 1 0,0 0 2 15,0 0-10-15,14 12 6 16,8 3 1-16,7 3-1 15,1-3 9-15,7-1-11 16,-1-5 0-16,1-4-24 16,-3-5-16-16,-6 0-16 15,-2 0-23-15,-9-2-25 16,-4-13-31-16,-4-4-35 16</inkml:trace>
  <inkml:trace contextRef="#ctx0" brushRef="#br0" timeOffset="93798.65">29147 12166 242 0,'0'0'65'0,"0"0"-37"16,0 0 40-16,0 0 35 16,0 0-39-16,-64-91-28 15,41 97 5-15,-1 16-3 16,2 8-17-16,0 6 1 16,8 5-3-16,3 2-7 15,8-3 6-15,3-3-10 16,0-3-9-16,20-11 8 15,12-8-10-15,7-8 0 16,8-7 9-16,-2 0-7 16,1-15 9-16,-1-10-23 15,-6-8-22-15,-7-4-21 0,-11-8-66 16,-7-5-68-16</inkml:trace>
  <inkml:trace contextRef="#ctx0" brushRef="#br0" timeOffset="94382.24">29270 11626 506 0,'0'0'33'16,"0"0"6"-16,0 0 15 16,-2 108-14-16,19-68-13 15,3 8-6-15,3-1-6 16,5 2-3-16,0-3 5 15,2-3-12-15,5-7-5 16,-5-7 12-16,0-5-12 16,0-8 1-16,-2-12 0 15,-2-4-6-15,-2 0 16 16,-1-4-15-16,-1-19 7 16,-3-5-4-16,-4-3 5 15,3-4-2-15,-6 4-13 16,0 0 8-16,-2 2 4 15,0 0-1-15,0 4 1 16,0 1-2-16,1 1-4 16,-2 3 11-16,-3-1-16 15,-4 4-2-15,0 4 0 16,-2-1 5-16,0 4 10 16,0 3-9-16,-2 1 4 15,-9 6-6-15,-4 0 0 16,-2 8 15-16,-4 15-11 0,1 6 5 15,0 5 1 1,4 5 0-16,5-2 5 0,2-1 2 16,9-4-1-16,0-3 4 15,0-6-11-15,15-7 10 16,11-6 1-16,5-10-7 16,7 0 8-16,3 0-13 15,6-22-1-15,-2-5-1 16,3-7-32-16,-8-7-15 15,-7-12-53-15,-14-7-94 16</inkml:trace>
  <inkml:trace contextRef="#ctx0" brushRef="#br0" timeOffset="94651.85">30023 11046 558 0,'0'0'49'16,"0"0"15"-16,0 0-20 16,-38 109-10-16,38-61-7 15,0 8 5-15,21 8-12 16,9 6 11-16,4-6 11 16,6-2-30-16,0-6-2 15,1-10-3-15,2-9-8 16,-2-8 8-16,-7-8-13 15,-1-7-11-15,-10-6-37 16,-8-4-12-16,-8-4-8 16,-7 0-26-16,-4 0-9 15,-33-4-229-15</inkml:trace>
  <inkml:trace contextRef="#ctx0" brushRef="#br0" timeOffset="94868.99">30102 11596 347 0,'0'0'14'0,"0"0"2"15,0 0 22-15,143-102-26 16,-103 79-8-16,-4 3-3 15,-9 2-81-15,-7 3-186 16</inkml:trace>
  <inkml:trace contextRef="#ctx0" brushRef="#br0" timeOffset="96681.67">30816 10922 480 0,'0'0'43'0,"0"0"7"15,0 0-16-15,0 0-1 16,0 0-3-16,-109-71 2 16,86 63-13-16,0 0-17 15,-7 5 0-15,-3 0 2 16,-6 3-5-16,-6 0 6 16,-9 0-7-16,-4 0 0 15,-9 10 6-15,-3 2-8 16,-4 1 3-16,-1 3 3 15,-1 3-6-15,-1 1 12 16,6 1-11-16,2 3 3 16,0-1 4-16,5-1 2 15,4 1 5-15,3 1-2 16,4-1-3-16,3-1 7 16,5 1-8-16,-2-2 2 15,-1 2 0-15,1 1-8 16,0-1 10-16,-2 1-11 15,-1-1 4-15,3-1-1 16,-1 1-5-16,3 1 12 16,-2 1-12-16,2-2 6 15,-3 2-1-15,0-1 0 16,2 1 1-16,0 2-4 16,1-1-1-16,2 2 7 15,0 0-5-15,2 0 3 16,1 1-4-16,-4 2-1 15,4-2 10-15,-4-1-12 16,1 1 8-16,3 0-7 16,-4 0 3-16,1 3 8 15,5 0-11-15,-4 0 4 0,4 1-2 16,4 0 1-16,1 0 4 16,3 0-5-16,4 3-1 15,4-3 8-15,4 4-6 16,-2 6 2-16,0 2-1 15,4 3-4-15,-2 4 13 16,1 3-12-16,0-4 5 16,4 2 0-16,2-5-3 15,2-3 11-15,3-2-10 16,2-2 1-16,4-7 1 16,0 2-1-16,0 1 2 15,0 2-4-15,0 0-2 16,0 0 8-16,0-4-7 15,6 0 3-15,7-3-1 16,2-1-5-16,0-6 14 16,3-1-14-16,-3-4 5 15,2-4 1-15,0 0-4 16,0-4 9-16,7-1-11 16,2 1 3-16,2-4 7 15,2 3-2-15,2-1-1 16,1 0-3-16,-1 2 0 15,2 1 6-15,0 0-6 16,1-1 0-16,1 0-6 16,-2 0-6-16,4-5 18 15,0 3-14-15,1-2 7 16,-3-1-1-16,4 0 0 16,-4 4 8-16,-2-4-19 15,1 0 5-15,-3-1 8 16,-2 0-2-16,0-6 1 0,0 3 0 15,0-1-4 1,3-2-2-16,-1 0-3 0,2 0 2 16,1 0 4-16,6-5-2 15,0-7 11-15,6 1-8 16,2-6 3-16,1 3 2 16,-1-2-2-16,-1-1 3 15,-3 3-6-15,0-3 2 16,-2 6 0-16,-1-1-2 15,0-1 1-15,3-1-2 16,3 1 2-16,2-3 6 16,1-1-6-16,0-3 4 15,6 1-4-15,-1-2 0 16,-1 0 10-16,1-3-8 16,-2 0 4-16,-2 2-1 15,-3-6-2-15,-1 3 5 16,-4-4-8-16,2 0 5 15,-3-1 1-15,-1-4 0 16,2-1 3-16,1 1 0 16,-2-2-5-16,0-3 13 15,-2 0-14-15,0-2 5 16,-2 2-4-16,-5 1-3 16,0-5 11-16,-2 2-13 15,3-3 6-15,0-1 0 16,-1 1-1-16,1-4 4 15,-1 3-4-15,-2 1 1 16,-4 2 10-16,-4 4-7 0,-7 1 5 16,-4 0-8-16,-6-1-4 15,-3 1 12 1,-4-4-13-16,0 0 5 16,0-1 0-16,0-5-3 0,0-3 8 15,0-4-11-15,-9-6 2 16,2-3 0-16,-1-6 2 15,-1 1 2-15,-1 2-6 16,-1 3 1-16,0 3 6 16,-4 7-5-16,0 5 2 15,-7 7 1-15,0 6-4 16,0 2 15-16,-4 8-14 16,-2 5 5-16,-1 3 0 15,3 2-3-15,1 6 12 16,2 1-11-16,5 6-2 15,1-2 1-15,6 2 1 16,0 2-1-16,7-2-8 16,0 2-14-16,-1 0-4 15,1 0-23-15,0 8-19 16,-7 9-56-16,-6 5-120 16</inkml:trace>
  <inkml:trace contextRef="#ctx0" brushRef="#br0" timeOffset="123905.09">19958 18891 49 0,'-43'-87'0'0</inkml:trace>
  <inkml:trace contextRef="#ctx0" brushRef="#br0" timeOffset="126597.1">20442 16487 359 0,'-11'-10'65'0,"-2"0"-17"16,7 1-26 0,-2-1-14-16,-1 2 6 0,2-1-1 15,3 4-1-15,0 2 12 16,0-3-6-16,-1 1-1 16,0 2 9-16,3 0-12 15,0 2 12-15,0 0-15 16,0-2 3-16,0 1 1 15,2 2-11-15,0 0 4 16,0 0-7-16,0 0-5 16,0 0 10-16,0 0-12 15,0 0 2-15,0 2-3 16,4 14 0-16,10 7 18 16,0 0-11-16,8 2 7 15,-1-1 1-15,5-7-10 16,2-11 12-16,6-6-4 15,8-6 2-15,3-29 6 16,2-7 15-16,4-11-12 16,1-4-13-16,-2-4-12 15,-3 3 22-15,-6 3-18 16,-6 8 7-16,-8 6-2 16,-9 9-7-16,-3 8 4 15,-11 10-64-15,-2 2-35 16,3 3-123-16</inkml:trace>
  <inkml:trace contextRef="#ctx0" brushRef="#br0" timeOffset="127764.7">24528 13944 471 0,'0'0'76'16,"0"0"-23"-16,0 0-20 15,-23-42-5-15,23 37-11 16,0 2 1-16,0 0-26 16,0 3 12-16,12 0 3 15,6 0-6-15,1 0 5 16,0 11-5-16,3 2-1 16,-1-1 10-16,1 2-10 0,4-3 2 15,2-5-2-15,0-2-4 16,4-4 16-16,-2 0-18 15,5-15 8-15,-1-13 13 16,6-7-4-16,0-9 14 16,3-2-19-16,-1-9 4 15,2-1 1-15,-2 0-3 16,-3 0 4-16,-2 4-11 16,-4 3-5-16,-8 6 15 15,-4 9-13-15,-3 9 4 16,-8 3-1-16,-3 13-6 15,-7 9 14-15,0 0-35 16,-5 35-49-16,-25 11 11 16,-14 16-231-16</inkml:trace>
  <inkml:trace contextRef="#ctx0" brushRef="#br0" timeOffset="132196.14">11855 16579 379 0,'-34'-9'3'0,"-8"1"7"15,6 4-1-15,-3 4 4 16,-1 0 19-16,0 23-2 16,-4 8-8-16,-6 13 9 15,-5 6-24-15,-4 7 0 16,-7 3-1-16,-2 4-6 16,0 3 21-16,1 2-2 15,1 0 2-15,7 3-2 16,3 4-9-16,6-3 10 15,10 1 5-15,6-5-12 16,5-5 2-16,13-3-7 16,4-8 4-16,10 0-8 15,2-7-4-15,0-3 8 16,16 1-14-16,5-2 10 16,5-2-2-16,6-2-5 15,0-3 9-15,8-4-13 16,0-1 1-16,5-7 10 15,7-2-5-15,6-8 5 16,2-1-11-16,3-6 10 16,3-3 2-16,7-3-7 0,3 0 4 15,3-10-2-15,3-14-5 16,8-7 12-16,1-10-10 16,6-9 6-16,-1-10-5 15,3-9 5-15,3-9 4 16,-8-4-10-16,-1-3 7 15,-16 2 3-15,-15 4-6 16,-16 9 14-16,-20 8-17 16,-20 8 1-16,-6 5 12 15,-22 3-3-15,-20-1 2 16,-16 1-2-16,-7-3-12 16,-7 1 13-16,0 2-13 15,-5 3 4-15,-1 4 0 16,1 9-5-16,-3 6 12 15,7 7-12-15,3 8-2 16,4 9 12-16,10 0-5 16,9 0-2-16,13 15-1 15,10 8-10-15,17 0-6 16,7 4-37-16,5 0-42 16,29 1-114-16</inkml:trace>
  <inkml:trace contextRef="#ctx0" brushRef="#br0" timeOffset="133463.44">19713 16516 406 0,'0'0'24'0,"0"0"-3"15,-87 0 44-15,53-6-20 16,2-4-19-16,0 3 1 16,-3 1-7-16,-3 3 0 15,0 3-12-15,-6 0-7 16,-3 10 11-16,-3 15-3 15,-2 6 3-15,1 6-7 16,5 5-6-16,8 3 9 0,8 8-4 16,12 1 4-1,10 8 2-15,8 1-7 0,0 7 5 16,8-2-9-16,22-2-2 16,10-4 9-1,7-4-9-15,11-7 5 0,8-5-6 16,10-11 1-16,7-10 9 15,6-12-13-15,9-7 6 16,4-6 5-16,5-2-7 16,-1-23 18-16,1-10-15 15,-4-7-1-15,-5-9 2 16,-8-7 1-16,-10 0 3 16,-16-6-8-16,-18 2 2 15,-25-2 9-15,-21-4-7 16,-5-3 0-16,-39-2-4 15,-26-5-14-15,-13 4 10 16,-10 9-15-16,-1 7 9 16,-3 17 5-16,7 20-2 15,3 17 13-15,7 4-10 16,10 9 2-16,7 24-23 16,13 4-17-16,12 5 2 15,14-3-44-15,14-4-83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69F5A4-1736-4EB5-8F26-58C9E8689D00}" type="datetimeFigureOut">
              <a:rPr lang="en-US" smtClean="0"/>
              <a:t>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9A6B17-9D39-45B6-94B3-CF01C2A4BC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91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9A6B17-9D39-45B6-94B3-CF01C2A4BC60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57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en-US" sz="5400" b="1" dirty="0">
                <a:solidFill>
                  <a:schemeClr val="accent2"/>
                </a:solidFill>
                <a:latin typeface="Times New Roman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None/>
              <a:defRPr lang="en-US" sz="26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5617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1A32BAC6-B399-4570-A886-9CB80D904018}" type="datetime2">
              <a:rPr lang="en-US" smtClean="0"/>
              <a:t>Saturday, January 11,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56017" y="6492875"/>
            <a:ext cx="41148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28017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A35953E-1603-40E8-8E85-DFDB9F0553F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11" name="Rectangle 4"/>
            <p:cNvSpPr>
              <a:spLocks noChangeArrowheads="1"/>
            </p:cNvSpPr>
            <p:nvPr userDrawn="1"/>
          </p:nvSpPr>
          <p:spPr bwMode="auto">
            <a:xfrm>
              <a:off x="838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5410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8717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227909"/>
            <a:ext cx="10515600" cy="4949054"/>
          </a:xfr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Arial"/>
              </a:rPr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Second level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Third level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Fourth level</a:t>
            </a:r>
          </a:p>
          <a:p>
            <a:pPr marL="2057400" marR="0" lvl="4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40FE79D8-B188-4DEA-8E63-2F041FBB5BAD}" type="datetime2">
              <a:rPr lang="en-US" smtClean="0"/>
              <a:t>Saturday, January 11,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noFill/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A35953E-1603-40E8-8E85-DFDB9F0553F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12" name="Rectangle 4"/>
            <p:cNvSpPr>
              <a:spLocks noChangeArrowheads="1"/>
            </p:cNvSpPr>
            <p:nvPr userDrawn="1"/>
          </p:nvSpPr>
          <p:spPr bwMode="auto">
            <a:xfrm>
              <a:off x="838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3" name="Rectangle 5"/>
            <p:cNvSpPr>
              <a:spLocks noChangeArrowheads="1"/>
            </p:cNvSpPr>
            <p:nvPr userDrawn="1"/>
          </p:nvSpPr>
          <p:spPr bwMode="auto">
            <a:xfrm>
              <a:off x="5410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1366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en-US" sz="5400" b="1" cap="all" dirty="0">
                <a:solidFill>
                  <a:schemeClr val="accent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lang="en-US" sz="3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Monotype Sorts" pitchFamily="2" charset="2"/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8F709EFC-4A72-4BB2-ACE7-69C9344C5263}" type="datetime2">
              <a:rPr lang="en-US" smtClean="0"/>
              <a:t>Saturday, January 11,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A35953E-1603-40E8-8E85-DFDB9F0553F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11" name="Rectangle 4"/>
            <p:cNvSpPr>
              <a:spLocks noChangeArrowheads="1"/>
            </p:cNvSpPr>
            <p:nvPr userDrawn="1"/>
          </p:nvSpPr>
          <p:spPr bwMode="auto">
            <a:xfrm>
              <a:off x="838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5410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90988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347537"/>
            <a:ext cx="5181600" cy="4829426"/>
          </a:xfr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Arial"/>
              </a:rPr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Second level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Third level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Fourth level</a:t>
            </a:r>
          </a:p>
          <a:p>
            <a:pPr marL="2057400" marR="0" lvl="4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347537"/>
            <a:ext cx="5181600" cy="4829426"/>
          </a:xfr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Arial"/>
              </a:rPr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Second level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Third level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Fourth level</a:t>
            </a:r>
          </a:p>
          <a:p>
            <a:pPr marL="2057400" marR="0" lvl="4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5B3AEC05-D816-46C2-B454-8F968A88CC3E}" type="datetime2">
              <a:rPr lang="en-US" smtClean="0"/>
              <a:t>Saturday, January 11, 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A35953E-1603-40E8-8E85-DFDB9F0553F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13" name="Rectangle 4"/>
            <p:cNvSpPr>
              <a:spLocks noChangeArrowheads="1"/>
            </p:cNvSpPr>
            <p:nvPr userDrawn="1"/>
          </p:nvSpPr>
          <p:spPr bwMode="auto">
            <a:xfrm>
              <a:off x="838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4" name="Rectangle 5"/>
            <p:cNvSpPr>
              <a:spLocks noChangeArrowheads="1"/>
            </p:cNvSpPr>
            <p:nvPr userDrawn="1"/>
          </p:nvSpPr>
          <p:spPr bwMode="auto">
            <a:xfrm>
              <a:off x="5410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417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Arial"/>
              </a:rPr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Second level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Third level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Fourth level</a:t>
            </a:r>
          </a:p>
          <a:p>
            <a:pPr marL="2057400" marR="0" lvl="4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lvl5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/>
            </a:pPr>
            <a:r>
              <a:rPr kumimoji="0" lang="en-US" sz="2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+mn-ea"/>
                <a:cs typeface="Arial"/>
              </a:rPr>
              <a:t>Click to edit Master text styles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Second level</a:t>
            </a:r>
          </a:p>
          <a:p>
            <a:pPr marL="1143000" marR="0" lvl="2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/>
            </a:pPr>
            <a:r>
              <a:rPr kumimoji="0" 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Third level</a:t>
            </a:r>
          </a:p>
          <a:p>
            <a:pPr marL="1600200" marR="0" lvl="3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Fourth level</a:t>
            </a:r>
          </a:p>
          <a:p>
            <a:pPr marL="2057400" marR="0" lvl="4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cs typeface="Arial"/>
              </a:rP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9B317E98-953F-46EB-8848-3AC499B5FBE7}" type="datetime2">
              <a:rPr lang="en-US" smtClean="0"/>
              <a:t>Saturday, January 11, 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A35953E-1603-40E8-8E85-DFDB9F0553F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en-US" sz="4000" b="1" dirty="0">
                <a:solidFill>
                  <a:schemeClr val="accent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15" name="Rectangle 4"/>
            <p:cNvSpPr>
              <a:spLocks noChangeArrowheads="1"/>
            </p:cNvSpPr>
            <p:nvPr userDrawn="1"/>
          </p:nvSpPr>
          <p:spPr bwMode="auto">
            <a:xfrm>
              <a:off x="838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6" name="Rectangle 5"/>
            <p:cNvSpPr>
              <a:spLocks noChangeArrowheads="1"/>
            </p:cNvSpPr>
            <p:nvPr userDrawn="1"/>
          </p:nvSpPr>
          <p:spPr bwMode="auto">
            <a:xfrm>
              <a:off x="5410200" y="1349257"/>
              <a:ext cx="4572000" cy="76200"/>
            </a:xfrm>
            <a:prstGeom prst="rect">
              <a:avLst/>
            </a:prstGeom>
            <a:gradFill rotWithShape="0">
              <a:gsLst>
                <a:gs pos="0">
                  <a:srgbClr val="0000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algn="ctr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405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47AEE-8B91-4A8A-BE9A-F5F9EA39FBAA}" type="datetime2">
              <a:rPr lang="en-US" smtClean="0"/>
              <a:t>Saturday, January 11,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354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57016-BB10-4DF7-84A2-70A3E792818D}" type="datetime2">
              <a:rPr lang="en-US" smtClean="0"/>
              <a:t>Saturday, January 11,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2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50566-7E1A-4F72-8245-7D10D5538374}" type="datetime2">
              <a:rPr lang="en-US" smtClean="0"/>
              <a:t>Saturday, January 11,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920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C6244-0074-4B4B-8DBF-D77BE02B482B}" type="datetime2">
              <a:rPr lang="en-US" smtClean="0"/>
              <a:t>Saturday, January 11,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646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B702A-D8B5-459C-9567-804FE51475C9}" type="datetime2">
              <a:rPr lang="en-US" smtClean="0"/>
              <a:t>Saturday, January 11,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14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1B99F8-1B29-47FB-92E9-E5528C4B69EE}" type="datetime2">
              <a:rPr lang="en-US" smtClean="0"/>
              <a:t>Saturday, January 11,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8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074D0-5049-419E-8815-11598761FCB5}" type="datetime2">
              <a:rPr lang="en-US" smtClean="0"/>
              <a:t>Saturday, January 11,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Lec Tahmid Mosaddeque, Dept of CSE, UIU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5953E-1603-40E8-8E85-DFDB9F055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564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0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5" Type="http://schemas.openxmlformats.org/officeDocument/2006/relationships/image" Target="../media/image29.png"/><Relationship Id="rId4" Type="http://schemas.openxmlformats.org/officeDocument/2006/relationships/customXml" Target="../ink/ink15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1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customXml" Target="../ink/ink2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5" Type="http://schemas.openxmlformats.org/officeDocument/2006/relationships/image" Target="../media/image45.png"/><Relationship Id="rId4" Type="http://schemas.openxmlformats.org/officeDocument/2006/relationships/customXml" Target="../ink/ink2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BFS and DFS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71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8B2A3-C839-4946-88C0-49784845DB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1938435"/>
          </a:xfrm>
        </p:spPr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E5A17-452B-4A8C-9AC7-C95D23F4A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891879"/>
            <a:ext cx="10515600" cy="150018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Breadth First Search (BFS)</a:t>
            </a:r>
          </a:p>
          <a:p>
            <a:r>
              <a:rPr lang="en-US" dirty="0"/>
              <a:t>Level Order Traversal</a:t>
            </a:r>
          </a:p>
          <a:p>
            <a:r>
              <a:rPr lang="en-US" dirty="0"/>
              <a:t>Depth First Search(DFS)</a:t>
            </a:r>
          </a:p>
          <a:p>
            <a:r>
              <a:rPr lang="en-US" dirty="0"/>
              <a:t>Topological Sorting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6C904-80FD-4FD0-8534-64D43F62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15031-7CFE-4018-9F66-E2B41FBA8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46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88191-F27F-4163-8236-7755D973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 First </a:t>
            </a:r>
            <a:r>
              <a:rPr lang="en-US" dirty="0" err="1"/>
              <a:t>SEarch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E0DD0-A846-4D16-97A1-03B228E41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5B185-05C6-40BF-BA81-91000D56B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D7398-2436-40AF-B672-1962CCE0C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30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2C1435-4605-414E-BA81-B64343B07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Clr>
                <a:srgbClr val="0033CC"/>
              </a:buClr>
              <a:buSzPct val="75000"/>
              <a:buFont typeface="Monotype Sorts" pitchFamily="2" charset="2"/>
              <a:buChar char="l"/>
              <a:defRPr/>
            </a:pPr>
            <a:r>
              <a:rPr lang="en-US" altLang="en-US" dirty="0"/>
              <a:t>Given: a graph G = (V, E), </a:t>
            </a:r>
            <a:r>
              <a:rPr lang="en-US" altLang="en-US" b="1" dirty="0"/>
              <a:t>directed or undirected</a:t>
            </a:r>
            <a:r>
              <a:rPr lang="en-US" altLang="en-US" dirty="0"/>
              <a:t>.</a:t>
            </a:r>
          </a:p>
          <a:p>
            <a:pPr marL="342900" lvl="0" indent="-342900">
              <a:buClr>
                <a:srgbClr val="0033CC"/>
              </a:buClr>
              <a:buSzPct val="75000"/>
              <a:buFont typeface="Monotype Sorts" pitchFamily="2" charset="2"/>
              <a:buChar char="l"/>
              <a:defRPr/>
            </a:pPr>
            <a:r>
              <a:rPr lang="en-US" altLang="en-US" dirty="0"/>
              <a:t>Goal: </a:t>
            </a:r>
            <a:r>
              <a:rPr lang="en-US" altLang="en-US" b="1" dirty="0"/>
              <a:t>methodically</a:t>
            </a:r>
            <a:r>
              <a:rPr lang="en-US" altLang="en-US" dirty="0"/>
              <a:t> </a:t>
            </a:r>
            <a:r>
              <a:rPr lang="en-US" altLang="en-US" b="1" dirty="0"/>
              <a:t>explore (or visit)</a:t>
            </a:r>
            <a:r>
              <a:rPr lang="en-US" altLang="en-US" dirty="0"/>
              <a:t> every vertex.</a:t>
            </a:r>
            <a:endParaRPr lang="en-US" dirty="0"/>
          </a:p>
          <a:p>
            <a:r>
              <a:rPr lang="en-US" dirty="0"/>
              <a:t> There are </a:t>
            </a:r>
            <a:r>
              <a:rPr lang="en-US" b="1" dirty="0"/>
              <a:t>two standard graph traversal techniques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Breadth-First Search (BFS)</a:t>
            </a:r>
          </a:p>
          <a:p>
            <a:pPr lvl="1"/>
            <a:r>
              <a:rPr lang="en-US" dirty="0"/>
              <a:t> Depth-First Search (DFS)</a:t>
            </a:r>
          </a:p>
          <a:p>
            <a:r>
              <a:rPr lang="en-US" dirty="0"/>
              <a:t>You will be requiring these two algorithms in the future too:</a:t>
            </a:r>
          </a:p>
          <a:p>
            <a:pPr lvl="1"/>
            <a:r>
              <a:rPr lang="en-US" dirty="0"/>
              <a:t>Learning algorithms like Backtracking</a:t>
            </a:r>
          </a:p>
          <a:p>
            <a:pPr lvl="1"/>
            <a:r>
              <a:rPr lang="en-US" dirty="0"/>
              <a:t>In Courses like Artificial Intelligence, DSA – II, etc.</a:t>
            </a:r>
          </a:p>
          <a:p>
            <a:pPr lvl="1"/>
            <a:r>
              <a:rPr lang="en-US" dirty="0"/>
              <a:t>Developing software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9070E-C4BA-453D-BA31-C74875B58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FF89C-0DDF-4BD1-9429-ECA4A5FDE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C9BE4B9-7F03-4509-BFA7-E2FADE198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Searching</a:t>
            </a:r>
          </a:p>
        </p:txBody>
      </p:sp>
    </p:spTree>
    <p:extLst>
      <p:ext uri="{BB962C8B-B14F-4D97-AF65-F5344CB8AC3E}">
        <p14:creationId xmlns:p14="http://schemas.microsoft.com/office/powerpoint/2010/main" val="890137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6B0D2D-CA52-49BC-94C6-0F510D8C1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dirty="0"/>
              <a:t>Building </a:t>
            </a:r>
            <a:r>
              <a:rPr lang="en-US" altLang="en-US" b="1" dirty="0"/>
              <a:t>a </a:t>
            </a:r>
            <a:r>
              <a:rPr lang="en-US" altLang="en-US" dirty="0"/>
              <a:t>tree over the graph </a:t>
            </a:r>
            <a:r>
              <a:rPr lang="en-US" altLang="en-US" b="1" dirty="0"/>
              <a:t>(parent array)</a:t>
            </a:r>
          </a:p>
          <a:p>
            <a:pPr lvl="1" eaLnBrk="1" hangingPunct="1"/>
            <a:r>
              <a:rPr lang="en-US" altLang="en-US" dirty="0"/>
              <a:t>We will pick a </a:t>
            </a:r>
            <a:r>
              <a:rPr lang="en-US" altLang="en-US" i="1" dirty="0"/>
              <a:t>source vertex</a:t>
            </a:r>
            <a:r>
              <a:rPr lang="en-US" altLang="en-US" dirty="0"/>
              <a:t> to be the root</a:t>
            </a:r>
          </a:p>
          <a:p>
            <a:pPr lvl="1" eaLnBrk="1" hangingPunct="1"/>
            <a:r>
              <a:rPr lang="en-US" altLang="en-US" dirty="0"/>
              <a:t>We will find (“discover”) its </a:t>
            </a:r>
            <a:r>
              <a:rPr lang="en-US" altLang="en-US" b="1" dirty="0"/>
              <a:t>children</a:t>
            </a:r>
            <a:r>
              <a:rPr lang="en-US" altLang="en-US" dirty="0"/>
              <a:t>, then their children, etc.</a:t>
            </a:r>
          </a:p>
          <a:p>
            <a:pPr eaLnBrk="1" hangingPunct="1"/>
            <a:r>
              <a:rPr lang="en-US" altLang="en-US" dirty="0"/>
              <a:t>Associating </a:t>
            </a:r>
            <a:r>
              <a:rPr lang="en-US" altLang="en-US" b="1" dirty="0"/>
              <a:t>colors (colors array)</a:t>
            </a:r>
          </a:p>
          <a:p>
            <a:pPr lvl="1" eaLnBrk="1" hangingPunct="1"/>
            <a:r>
              <a:rPr lang="en-US" altLang="en-US" dirty="0">
                <a:solidFill>
                  <a:schemeClr val="tx2"/>
                </a:solidFill>
              </a:rPr>
              <a:t>White vertices</a:t>
            </a:r>
            <a:r>
              <a:rPr lang="en-US" altLang="en-US" dirty="0"/>
              <a:t> have </a:t>
            </a:r>
            <a:r>
              <a:rPr lang="en-US" altLang="en-US" b="1" dirty="0"/>
              <a:t>not been discovered </a:t>
            </a:r>
            <a:r>
              <a:rPr lang="en-US" altLang="en-US" dirty="0"/>
              <a:t>: All vertices start out white</a:t>
            </a:r>
          </a:p>
          <a:p>
            <a:pPr lvl="1" eaLnBrk="1" hangingPunct="1"/>
            <a:r>
              <a:rPr lang="en-US" altLang="en-US" dirty="0">
                <a:solidFill>
                  <a:schemeClr val="tx2"/>
                </a:solidFill>
              </a:rPr>
              <a:t>Grey vertices</a:t>
            </a:r>
            <a:r>
              <a:rPr lang="en-US" altLang="en-US" dirty="0"/>
              <a:t> are discovered </a:t>
            </a:r>
            <a:r>
              <a:rPr lang="en-US" altLang="en-US" b="1" dirty="0"/>
              <a:t>but not fully explored </a:t>
            </a:r>
            <a:r>
              <a:rPr lang="en-US" altLang="en-US" dirty="0"/>
              <a:t>:They may be adjacent to white vertices. </a:t>
            </a:r>
            <a:r>
              <a:rPr lang="en-US" altLang="en-US" b="1" dirty="0"/>
              <a:t>Enqueuing</a:t>
            </a:r>
            <a:r>
              <a:rPr lang="en-US" altLang="en-US" dirty="0"/>
              <a:t> will be done for these vertices.</a:t>
            </a:r>
          </a:p>
          <a:p>
            <a:pPr lvl="1" eaLnBrk="1" hangingPunct="1"/>
            <a:r>
              <a:rPr lang="en-US" altLang="en-US" dirty="0">
                <a:solidFill>
                  <a:schemeClr val="tx2"/>
                </a:solidFill>
              </a:rPr>
              <a:t>Black vertices</a:t>
            </a:r>
            <a:r>
              <a:rPr lang="en-US" altLang="en-US" dirty="0"/>
              <a:t> are </a:t>
            </a:r>
            <a:r>
              <a:rPr lang="en-US" altLang="en-US" b="1" dirty="0"/>
              <a:t>discovered</a:t>
            </a:r>
            <a:r>
              <a:rPr lang="en-US" altLang="en-US" dirty="0"/>
              <a:t> and </a:t>
            </a:r>
            <a:r>
              <a:rPr lang="en-US" altLang="en-US" b="1" dirty="0"/>
              <a:t>fully explored</a:t>
            </a:r>
            <a:r>
              <a:rPr lang="en-US" altLang="en-US" dirty="0"/>
              <a:t>: They are adjacent only to black and grey vertices</a:t>
            </a:r>
          </a:p>
          <a:p>
            <a:pPr eaLnBrk="1" hangingPunct="1"/>
            <a:r>
              <a:rPr lang="en-US" altLang="en-US" dirty="0"/>
              <a:t>Keeping track of distance from the root (</a:t>
            </a:r>
            <a:r>
              <a:rPr lang="en-US" altLang="en-US" b="1" dirty="0"/>
              <a:t>distance array</a:t>
            </a:r>
            <a:r>
              <a:rPr lang="en-US" altLang="en-US" dirty="0"/>
              <a:t>)</a:t>
            </a:r>
          </a:p>
          <a:p>
            <a:pPr lvl="1" eaLnBrk="1" hangingPunct="1"/>
            <a:r>
              <a:rPr lang="en-US" altLang="en-US" dirty="0"/>
              <a:t>Helps in determining how far a vertex is from the root</a:t>
            </a:r>
          </a:p>
          <a:p>
            <a:pPr eaLnBrk="1" hangingPunct="1"/>
            <a:r>
              <a:rPr lang="en-US" altLang="en-US" dirty="0"/>
              <a:t>Using a </a:t>
            </a:r>
            <a:r>
              <a:rPr lang="en-US" altLang="en-US" b="1" dirty="0"/>
              <a:t>queue (array based queue/ linked list based queue)</a:t>
            </a:r>
          </a:p>
          <a:p>
            <a:pPr lvl="1"/>
            <a:r>
              <a:rPr lang="en-US" dirty="0"/>
              <a:t>Will be used for guiding the exploration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0A19D2-EB37-41AE-9E5A-372043A2C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33040-E707-4533-8B04-D072C419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C4DB13F-6E47-44CE-9E58-8F7CFCEE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Breadth-First 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329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93843"/>
            <a:ext cx="10988040" cy="159195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Initial vertex condition</a:t>
            </a:r>
          </a:p>
          <a:p>
            <a:pPr lvl="1"/>
            <a:r>
              <a:rPr lang="en-US" dirty="0"/>
              <a:t>all the vertices will be at infinite distance from the source (source not picked yet).</a:t>
            </a:r>
          </a:p>
          <a:p>
            <a:pPr lvl="1"/>
            <a:r>
              <a:rPr lang="en-US" dirty="0"/>
              <a:t>All the vertices will be colored w (not bee discovered)</a:t>
            </a:r>
          </a:p>
          <a:p>
            <a:pPr lvl="1"/>
            <a:r>
              <a:rPr lang="en-US" dirty="0"/>
              <a:t>They will have no parent</a:t>
            </a:r>
          </a:p>
          <a:p>
            <a:r>
              <a:rPr lang="en-US" dirty="0"/>
              <a:t>An empty Queue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C9AA0EE-8B8D-4846-B96D-227A66A5920A}"/>
              </a:ext>
            </a:extLst>
          </p:cNvPr>
          <p:cNvGrpSpPr/>
          <p:nvPr/>
        </p:nvGrpSpPr>
        <p:grpSpPr>
          <a:xfrm>
            <a:off x="922020" y="1504784"/>
            <a:ext cx="5318760" cy="2288207"/>
            <a:chOff x="381000" y="900732"/>
            <a:chExt cx="6934200" cy="3140075"/>
          </a:xfrm>
        </p:grpSpPr>
        <p:sp>
          <p:nvSpPr>
            <p:cNvPr id="7" name="Oval 3">
              <a:extLst>
                <a:ext uri="{FF2B5EF4-FFF2-40B4-BE49-F238E27FC236}">
                  <a16:creationId xmlns:a16="http://schemas.microsoft.com/office/drawing/2014/main" id="{B2A81C02-2D36-4AEC-873A-F2B935F32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1357932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7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000">
                  <a:solidFill>
                    <a:schemeClr val="accent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4000">
                <a:solidFill>
                  <a:schemeClr val="accent1"/>
                </a:solidFill>
              </a:endParaRPr>
            </a:p>
          </p:txBody>
        </p:sp>
        <p:sp>
          <p:nvSpPr>
            <p:cNvPr id="8" name="Oval 4">
              <a:extLst>
                <a:ext uri="{FF2B5EF4-FFF2-40B4-BE49-F238E27FC236}">
                  <a16:creationId xmlns:a16="http://schemas.microsoft.com/office/drawing/2014/main" id="{12CF0DC9-7FE3-4363-964A-901D0558B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2881932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000">
                  <a:solidFill>
                    <a:schemeClr val="accent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CC13257C-5B92-46F8-9AF1-68B3FE5CA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1357932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000">
                  <a:solidFill>
                    <a:schemeClr val="accent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D83070FE-0995-41E5-8FE9-FF09F1FF1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2881932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000">
                  <a:solidFill>
                    <a:schemeClr val="accent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1" name="Oval 7">
              <a:extLst>
                <a:ext uri="{FF2B5EF4-FFF2-40B4-BE49-F238E27FC236}">
                  <a16:creationId xmlns:a16="http://schemas.microsoft.com/office/drawing/2014/main" id="{311096D0-9DA5-4EF5-AC1E-2804EE6DC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1357932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000">
                  <a:solidFill>
                    <a:schemeClr val="accent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347416C1-0C6B-4102-A803-DCE2D0E34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2881932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000">
                  <a:solidFill>
                    <a:schemeClr val="accent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3" name="Oval 9">
              <a:extLst>
                <a:ext uri="{FF2B5EF4-FFF2-40B4-BE49-F238E27FC236}">
                  <a16:creationId xmlns:a16="http://schemas.microsoft.com/office/drawing/2014/main" id="{D92D372E-9A61-4F66-8B77-9286B0870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1357932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000">
                  <a:solidFill>
                    <a:schemeClr val="accent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4" name="Oval 10">
              <a:extLst>
                <a:ext uri="{FF2B5EF4-FFF2-40B4-BE49-F238E27FC236}">
                  <a16:creationId xmlns:a16="http://schemas.microsoft.com/office/drawing/2014/main" id="{86495207-83E9-44E1-9C45-28AC0447E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2881932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000" dirty="0">
                  <a:solidFill>
                    <a:schemeClr val="accent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E358B26B-7D04-4A2C-B3E4-D3F0B9142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713" y="900732"/>
              <a:ext cx="2825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/>
                <a:t>r</a:t>
              </a:r>
            </a:p>
          </p:txBody>
        </p:sp>
        <p:sp>
          <p:nvSpPr>
            <p:cNvPr id="16" name="Text Box 12">
              <a:extLst>
                <a:ext uri="{FF2B5EF4-FFF2-40B4-BE49-F238E27FC236}">
                  <a16:creationId xmlns:a16="http://schemas.microsoft.com/office/drawing/2014/main" id="{BB9B81C8-6FD8-44DA-A419-5CD051830A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900732"/>
              <a:ext cx="2825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/>
                <a:t>s</a:t>
              </a:r>
            </a:p>
          </p:txBody>
        </p:sp>
        <p:sp>
          <p:nvSpPr>
            <p:cNvPr id="17" name="Text Box 13">
              <a:extLst>
                <a:ext uri="{FF2B5EF4-FFF2-40B4-BE49-F238E27FC236}">
                  <a16:creationId xmlns:a16="http://schemas.microsoft.com/office/drawing/2014/main" id="{52233539-22B8-4B44-A134-C9B911AD7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7575" y="900732"/>
              <a:ext cx="2540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/>
                <a:t>t</a:t>
              </a:r>
            </a:p>
          </p:txBody>
        </p:sp>
        <p:sp>
          <p:nvSpPr>
            <p:cNvPr id="18" name="Text Box 14">
              <a:extLst>
                <a:ext uri="{FF2B5EF4-FFF2-40B4-BE49-F238E27FC236}">
                  <a16:creationId xmlns:a16="http://schemas.microsoft.com/office/drawing/2014/main" id="{1C0AA680-EB50-4F7E-9B41-10A213A21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8938" y="900732"/>
              <a:ext cx="3254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/>
                <a:t>u</a:t>
              </a:r>
            </a:p>
          </p:txBody>
        </p:sp>
        <p:sp>
          <p:nvSpPr>
            <p:cNvPr id="19" name="Text Box 15">
              <a:extLst>
                <a:ext uri="{FF2B5EF4-FFF2-40B4-BE49-F238E27FC236}">
                  <a16:creationId xmlns:a16="http://schemas.microsoft.com/office/drawing/2014/main" id="{3C740096-F512-4240-8649-B11BA534A0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250" y="3643932"/>
              <a:ext cx="2968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/>
                <a:t>v</a:t>
              </a:r>
            </a:p>
          </p:txBody>
        </p:sp>
        <p:sp>
          <p:nvSpPr>
            <p:cNvPr id="20" name="Text Box 16">
              <a:extLst>
                <a:ext uri="{FF2B5EF4-FFF2-40B4-BE49-F238E27FC236}">
                  <a16:creationId xmlns:a16="http://schemas.microsoft.com/office/drawing/2014/main" id="{F10D912A-985C-4508-8A4A-426976DE14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300" y="3643932"/>
              <a:ext cx="35401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/>
                <a:t>w</a:t>
              </a:r>
            </a:p>
          </p:txBody>
        </p:sp>
        <p:sp>
          <p:nvSpPr>
            <p:cNvPr id="21" name="Text Box 17">
              <a:extLst>
                <a:ext uri="{FF2B5EF4-FFF2-40B4-BE49-F238E27FC236}">
                  <a16:creationId xmlns:a16="http://schemas.microsoft.com/office/drawing/2014/main" id="{61BB9734-B666-4621-B16C-7C4B2C9A9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4563" y="3643932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/>
                <a:t>x</a:t>
              </a:r>
            </a:p>
          </p:txBody>
        </p:sp>
        <p:sp>
          <p:nvSpPr>
            <p:cNvPr id="22" name="Text Box 18">
              <a:extLst>
                <a:ext uri="{FF2B5EF4-FFF2-40B4-BE49-F238E27FC236}">
                  <a16:creationId xmlns:a16="http://schemas.microsoft.com/office/drawing/2014/main" id="{21F086CA-64A1-4A47-8CCB-77175AE787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2125" y="3643932"/>
              <a:ext cx="2968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/>
                <a:t>y</a:t>
              </a:r>
            </a:p>
          </p:txBody>
        </p:sp>
        <p:cxnSp>
          <p:nvCxnSpPr>
            <p:cNvPr id="23" name="AutoShape 19">
              <a:extLst>
                <a:ext uri="{FF2B5EF4-FFF2-40B4-BE49-F238E27FC236}">
                  <a16:creationId xmlns:a16="http://schemas.microsoft.com/office/drawing/2014/main" id="{AA27476A-0D5C-4914-8682-64580BC2014B}"/>
                </a:ext>
              </a:extLst>
            </p:cNvPr>
            <p:cNvCxnSpPr>
              <a:cxnSpLocks noChangeShapeType="1"/>
              <a:stCxn id="8" idx="0"/>
              <a:endCxn id="7" idx="4"/>
            </p:cNvCxnSpPr>
            <p:nvPr/>
          </p:nvCxnSpPr>
          <p:spPr bwMode="auto">
            <a:xfrm flipV="1">
              <a:off x="762000" y="2134220"/>
              <a:ext cx="0" cy="73342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AutoShape 20">
              <a:extLst>
                <a:ext uri="{FF2B5EF4-FFF2-40B4-BE49-F238E27FC236}">
                  <a16:creationId xmlns:a16="http://schemas.microsoft.com/office/drawing/2014/main" id="{564E90F7-7CFA-423C-9179-E97AAD0AB8B3}"/>
                </a:ext>
              </a:extLst>
            </p:cNvPr>
            <p:cNvCxnSpPr>
              <a:cxnSpLocks noChangeShapeType="1"/>
              <a:stCxn id="7" idx="6"/>
              <a:endCxn id="9" idx="2"/>
            </p:cNvCxnSpPr>
            <p:nvPr/>
          </p:nvCxnSpPr>
          <p:spPr bwMode="auto">
            <a:xfrm>
              <a:off x="1157288" y="1738932"/>
              <a:ext cx="1266825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AutoShape 21">
              <a:extLst>
                <a:ext uri="{FF2B5EF4-FFF2-40B4-BE49-F238E27FC236}">
                  <a16:creationId xmlns:a16="http://schemas.microsoft.com/office/drawing/2014/main" id="{5A91F55D-F584-4907-B304-BA0B5A782678}"/>
                </a:ext>
              </a:extLst>
            </p:cNvPr>
            <p:cNvCxnSpPr>
              <a:cxnSpLocks noChangeShapeType="1"/>
              <a:stCxn id="9" idx="4"/>
              <a:endCxn id="10" idx="0"/>
            </p:cNvCxnSpPr>
            <p:nvPr/>
          </p:nvCxnSpPr>
          <p:spPr bwMode="auto">
            <a:xfrm>
              <a:off x="2819400" y="2134220"/>
              <a:ext cx="0" cy="73342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AutoShape 22">
              <a:extLst>
                <a:ext uri="{FF2B5EF4-FFF2-40B4-BE49-F238E27FC236}">
                  <a16:creationId xmlns:a16="http://schemas.microsoft.com/office/drawing/2014/main" id="{8C1D6CB4-42CF-4084-8612-CD4A720D5531}"/>
                </a:ext>
              </a:extLst>
            </p:cNvPr>
            <p:cNvCxnSpPr>
              <a:cxnSpLocks noChangeShapeType="1"/>
              <a:stCxn id="10" idx="7"/>
              <a:endCxn id="11" idx="3"/>
            </p:cNvCxnSpPr>
            <p:nvPr/>
          </p:nvCxnSpPr>
          <p:spPr bwMode="auto">
            <a:xfrm flipV="1">
              <a:off x="3089275" y="2023095"/>
              <a:ext cx="1517650" cy="95567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AutoShape 23">
              <a:extLst>
                <a:ext uri="{FF2B5EF4-FFF2-40B4-BE49-F238E27FC236}">
                  <a16:creationId xmlns:a16="http://schemas.microsoft.com/office/drawing/2014/main" id="{983B37C9-4D09-4139-9E97-65282B31A6F8}"/>
                </a:ext>
              </a:extLst>
            </p:cNvPr>
            <p:cNvCxnSpPr>
              <a:cxnSpLocks noChangeShapeType="1"/>
              <a:stCxn id="10" idx="6"/>
              <a:endCxn id="12" idx="2"/>
            </p:cNvCxnSpPr>
            <p:nvPr/>
          </p:nvCxnSpPr>
          <p:spPr bwMode="auto">
            <a:xfrm>
              <a:off x="3214688" y="3262932"/>
              <a:ext cx="1266825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AutoShape 24">
              <a:extLst>
                <a:ext uri="{FF2B5EF4-FFF2-40B4-BE49-F238E27FC236}">
                  <a16:creationId xmlns:a16="http://schemas.microsoft.com/office/drawing/2014/main" id="{CEBBEBB0-4EE5-4DC5-8675-4D98E58EFAF0}"/>
                </a:ext>
              </a:extLst>
            </p:cNvPr>
            <p:cNvCxnSpPr>
              <a:cxnSpLocks noChangeShapeType="1"/>
              <a:stCxn id="12" idx="0"/>
              <a:endCxn id="11" idx="4"/>
            </p:cNvCxnSpPr>
            <p:nvPr/>
          </p:nvCxnSpPr>
          <p:spPr bwMode="auto">
            <a:xfrm flipV="1">
              <a:off x="4876800" y="2134220"/>
              <a:ext cx="0" cy="73342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AutoShape 25">
              <a:extLst>
                <a:ext uri="{FF2B5EF4-FFF2-40B4-BE49-F238E27FC236}">
                  <a16:creationId xmlns:a16="http://schemas.microsoft.com/office/drawing/2014/main" id="{E5AA5CB7-1664-4EA1-A154-49008BD34C4F}"/>
                </a:ext>
              </a:extLst>
            </p:cNvPr>
            <p:cNvCxnSpPr>
              <a:cxnSpLocks noChangeShapeType="1"/>
              <a:stCxn id="11" idx="6"/>
              <a:endCxn id="13" idx="2"/>
            </p:cNvCxnSpPr>
            <p:nvPr/>
          </p:nvCxnSpPr>
          <p:spPr bwMode="auto">
            <a:xfrm>
              <a:off x="5272088" y="1738932"/>
              <a:ext cx="1266825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AutoShape 26">
              <a:extLst>
                <a:ext uri="{FF2B5EF4-FFF2-40B4-BE49-F238E27FC236}">
                  <a16:creationId xmlns:a16="http://schemas.microsoft.com/office/drawing/2014/main" id="{800BF52A-862B-43F1-BAA5-9CCCCB5C9CBD}"/>
                </a:ext>
              </a:extLst>
            </p:cNvPr>
            <p:cNvCxnSpPr>
              <a:cxnSpLocks noChangeShapeType="1"/>
              <a:stCxn id="12" idx="6"/>
              <a:endCxn id="14" idx="2"/>
            </p:cNvCxnSpPr>
            <p:nvPr/>
          </p:nvCxnSpPr>
          <p:spPr bwMode="auto">
            <a:xfrm>
              <a:off x="5272088" y="3262932"/>
              <a:ext cx="1266825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AutoShape 27">
              <a:extLst>
                <a:ext uri="{FF2B5EF4-FFF2-40B4-BE49-F238E27FC236}">
                  <a16:creationId xmlns:a16="http://schemas.microsoft.com/office/drawing/2014/main" id="{D684EB2F-B8F9-4DCC-9939-44E97C9B1F7B}"/>
                </a:ext>
              </a:extLst>
            </p:cNvPr>
            <p:cNvCxnSpPr>
              <a:cxnSpLocks noChangeShapeType="1"/>
              <a:stCxn id="14" idx="0"/>
              <a:endCxn id="13" idx="4"/>
            </p:cNvCxnSpPr>
            <p:nvPr/>
          </p:nvCxnSpPr>
          <p:spPr bwMode="auto">
            <a:xfrm flipV="1">
              <a:off x="6934200" y="2134220"/>
              <a:ext cx="0" cy="73342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917853"/>
              </p:ext>
            </p:extLst>
          </p:nvPr>
        </p:nvGraphicFramePr>
        <p:xfrm>
          <a:off x="6775556" y="1719914"/>
          <a:ext cx="5248179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89652" y="3719547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C8EFD23D-B66C-4545-A410-B99F86562F97}"/>
              </a:ext>
            </a:extLst>
          </p:cNvPr>
          <p:cNvSpPr/>
          <p:nvPr/>
        </p:nvSpPr>
        <p:spPr>
          <a:xfrm>
            <a:off x="7209077" y="935490"/>
            <a:ext cx="438113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 can use arrays like before for this even though </a:t>
            </a:r>
          </a:p>
          <a:p>
            <a:pPr algn="ctr"/>
            <a:r>
              <a:rPr lang="en-US" sz="1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vertices are represented by characters</a:t>
            </a:r>
          </a:p>
          <a:p>
            <a:pPr algn="ctr"/>
            <a:r>
              <a:rPr lang="en-US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(use the ASCII values)</a:t>
            </a:r>
            <a:endParaRPr lang="en-US" sz="1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6846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93843"/>
            <a:ext cx="10988040" cy="1591959"/>
          </a:xfrm>
        </p:spPr>
        <p:txBody>
          <a:bodyPr>
            <a:normAutofit/>
          </a:bodyPr>
          <a:lstStyle/>
          <a:p>
            <a:r>
              <a:rPr lang="en-US" dirty="0"/>
              <a:t>Let us take s as the source for this example.</a:t>
            </a:r>
          </a:p>
          <a:p>
            <a:pPr lvl="1"/>
            <a:r>
              <a:rPr lang="en-US" dirty="0"/>
              <a:t>We will now update its attributes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C9AA0EE-8B8D-4846-B96D-227A66A5920A}"/>
              </a:ext>
            </a:extLst>
          </p:cNvPr>
          <p:cNvGrpSpPr/>
          <p:nvPr/>
        </p:nvGrpSpPr>
        <p:grpSpPr>
          <a:xfrm>
            <a:off x="922020" y="1504784"/>
            <a:ext cx="5318760" cy="2288207"/>
            <a:chOff x="381000" y="900732"/>
            <a:chExt cx="6934200" cy="3140075"/>
          </a:xfrm>
        </p:grpSpPr>
        <p:sp>
          <p:nvSpPr>
            <p:cNvPr id="7" name="Oval 3">
              <a:extLst>
                <a:ext uri="{FF2B5EF4-FFF2-40B4-BE49-F238E27FC236}">
                  <a16:creationId xmlns:a16="http://schemas.microsoft.com/office/drawing/2014/main" id="{B2A81C02-2D36-4AEC-873A-F2B935F32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1357932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7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000">
                  <a:solidFill>
                    <a:schemeClr val="accent1"/>
                  </a:solidFill>
                  <a:sym typeface="Symbol" panose="05050102010706020507" pitchFamily="18" charset="2"/>
                </a:rPr>
                <a:t></a:t>
              </a:r>
              <a:endParaRPr lang="en-US" altLang="en-US" sz="4000">
                <a:solidFill>
                  <a:schemeClr val="accent1"/>
                </a:solidFill>
              </a:endParaRPr>
            </a:p>
          </p:txBody>
        </p:sp>
        <p:sp>
          <p:nvSpPr>
            <p:cNvPr id="8" name="Oval 4">
              <a:extLst>
                <a:ext uri="{FF2B5EF4-FFF2-40B4-BE49-F238E27FC236}">
                  <a16:creationId xmlns:a16="http://schemas.microsoft.com/office/drawing/2014/main" id="{12CF0DC9-7FE3-4363-964A-901D0558BB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000" y="2881932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000">
                  <a:solidFill>
                    <a:schemeClr val="accent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CC13257C-5B92-46F8-9AF1-68B3FE5CA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1357932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000" dirty="0">
                  <a:solidFill>
                    <a:schemeClr val="accent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0" name="Oval 6">
              <a:extLst>
                <a:ext uri="{FF2B5EF4-FFF2-40B4-BE49-F238E27FC236}">
                  <a16:creationId xmlns:a16="http://schemas.microsoft.com/office/drawing/2014/main" id="{D83070FE-0995-41E5-8FE9-FF09F1FF13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8400" y="2881932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000">
                  <a:solidFill>
                    <a:schemeClr val="accent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1" name="Oval 7">
              <a:extLst>
                <a:ext uri="{FF2B5EF4-FFF2-40B4-BE49-F238E27FC236}">
                  <a16:creationId xmlns:a16="http://schemas.microsoft.com/office/drawing/2014/main" id="{311096D0-9DA5-4EF5-AC1E-2804EE6DC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1357932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000">
                  <a:solidFill>
                    <a:schemeClr val="accent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347416C1-0C6B-4102-A803-DCE2D0E34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5800" y="2881932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000">
                  <a:solidFill>
                    <a:schemeClr val="accent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3" name="Oval 9">
              <a:extLst>
                <a:ext uri="{FF2B5EF4-FFF2-40B4-BE49-F238E27FC236}">
                  <a16:creationId xmlns:a16="http://schemas.microsoft.com/office/drawing/2014/main" id="{D92D372E-9A61-4F66-8B77-9286B0870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1357932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000">
                  <a:solidFill>
                    <a:schemeClr val="accent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4" name="Oval 10">
              <a:extLst>
                <a:ext uri="{FF2B5EF4-FFF2-40B4-BE49-F238E27FC236}">
                  <a16:creationId xmlns:a16="http://schemas.microsoft.com/office/drawing/2014/main" id="{86495207-83E9-44E1-9C45-28AC0447E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3200" y="2881932"/>
              <a:ext cx="762000" cy="76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4000" dirty="0">
                  <a:solidFill>
                    <a:schemeClr val="accent1"/>
                  </a:solidFill>
                  <a:sym typeface="Symbol" panose="05050102010706020507" pitchFamily="18" charset="2"/>
                </a:rPr>
                <a:t></a:t>
              </a:r>
            </a:p>
          </p:txBody>
        </p:sp>
        <p:sp>
          <p:nvSpPr>
            <p:cNvPr id="15" name="Text Box 11">
              <a:extLst>
                <a:ext uri="{FF2B5EF4-FFF2-40B4-BE49-F238E27FC236}">
                  <a16:creationId xmlns:a16="http://schemas.microsoft.com/office/drawing/2014/main" id="{E358B26B-7D04-4A2C-B3E4-D3F0B91426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713" y="900732"/>
              <a:ext cx="2825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/>
                <a:t>r</a:t>
              </a:r>
            </a:p>
          </p:txBody>
        </p:sp>
        <p:sp>
          <p:nvSpPr>
            <p:cNvPr id="16" name="Text Box 12">
              <a:extLst>
                <a:ext uri="{FF2B5EF4-FFF2-40B4-BE49-F238E27FC236}">
                  <a16:creationId xmlns:a16="http://schemas.microsoft.com/office/drawing/2014/main" id="{BB9B81C8-6FD8-44DA-A419-5CD051830A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900732"/>
              <a:ext cx="282575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/>
                <a:t>s</a:t>
              </a:r>
            </a:p>
          </p:txBody>
        </p:sp>
        <p:sp>
          <p:nvSpPr>
            <p:cNvPr id="17" name="Text Box 13">
              <a:extLst>
                <a:ext uri="{FF2B5EF4-FFF2-40B4-BE49-F238E27FC236}">
                  <a16:creationId xmlns:a16="http://schemas.microsoft.com/office/drawing/2014/main" id="{52233539-22B8-4B44-A134-C9B911AD7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7575" y="900732"/>
              <a:ext cx="25400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/>
                <a:t>t</a:t>
              </a:r>
            </a:p>
          </p:txBody>
        </p:sp>
        <p:sp>
          <p:nvSpPr>
            <p:cNvPr id="18" name="Text Box 14">
              <a:extLst>
                <a:ext uri="{FF2B5EF4-FFF2-40B4-BE49-F238E27FC236}">
                  <a16:creationId xmlns:a16="http://schemas.microsoft.com/office/drawing/2014/main" id="{1C0AA680-EB50-4F7E-9B41-10A213A21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8938" y="900732"/>
              <a:ext cx="325437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/>
                <a:t>u</a:t>
              </a:r>
            </a:p>
          </p:txBody>
        </p:sp>
        <p:sp>
          <p:nvSpPr>
            <p:cNvPr id="19" name="Text Box 15">
              <a:extLst>
                <a:ext uri="{FF2B5EF4-FFF2-40B4-BE49-F238E27FC236}">
                  <a16:creationId xmlns:a16="http://schemas.microsoft.com/office/drawing/2014/main" id="{3C740096-F512-4240-8649-B11BA534A0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3250" y="3643932"/>
              <a:ext cx="2968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/>
                <a:t>v</a:t>
              </a:r>
            </a:p>
          </p:txBody>
        </p:sp>
        <p:sp>
          <p:nvSpPr>
            <p:cNvPr id="20" name="Text Box 16">
              <a:extLst>
                <a:ext uri="{FF2B5EF4-FFF2-40B4-BE49-F238E27FC236}">
                  <a16:creationId xmlns:a16="http://schemas.microsoft.com/office/drawing/2014/main" id="{F10D912A-985C-4508-8A4A-426976DE14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4300" y="3643932"/>
              <a:ext cx="35401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/>
                <a:t>w</a:t>
              </a:r>
            </a:p>
          </p:txBody>
        </p:sp>
        <p:sp>
          <p:nvSpPr>
            <p:cNvPr id="21" name="Text Box 17">
              <a:extLst>
                <a:ext uri="{FF2B5EF4-FFF2-40B4-BE49-F238E27FC236}">
                  <a16:creationId xmlns:a16="http://schemas.microsoft.com/office/drawing/2014/main" id="{61BB9734-B666-4621-B16C-7C4B2C9A9E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4563" y="3643932"/>
              <a:ext cx="311150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/>
                <a:t>x</a:t>
              </a:r>
            </a:p>
          </p:txBody>
        </p:sp>
        <p:sp>
          <p:nvSpPr>
            <p:cNvPr id="22" name="Text Box 18">
              <a:extLst>
                <a:ext uri="{FF2B5EF4-FFF2-40B4-BE49-F238E27FC236}">
                  <a16:creationId xmlns:a16="http://schemas.microsoft.com/office/drawing/2014/main" id="{21F086CA-64A1-4A47-8CCB-77175AE787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2125" y="3643932"/>
              <a:ext cx="296863" cy="39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75000"/>
                <a:buFont typeface="Monotype Sorts" pitchFamily="2" charset="2"/>
                <a:buChar char="l"/>
                <a:defRPr sz="26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2"/>
                </a:buClr>
                <a:buSzPct val="65000"/>
                <a:buFont typeface="Monotype Sorts" pitchFamily="2" charset="2"/>
                <a:buChar char="n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u"/>
                <a:defRPr sz="22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Monotype Sorts" pitchFamily="2" charset="2"/>
                <a:buChar char="]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100000"/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 b="1" i="1"/>
                <a:t>y</a:t>
              </a:r>
            </a:p>
          </p:txBody>
        </p:sp>
        <p:cxnSp>
          <p:nvCxnSpPr>
            <p:cNvPr id="23" name="AutoShape 19">
              <a:extLst>
                <a:ext uri="{FF2B5EF4-FFF2-40B4-BE49-F238E27FC236}">
                  <a16:creationId xmlns:a16="http://schemas.microsoft.com/office/drawing/2014/main" id="{AA27476A-0D5C-4914-8682-64580BC2014B}"/>
                </a:ext>
              </a:extLst>
            </p:cNvPr>
            <p:cNvCxnSpPr>
              <a:cxnSpLocks noChangeShapeType="1"/>
              <a:stCxn id="8" idx="0"/>
              <a:endCxn id="7" idx="4"/>
            </p:cNvCxnSpPr>
            <p:nvPr/>
          </p:nvCxnSpPr>
          <p:spPr bwMode="auto">
            <a:xfrm flipV="1">
              <a:off x="762000" y="2134220"/>
              <a:ext cx="0" cy="73342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4" name="AutoShape 20">
              <a:extLst>
                <a:ext uri="{FF2B5EF4-FFF2-40B4-BE49-F238E27FC236}">
                  <a16:creationId xmlns:a16="http://schemas.microsoft.com/office/drawing/2014/main" id="{564E90F7-7CFA-423C-9179-E97AAD0AB8B3}"/>
                </a:ext>
              </a:extLst>
            </p:cNvPr>
            <p:cNvCxnSpPr>
              <a:cxnSpLocks noChangeShapeType="1"/>
              <a:stCxn id="7" idx="6"/>
              <a:endCxn id="9" idx="2"/>
            </p:cNvCxnSpPr>
            <p:nvPr/>
          </p:nvCxnSpPr>
          <p:spPr bwMode="auto">
            <a:xfrm>
              <a:off x="1157288" y="1738932"/>
              <a:ext cx="1266825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AutoShape 21">
              <a:extLst>
                <a:ext uri="{FF2B5EF4-FFF2-40B4-BE49-F238E27FC236}">
                  <a16:creationId xmlns:a16="http://schemas.microsoft.com/office/drawing/2014/main" id="{5A91F55D-F584-4907-B304-BA0B5A782678}"/>
                </a:ext>
              </a:extLst>
            </p:cNvPr>
            <p:cNvCxnSpPr>
              <a:cxnSpLocks noChangeShapeType="1"/>
              <a:stCxn id="9" idx="4"/>
              <a:endCxn id="10" idx="0"/>
            </p:cNvCxnSpPr>
            <p:nvPr/>
          </p:nvCxnSpPr>
          <p:spPr bwMode="auto">
            <a:xfrm>
              <a:off x="2819400" y="2134220"/>
              <a:ext cx="0" cy="73342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AutoShape 22">
              <a:extLst>
                <a:ext uri="{FF2B5EF4-FFF2-40B4-BE49-F238E27FC236}">
                  <a16:creationId xmlns:a16="http://schemas.microsoft.com/office/drawing/2014/main" id="{8C1D6CB4-42CF-4084-8612-CD4A720D5531}"/>
                </a:ext>
              </a:extLst>
            </p:cNvPr>
            <p:cNvCxnSpPr>
              <a:cxnSpLocks noChangeShapeType="1"/>
              <a:stCxn id="10" idx="7"/>
              <a:endCxn id="11" idx="3"/>
            </p:cNvCxnSpPr>
            <p:nvPr/>
          </p:nvCxnSpPr>
          <p:spPr bwMode="auto">
            <a:xfrm flipV="1">
              <a:off x="3089275" y="2023095"/>
              <a:ext cx="1517650" cy="95567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AutoShape 23">
              <a:extLst>
                <a:ext uri="{FF2B5EF4-FFF2-40B4-BE49-F238E27FC236}">
                  <a16:creationId xmlns:a16="http://schemas.microsoft.com/office/drawing/2014/main" id="{983B37C9-4D09-4139-9E97-65282B31A6F8}"/>
                </a:ext>
              </a:extLst>
            </p:cNvPr>
            <p:cNvCxnSpPr>
              <a:cxnSpLocks noChangeShapeType="1"/>
              <a:stCxn id="10" idx="6"/>
              <a:endCxn id="12" idx="2"/>
            </p:cNvCxnSpPr>
            <p:nvPr/>
          </p:nvCxnSpPr>
          <p:spPr bwMode="auto">
            <a:xfrm>
              <a:off x="3214688" y="3262932"/>
              <a:ext cx="1266825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8" name="AutoShape 24">
              <a:extLst>
                <a:ext uri="{FF2B5EF4-FFF2-40B4-BE49-F238E27FC236}">
                  <a16:creationId xmlns:a16="http://schemas.microsoft.com/office/drawing/2014/main" id="{CEBBEBB0-4EE5-4DC5-8675-4D98E58EFAF0}"/>
                </a:ext>
              </a:extLst>
            </p:cNvPr>
            <p:cNvCxnSpPr>
              <a:cxnSpLocks noChangeShapeType="1"/>
              <a:stCxn id="12" idx="0"/>
              <a:endCxn id="11" idx="4"/>
            </p:cNvCxnSpPr>
            <p:nvPr/>
          </p:nvCxnSpPr>
          <p:spPr bwMode="auto">
            <a:xfrm flipV="1">
              <a:off x="4876800" y="2134220"/>
              <a:ext cx="0" cy="73342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" name="AutoShape 25">
              <a:extLst>
                <a:ext uri="{FF2B5EF4-FFF2-40B4-BE49-F238E27FC236}">
                  <a16:creationId xmlns:a16="http://schemas.microsoft.com/office/drawing/2014/main" id="{E5AA5CB7-1664-4EA1-A154-49008BD34C4F}"/>
                </a:ext>
              </a:extLst>
            </p:cNvPr>
            <p:cNvCxnSpPr>
              <a:cxnSpLocks noChangeShapeType="1"/>
              <a:stCxn id="11" idx="6"/>
              <a:endCxn id="13" idx="2"/>
            </p:cNvCxnSpPr>
            <p:nvPr/>
          </p:nvCxnSpPr>
          <p:spPr bwMode="auto">
            <a:xfrm>
              <a:off x="5272088" y="1738932"/>
              <a:ext cx="1266825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AutoShape 26">
              <a:extLst>
                <a:ext uri="{FF2B5EF4-FFF2-40B4-BE49-F238E27FC236}">
                  <a16:creationId xmlns:a16="http://schemas.microsoft.com/office/drawing/2014/main" id="{800BF52A-862B-43F1-BAA5-9CCCCB5C9CBD}"/>
                </a:ext>
              </a:extLst>
            </p:cNvPr>
            <p:cNvCxnSpPr>
              <a:cxnSpLocks noChangeShapeType="1"/>
              <a:stCxn id="12" idx="6"/>
              <a:endCxn id="14" idx="2"/>
            </p:cNvCxnSpPr>
            <p:nvPr/>
          </p:nvCxnSpPr>
          <p:spPr bwMode="auto">
            <a:xfrm>
              <a:off x="5272088" y="3262932"/>
              <a:ext cx="1266825" cy="0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AutoShape 27">
              <a:extLst>
                <a:ext uri="{FF2B5EF4-FFF2-40B4-BE49-F238E27FC236}">
                  <a16:creationId xmlns:a16="http://schemas.microsoft.com/office/drawing/2014/main" id="{D684EB2F-B8F9-4DCC-9939-44E97C9B1F7B}"/>
                </a:ext>
              </a:extLst>
            </p:cNvPr>
            <p:cNvCxnSpPr>
              <a:cxnSpLocks noChangeShapeType="1"/>
              <a:stCxn id="14" idx="0"/>
              <a:endCxn id="13" idx="4"/>
            </p:cNvCxnSpPr>
            <p:nvPr/>
          </p:nvCxnSpPr>
          <p:spPr bwMode="auto">
            <a:xfrm flipV="1">
              <a:off x="6934200" y="2134220"/>
              <a:ext cx="0" cy="733425"/>
            </a:xfrm>
            <a:prstGeom prst="straightConnector1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775556" y="1719914"/>
          <a:ext cx="5248179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89652" y="3719547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7239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93843"/>
            <a:ext cx="10988040" cy="159195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Let us take s as the source for this example.</a:t>
            </a:r>
          </a:p>
          <a:p>
            <a:pPr lvl="1"/>
            <a:r>
              <a:rPr lang="en-US" dirty="0"/>
              <a:t>We will now update its attributes</a:t>
            </a:r>
          </a:p>
          <a:p>
            <a:pPr lvl="1"/>
            <a:r>
              <a:rPr lang="en-US" dirty="0"/>
              <a:t>Distance (from source) = 0 (as s itself is the source)</a:t>
            </a:r>
          </a:p>
          <a:p>
            <a:pPr lvl="1"/>
            <a:r>
              <a:rPr lang="en-US" dirty="0"/>
              <a:t>Parent = -1 (no parent)</a:t>
            </a:r>
          </a:p>
          <a:p>
            <a:pPr lvl="1"/>
            <a:r>
              <a:rPr lang="en-US" dirty="0"/>
              <a:t>Color=gray (discovered) . We are placing gray/discovered vertices in the queue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" y="183795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  <a:endParaRPr lang="en-US" altLang="en-US" sz="4000" dirty="0">
              <a:solidFill>
                <a:schemeClr val="accent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" y="294850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114" y="183795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114" y="294850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07" y="183795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07" y="294850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301" y="183795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301" y="294850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5888" y="1504784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5457" y="1504784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5986" y="1504784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8768" y="1504784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493" y="3503784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5716" y="3503784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687" y="3503784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916" y="3503784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214260" y="2403640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517458" y="211559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92353" y="2403640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99356" y="2322662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95552" y="322614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370447" y="2403640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673646" y="211559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673646" y="322614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948540" y="2403640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032322"/>
              </p:ext>
            </p:extLst>
          </p:nvPr>
        </p:nvGraphicFramePr>
        <p:xfrm>
          <a:off x="6775556" y="1719914"/>
          <a:ext cx="5248179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89652" y="3719547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00CDDEC0-8CB4-4DD0-A88D-120E5096561F}"/>
              </a:ext>
            </a:extLst>
          </p:cNvPr>
          <p:cNvSpPr/>
          <p:nvPr/>
        </p:nvSpPr>
        <p:spPr>
          <a:xfrm>
            <a:off x="4173196" y="4000064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727208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93843"/>
            <a:ext cx="10988040" cy="159195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Let us take s as the source for this example.</a:t>
            </a:r>
          </a:p>
          <a:p>
            <a:pPr lvl="1"/>
            <a:r>
              <a:rPr lang="en-US" dirty="0"/>
              <a:t>We will now update its attributes</a:t>
            </a:r>
          </a:p>
          <a:p>
            <a:pPr lvl="1"/>
            <a:r>
              <a:rPr lang="en-US" dirty="0"/>
              <a:t>Distance (from source) = 0 (as s itself is the source)</a:t>
            </a:r>
          </a:p>
          <a:p>
            <a:pPr lvl="1"/>
            <a:r>
              <a:rPr lang="en-US" dirty="0"/>
              <a:t>Parent = -1 (no parent)</a:t>
            </a:r>
          </a:p>
          <a:p>
            <a:pPr lvl="1"/>
            <a:r>
              <a:rPr lang="en-US" dirty="0"/>
              <a:t>Color=gray (discovered) . We are placing gray/discovered vertices in the queue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" y="183795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  <a:endParaRPr lang="en-US" altLang="en-US" sz="4000" dirty="0">
              <a:solidFill>
                <a:schemeClr val="accent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020" y="294850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114" y="183795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0114" y="294850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07" y="183795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8207" y="294850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301" y="183795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301" y="294850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5888" y="1504784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5457" y="1504784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5986" y="1504784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8768" y="1504784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2493" y="3503784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5716" y="3503784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6687" y="3503784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7916" y="3503784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214260" y="2403640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517458" y="211559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92353" y="2403640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99356" y="2322662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95552" y="322614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370447" y="2403640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673646" y="211559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673646" y="322614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948540" y="2403640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775556" y="1719914"/>
          <a:ext cx="5248179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89652" y="3719547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3" name="Rectangle 32">
            <a:extLst>
              <a:ext uri="{FF2B5EF4-FFF2-40B4-BE49-F238E27FC236}">
                <a16:creationId xmlns:a16="http://schemas.microsoft.com/office/drawing/2014/main" id="{88607C23-4530-46D9-8F48-18167F70798E}"/>
              </a:ext>
            </a:extLst>
          </p:cNvPr>
          <p:cNvSpPr/>
          <p:nvPr/>
        </p:nvSpPr>
        <p:spPr>
          <a:xfrm>
            <a:off x="7907867" y="1504784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DB4F281-8EB8-44AD-92C6-7DB40F3B60DB}"/>
              </a:ext>
            </a:extLst>
          </p:cNvPr>
          <p:cNvSpPr/>
          <p:nvPr/>
        </p:nvSpPr>
        <p:spPr>
          <a:xfrm>
            <a:off x="4173196" y="4000064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994666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  <a:endParaRPr lang="en-US" altLang="en-US" sz="4000" dirty="0">
              <a:solidFill>
                <a:schemeClr val="accent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886002"/>
              </p:ext>
            </p:extLst>
          </p:nvPr>
        </p:nvGraphicFramePr>
        <p:xfrm>
          <a:off x="6691736" y="1174979"/>
          <a:ext cx="5248179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1DB4F281-8EB8-44AD-92C6-7DB40F3B60DB}"/>
              </a:ext>
            </a:extLst>
          </p:cNvPr>
          <p:cNvSpPr/>
          <p:nvPr/>
        </p:nvSpPr>
        <p:spPr>
          <a:xfrm>
            <a:off x="4089376" y="3455129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617990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  <a:endParaRPr lang="en-US" altLang="en-US" sz="4000" dirty="0">
              <a:solidFill>
                <a:schemeClr val="accent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1DB4F281-8EB8-44AD-92C6-7DB40F3B60DB}"/>
              </a:ext>
            </a:extLst>
          </p:cNvPr>
          <p:cNvSpPr/>
          <p:nvPr/>
        </p:nvSpPr>
        <p:spPr>
          <a:xfrm>
            <a:off x="1158428" y="3472517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61200" y="4548641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428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  <a:endParaRPr lang="en-US" altLang="en-US" sz="4000" dirty="0">
              <a:solidFill>
                <a:schemeClr val="accent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1DB4F281-8EB8-44AD-92C6-7DB40F3B60DB}"/>
              </a:ext>
            </a:extLst>
          </p:cNvPr>
          <p:cNvSpPr/>
          <p:nvPr/>
        </p:nvSpPr>
        <p:spPr>
          <a:xfrm>
            <a:off x="1158428" y="3472517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903396" y="4800832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444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191852"/>
              </p:ext>
            </p:extLst>
          </p:nvPr>
        </p:nvGraphicFramePr>
        <p:xfrm>
          <a:off x="6691736" y="1174979"/>
          <a:ext cx="5248179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1DB4F281-8EB8-44AD-92C6-7DB40F3B60DB}"/>
              </a:ext>
            </a:extLst>
          </p:cNvPr>
          <p:cNvSpPr/>
          <p:nvPr/>
        </p:nvSpPr>
        <p:spPr>
          <a:xfrm>
            <a:off x="1158428" y="3472517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86600" y="5074471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C17AF2-D2A1-4902-8085-810F676B89D4}"/>
              </a:ext>
            </a:extLst>
          </p:cNvPr>
          <p:cNvSpPr/>
          <p:nvPr/>
        </p:nvSpPr>
        <p:spPr>
          <a:xfrm>
            <a:off x="7191440" y="1089864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C653E-3B3B-435E-9531-DBAED3536279}"/>
              </a:ext>
            </a:extLst>
          </p:cNvPr>
          <p:cNvSpPr/>
          <p:nvPr/>
        </p:nvSpPr>
        <p:spPr>
          <a:xfrm>
            <a:off x="10104231" y="1021450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FED505C-0B13-4505-AA06-D60FDA21FF2D}"/>
                  </a:ext>
                </a:extLst>
              </p14:cNvPr>
              <p14:cNvContentPartPr/>
              <p14:nvPr/>
            </p14:nvContentPartPr>
            <p14:xfrm>
              <a:off x="2069640" y="221400"/>
              <a:ext cx="4060800" cy="52059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FED505C-0B13-4505-AA06-D60FDA21FF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60280" y="212040"/>
                <a:ext cx="4079520" cy="522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85945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898553"/>
              </p:ext>
            </p:extLst>
          </p:nvPr>
        </p:nvGraphicFramePr>
        <p:xfrm>
          <a:off x="6691736" y="1174979"/>
          <a:ext cx="5248179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1DB4F281-8EB8-44AD-92C6-7DB40F3B60DB}"/>
              </a:ext>
            </a:extLst>
          </p:cNvPr>
          <p:cNvSpPr/>
          <p:nvPr/>
        </p:nvSpPr>
        <p:spPr>
          <a:xfrm>
            <a:off x="1158428" y="3472517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86600" y="5074471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C17AF2-D2A1-4902-8085-810F676B89D4}"/>
              </a:ext>
            </a:extLst>
          </p:cNvPr>
          <p:cNvSpPr/>
          <p:nvPr/>
        </p:nvSpPr>
        <p:spPr>
          <a:xfrm>
            <a:off x="7191440" y="1089864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C653E-3B3B-435E-9531-DBAED3536279}"/>
              </a:ext>
            </a:extLst>
          </p:cNvPr>
          <p:cNvSpPr/>
          <p:nvPr/>
        </p:nvSpPr>
        <p:spPr>
          <a:xfrm>
            <a:off x="10104231" y="1021450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400B5B3-B1F0-4228-B0FA-8B17528A4CE1}"/>
              </a:ext>
            </a:extLst>
          </p:cNvPr>
          <p:cNvSpPr/>
          <p:nvPr/>
        </p:nvSpPr>
        <p:spPr>
          <a:xfrm>
            <a:off x="4065462" y="3457073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r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DC2C59-ED12-4235-A0E4-0E2DAEB600F1}"/>
              </a:ext>
            </a:extLst>
          </p:cNvPr>
          <p:cNvSpPr/>
          <p:nvPr/>
        </p:nvSpPr>
        <p:spPr>
          <a:xfrm>
            <a:off x="4759502" y="345707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2287721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57970"/>
              </p:ext>
            </p:extLst>
          </p:nvPr>
        </p:nvGraphicFramePr>
        <p:xfrm>
          <a:off x="6691736" y="1174979"/>
          <a:ext cx="5248179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1DB4F281-8EB8-44AD-92C6-7DB40F3B60DB}"/>
              </a:ext>
            </a:extLst>
          </p:cNvPr>
          <p:cNvSpPr/>
          <p:nvPr/>
        </p:nvSpPr>
        <p:spPr>
          <a:xfrm>
            <a:off x="1158428" y="3472517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86600" y="5074471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C17AF2-D2A1-4902-8085-810F676B89D4}"/>
              </a:ext>
            </a:extLst>
          </p:cNvPr>
          <p:cNvSpPr/>
          <p:nvPr/>
        </p:nvSpPr>
        <p:spPr>
          <a:xfrm>
            <a:off x="7191440" y="1089864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C653E-3B3B-435E-9531-DBAED3536279}"/>
              </a:ext>
            </a:extLst>
          </p:cNvPr>
          <p:cNvSpPr/>
          <p:nvPr/>
        </p:nvSpPr>
        <p:spPr>
          <a:xfrm>
            <a:off x="10104231" y="1021450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400B5B3-B1F0-4228-B0FA-8B17528A4CE1}"/>
              </a:ext>
            </a:extLst>
          </p:cNvPr>
          <p:cNvSpPr/>
          <p:nvPr/>
        </p:nvSpPr>
        <p:spPr>
          <a:xfrm>
            <a:off x="4065462" y="3457073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r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DC2C59-ED12-4235-A0E4-0E2DAEB600F1}"/>
              </a:ext>
            </a:extLst>
          </p:cNvPr>
          <p:cNvSpPr/>
          <p:nvPr/>
        </p:nvSpPr>
        <p:spPr>
          <a:xfrm>
            <a:off x="4759502" y="345707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w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379D4F00-6B06-4EF7-BD5D-A1E5E5B14F77}"/>
                  </a:ext>
                </a:extLst>
              </p14:cNvPr>
              <p14:cNvContentPartPr/>
              <p14:nvPr/>
            </p14:nvContentPartPr>
            <p14:xfrm>
              <a:off x="1380960" y="1016640"/>
              <a:ext cx="1286280" cy="3981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379D4F00-6B06-4EF7-BD5D-A1E5E5B14F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71600" y="1007280"/>
                <a:ext cx="1305000" cy="41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6501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434693"/>
              </p:ext>
            </p:extLst>
          </p:nvPr>
        </p:nvGraphicFramePr>
        <p:xfrm>
          <a:off x="6691736" y="1174979"/>
          <a:ext cx="5248179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8" name="Oval 37">
            <a:extLst>
              <a:ext uri="{FF2B5EF4-FFF2-40B4-BE49-F238E27FC236}">
                <a16:creationId xmlns:a16="http://schemas.microsoft.com/office/drawing/2014/main" id="{1DB4F281-8EB8-44AD-92C6-7DB40F3B60DB}"/>
              </a:ext>
            </a:extLst>
          </p:cNvPr>
          <p:cNvSpPr/>
          <p:nvPr/>
        </p:nvSpPr>
        <p:spPr>
          <a:xfrm>
            <a:off x="1158428" y="3472517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</a:t>
            </a:r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39188" y="5921235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9C17AF2-D2A1-4902-8085-810F676B89D4}"/>
              </a:ext>
            </a:extLst>
          </p:cNvPr>
          <p:cNvSpPr/>
          <p:nvPr/>
        </p:nvSpPr>
        <p:spPr>
          <a:xfrm>
            <a:off x="7191440" y="1089864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C653E-3B3B-435E-9531-DBAED3536279}"/>
              </a:ext>
            </a:extLst>
          </p:cNvPr>
          <p:cNvSpPr/>
          <p:nvPr/>
        </p:nvSpPr>
        <p:spPr>
          <a:xfrm>
            <a:off x="10104231" y="1021450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400B5B3-B1F0-4228-B0FA-8B17528A4CE1}"/>
              </a:ext>
            </a:extLst>
          </p:cNvPr>
          <p:cNvSpPr/>
          <p:nvPr/>
        </p:nvSpPr>
        <p:spPr>
          <a:xfrm>
            <a:off x="4065462" y="3457073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r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DC2C59-ED12-4235-A0E4-0E2DAEB600F1}"/>
              </a:ext>
            </a:extLst>
          </p:cNvPr>
          <p:cNvSpPr/>
          <p:nvPr/>
        </p:nvSpPr>
        <p:spPr>
          <a:xfrm>
            <a:off x="4759502" y="345707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929495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968432"/>
              </p:ext>
            </p:extLst>
          </p:nvPr>
        </p:nvGraphicFramePr>
        <p:xfrm>
          <a:off x="6691736" y="1174979"/>
          <a:ext cx="5248179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39188" y="5921235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C653E-3B3B-435E-9531-DBAED3536279}"/>
              </a:ext>
            </a:extLst>
          </p:cNvPr>
          <p:cNvSpPr/>
          <p:nvPr/>
        </p:nvSpPr>
        <p:spPr>
          <a:xfrm>
            <a:off x="7770587" y="800500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400B5B3-B1F0-4228-B0FA-8B17528A4CE1}"/>
              </a:ext>
            </a:extLst>
          </p:cNvPr>
          <p:cNvSpPr/>
          <p:nvPr/>
        </p:nvSpPr>
        <p:spPr>
          <a:xfrm>
            <a:off x="4065462" y="3457073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r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DC2C59-ED12-4235-A0E4-0E2DAEB600F1}"/>
              </a:ext>
            </a:extLst>
          </p:cNvPr>
          <p:cNvSpPr/>
          <p:nvPr/>
        </p:nvSpPr>
        <p:spPr>
          <a:xfrm>
            <a:off x="4759502" y="345707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w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F624E08-EEBA-4E9B-8050-57837469B132}"/>
                  </a:ext>
                </a:extLst>
              </p14:cNvPr>
              <p14:cNvContentPartPr/>
              <p14:nvPr/>
            </p14:nvContentPartPr>
            <p14:xfrm>
              <a:off x="4171680" y="3183480"/>
              <a:ext cx="371520" cy="2340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F624E08-EEBA-4E9B-8050-57837469B13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62320" y="3174120"/>
                <a:ext cx="390240" cy="25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4232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374688"/>
              </p:ext>
            </p:extLst>
          </p:nvPr>
        </p:nvGraphicFramePr>
        <p:xfrm>
          <a:off x="6691736" y="1174979"/>
          <a:ext cx="5248179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365760" y="4175211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C653E-3B3B-435E-9531-DBAED3536279}"/>
              </a:ext>
            </a:extLst>
          </p:cNvPr>
          <p:cNvSpPr/>
          <p:nvPr/>
        </p:nvSpPr>
        <p:spPr>
          <a:xfrm>
            <a:off x="12496176" y="2231538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400B5B3-B1F0-4228-B0FA-8B17528A4CE1}"/>
              </a:ext>
            </a:extLst>
          </p:cNvPr>
          <p:cNvSpPr/>
          <p:nvPr/>
        </p:nvSpPr>
        <p:spPr>
          <a:xfrm>
            <a:off x="4065462" y="3457073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r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DC2C59-ED12-4235-A0E4-0E2DAEB600F1}"/>
              </a:ext>
            </a:extLst>
          </p:cNvPr>
          <p:cNvSpPr/>
          <p:nvPr/>
        </p:nvSpPr>
        <p:spPr>
          <a:xfrm>
            <a:off x="4759502" y="345707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42815022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081400"/>
              </p:ext>
            </p:extLst>
          </p:nvPr>
        </p:nvGraphicFramePr>
        <p:xfrm>
          <a:off x="6691736" y="1174979"/>
          <a:ext cx="5248179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38200" y="4526570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C653E-3B3B-435E-9531-DBAED3536279}"/>
              </a:ext>
            </a:extLst>
          </p:cNvPr>
          <p:cNvSpPr/>
          <p:nvPr/>
        </p:nvSpPr>
        <p:spPr>
          <a:xfrm>
            <a:off x="12496176" y="2231538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400B5B3-B1F0-4228-B0FA-8B17528A4CE1}"/>
              </a:ext>
            </a:extLst>
          </p:cNvPr>
          <p:cNvSpPr/>
          <p:nvPr/>
        </p:nvSpPr>
        <p:spPr>
          <a:xfrm>
            <a:off x="1717863" y="345707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r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DC2C59-ED12-4235-A0E4-0E2DAEB600F1}"/>
              </a:ext>
            </a:extLst>
          </p:cNvPr>
          <p:cNvSpPr/>
          <p:nvPr/>
        </p:nvSpPr>
        <p:spPr>
          <a:xfrm>
            <a:off x="4023610" y="345707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28196691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786386"/>
              </p:ext>
            </p:extLst>
          </p:nvPr>
        </p:nvGraphicFramePr>
        <p:xfrm>
          <a:off x="6691736" y="1174979"/>
          <a:ext cx="5248179" cy="202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793468" y="4841680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C653E-3B3B-435E-9531-DBAED3536279}"/>
              </a:ext>
            </a:extLst>
          </p:cNvPr>
          <p:cNvSpPr/>
          <p:nvPr/>
        </p:nvSpPr>
        <p:spPr>
          <a:xfrm>
            <a:off x="12496176" y="2231538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400B5B3-B1F0-4228-B0FA-8B17528A4CE1}"/>
              </a:ext>
            </a:extLst>
          </p:cNvPr>
          <p:cNvSpPr/>
          <p:nvPr/>
        </p:nvSpPr>
        <p:spPr>
          <a:xfrm>
            <a:off x="1717863" y="345707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r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DC2C59-ED12-4235-A0E4-0E2DAEB600F1}"/>
              </a:ext>
            </a:extLst>
          </p:cNvPr>
          <p:cNvSpPr/>
          <p:nvPr/>
        </p:nvSpPr>
        <p:spPr>
          <a:xfrm>
            <a:off x="4023610" y="345707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892268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5084795"/>
              </p:ext>
            </p:extLst>
          </p:nvPr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789544" y="5114694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C653E-3B3B-435E-9531-DBAED3536279}"/>
              </a:ext>
            </a:extLst>
          </p:cNvPr>
          <p:cNvSpPr/>
          <p:nvPr/>
        </p:nvSpPr>
        <p:spPr>
          <a:xfrm>
            <a:off x="9528836" y="1021242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400B5B3-B1F0-4228-B0FA-8B17528A4CE1}"/>
              </a:ext>
            </a:extLst>
          </p:cNvPr>
          <p:cNvSpPr/>
          <p:nvPr/>
        </p:nvSpPr>
        <p:spPr>
          <a:xfrm>
            <a:off x="1717863" y="345707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r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DC2C59-ED12-4235-A0E4-0E2DAEB600F1}"/>
              </a:ext>
            </a:extLst>
          </p:cNvPr>
          <p:cNvSpPr/>
          <p:nvPr/>
        </p:nvSpPr>
        <p:spPr>
          <a:xfrm>
            <a:off x="4023610" y="345707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w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83D8B34-8AE5-4B96-A9B1-3483191B1CF5}"/>
              </a:ext>
            </a:extLst>
          </p:cNvPr>
          <p:cNvSpPr/>
          <p:nvPr/>
        </p:nvSpPr>
        <p:spPr>
          <a:xfrm>
            <a:off x="4587924" y="344171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v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8EAECC6-D7BE-471B-804E-238106E6F307}"/>
                  </a:ext>
                </a:extLst>
              </p14:cNvPr>
              <p14:cNvContentPartPr/>
              <p14:nvPr/>
            </p14:nvContentPartPr>
            <p14:xfrm>
              <a:off x="9683640" y="2649960"/>
              <a:ext cx="280800" cy="2700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8EAECC6-D7BE-471B-804E-238106E6F3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74280" y="2640600"/>
                <a:ext cx="299520" cy="28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36141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2136819"/>
              </p:ext>
            </p:extLst>
          </p:nvPr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789544" y="5845867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C653E-3B3B-435E-9531-DBAED3536279}"/>
              </a:ext>
            </a:extLst>
          </p:cNvPr>
          <p:cNvSpPr/>
          <p:nvPr/>
        </p:nvSpPr>
        <p:spPr>
          <a:xfrm>
            <a:off x="7139615" y="1021924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400B5B3-B1F0-4228-B0FA-8B17528A4CE1}"/>
              </a:ext>
            </a:extLst>
          </p:cNvPr>
          <p:cNvSpPr/>
          <p:nvPr/>
        </p:nvSpPr>
        <p:spPr>
          <a:xfrm>
            <a:off x="1717863" y="345707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r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DC2C59-ED12-4235-A0E4-0E2DAEB600F1}"/>
              </a:ext>
            </a:extLst>
          </p:cNvPr>
          <p:cNvSpPr/>
          <p:nvPr/>
        </p:nvSpPr>
        <p:spPr>
          <a:xfrm>
            <a:off x="4023610" y="345707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w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83D8B34-8AE5-4B96-A9B1-3483191B1CF5}"/>
              </a:ext>
            </a:extLst>
          </p:cNvPr>
          <p:cNvSpPr/>
          <p:nvPr/>
        </p:nvSpPr>
        <p:spPr>
          <a:xfrm>
            <a:off x="4587924" y="344171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20071009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135207"/>
              </p:ext>
            </p:extLst>
          </p:nvPr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404776" y="4097942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C653E-3B3B-435E-9531-DBAED3536279}"/>
              </a:ext>
            </a:extLst>
          </p:cNvPr>
          <p:cNvSpPr/>
          <p:nvPr/>
        </p:nvSpPr>
        <p:spPr>
          <a:xfrm>
            <a:off x="12990846" y="3103452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DC2C59-ED12-4235-A0E4-0E2DAEB600F1}"/>
              </a:ext>
            </a:extLst>
          </p:cNvPr>
          <p:cNvSpPr/>
          <p:nvPr/>
        </p:nvSpPr>
        <p:spPr>
          <a:xfrm>
            <a:off x="4023610" y="345707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w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83D8B34-8AE5-4B96-A9B1-3483191B1CF5}"/>
              </a:ext>
            </a:extLst>
          </p:cNvPr>
          <p:cNvSpPr/>
          <p:nvPr/>
        </p:nvSpPr>
        <p:spPr>
          <a:xfrm>
            <a:off x="4587924" y="344171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6228707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712353"/>
              </p:ext>
            </p:extLst>
          </p:nvPr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911310" y="4503887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C653E-3B3B-435E-9531-DBAED3536279}"/>
              </a:ext>
            </a:extLst>
          </p:cNvPr>
          <p:cNvSpPr/>
          <p:nvPr/>
        </p:nvSpPr>
        <p:spPr>
          <a:xfrm>
            <a:off x="12990846" y="3103452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DC2C59-ED12-4235-A0E4-0E2DAEB600F1}"/>
              </a:ext>
            </a:extLst>
          </p:cNvPr>
          <p:cNvSpPr/>
          <p:nvPr/>
        </p:nvSpPr>
        <p:spPr>
          <a:xfrm>
            <a:off x="1526294" y="344188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w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83D8B34-8AE5-4B96-A9B1-3483191B1CF5}"/>
              </a:ext>
            </a:extLst>
          </p:cNvPr>
          <p:cNvSpPr/>
          <p:nvPr/>
        </p:nvSpPr>
        <p:spPr>
          <a:xfrm>
            <a:off x="4023610" y="3426630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111171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564962"/>
              </p:ext>
            </p:extLst>
          </p:nvPr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903396" y="4793094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C653E-3B3B-435E-9531-DBAED3536279}"/>
              </a:ext>
            </a:extLst>
          </p:cNvPr>
          <p:cNvSpPr/>
          <p:nvPr/>
        </p:nvSpPr>
        <p:spPr>
          <a:xfrm>
            <a:off x="12990846" y="3103452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DC2C59-ED12-4235-A0E4-0E2DAEB600F1}"/>
              </a:ext>
            </a:extLst>
          </p:cNvPr>
          <p:cNvSpPr/>
          <p:nvPr/>
        </p:nvSpPr>
        <p:spPr>
          <a:xfrm>
            <a:off x="1526294" y="344188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w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83D8B34-8AE5-4B96-A9B1-3483191B1CF5}"/>
              </a:ext>
            </a:extLst>
          </p:cNvPr>
          <p:cNvSpPr/>
          <p:nvPr/>
        </p:nvSpPr>
        <p:spPr>
          <a:xfrm>
            <a:off x="4023610" y="3426630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2985603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320101"/>
              </p:ext>
            </p:extLst>
          </p:nvPr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903396" y="5074471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C653E-3B3B-435E-9531-DBAED3536279}"/>
              </a:ext>
            </a:extLst>
          </p:cNvPr>
          <p:cNvSpPr/>
          <p:nvPr/>
        </p:nvSpPr>
        <p:spPr>
          <a:xfrm>
            <a:off x="8374137" y="1030850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DC2C59-ED12-4235-A0E4-0E2DAEB600F1}"/>
              </a:ext>
            </a:extLst>
          </p:cNvPr>
          <p:cNvSpPr/>
          <p:nvPr/>
        </p:nvSpPr>
        <p:spPr>
          <a:xfrm>
            <a:off x="1526294" y="344188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w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83D8B34-8AE5-4B96-A9B1-3483191B1CF5}"/>
              </a:ext>
            </a:extLst>
          </p:cNvPr>
          <p:cNvSpPr/>
          <p:nvPr/>
        </p:nvSpPr>
        <p:spPr>
          <a:xfrm>
            <a:off x="4023610" y="3426630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v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0721414" y="1054719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64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903396" y="5074471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D8C653E-3B3B-435E-9531-DBAED3536279}"/>
              </a:ext>
            </a:extLst>
          </p:cNvPr>
          <p:cNvSpPr/>
          <p:nvPr/>
        </p:nvSpPr>
        <p:spPr>
          <a:xfrm>
            <a:off x="8374137" y="1030850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6DC2C59-ED12-4235-A0E4-0E2DAEB600F1}"/>
              </a:ext>
            </a:extLst>
          </p:cNvPr>
          <p:cNvSpPr/>
          <p:nvPr/>
        </p:nvSpPr>
        <p:spPr>
          <a:xfrm>
            <a:off x="1526294" y="344188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w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83D8B34-8AE5-4B96-A9B1-3483191B1CF5}"/>
              </a:ext>
            </a:extLst>
          </p:cNvPr>
          <p:cNvSpPr/>
          <p:nvPr/>
        </p:nvSpPr>
        <p:spPr>
          <a:xfrm>
            <a:off x="4023610" y="3426630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v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0721414" y="1054719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822D652-CFB3-4184-B037-754D8448A937}"/>
              </a:ext>
            </a:extLst>
          </p:cNvPr>
          <p:cNvSpPr/>
          <p:nvPr/>
        </p:nvSpPr>
        <p:spPr>
          <a:xfrm>
            <a:off x="4647775" y="3426630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5271940" y="3426630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7951248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678930"/>
              </p:ext>
            </p:extLst>
          </p:nvPr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798120" y="5852611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83D8B34-8AE5-4B96-A9B1-3483191B1CF5}"/>
              </a:ext>
            </a:extLst>
          </p:cNvPr>
          <p:cNvSpPr/>
          <p:nvPr/>
        </p:nvSpPr>
        <p:spPr>
          <a:xfrm>
            <a:off x="4023610" y="3426630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v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0109980" y="1092445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822D652-CFB3-4184-B037-754D8448A937}"/>
              </a:ext>
            </a:extLst>
          </p:cNvPr>
          <p:cNvSpPr/>
          <p:nvPr/>
        </p:nvSpPr>
        <p:spPr>
          <a:xfrm>
            <a:off x="4647775" y="3426630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5271940" y="3426630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8132965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619071" y="4182837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83D8B34-8AE5-4B96-A9B1-3483191B1CF5}"/>
              </a:ext>
            </a:extLst>
          </p:cNvPr>
          <p:cNvSpPr/>
          <p:nvPr/>
        </p:nvSpPr>
        <p:spPr>
          <a:xfrm>
            <a:off x="4023610" y="3426630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v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655448" y="3113339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822D652-CFB3-4184-B037-754D8448A937}"/>
              </a:ext>
            </a:extLst>
          </p:cNvPr>
          <p:cNvSpPr/>
          <p:nvPr/>
        </p:nvSpPr>
        <p:spPr>
          <a:xfrm>
            <a:off x="4647775" y="3426630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5271940" y="3426630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7744062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38200" y="4515456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83D8B34-8AE5-4B96-A9B1-3483191B1CF5}"/>
              </a:ext>
            </a:extLst>
          </p:cNvPr>
          <p:cNvSpPr/>
          <p:nvPr/>
        </p:nvSpPr>
        <p:spPr>
          <a:xfrm>
            <a:off x="1968192" y="344171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v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655448" y="3113339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822D652-CFB3-4184-B037-754D8448A937}"/>
              </a:ext>
            </a:extLst>
          </p:cNvPr>
          <p:cNvSpPr/>
          <p:nvPr/>
        </p:nvSpPr>
        <p:spPr>
          <a:xfrm>
            <a:off x="4075854" y="342624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4700019" y="342624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9808056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38200" y="4841680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83D8B34-8AE5-4B96-A9B1-3483191B1CF5}"/>
              </a:ext>
            </a:extLst>
          </p:cNvPr>
          <p:cNvSpPr/>
          <p:nvPr/>
        </p:nvSpPr>
        <p:spPr>
          <a:xfrm>
            <a:off x="1968192" y="344171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v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655448" y="3113339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822D652-CFB3-4184-B037-754D8448A937}"/>
              </a:ext>
            </a:extLst>
          </p:cNvPr>
          <p:cNvSpPr/>
          <p:nvPr/>
        </p:nvSpPr>
        <p:spPr>
          <a:xfrm>
            <a:off x="4075854" y="342624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4700019" y="342624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128439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38200" y="5129731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83D8B34-8AE5-4B96-A9B1-3483191B1CF5}"/>
              </a:ext>
            </a:extLst>
          </p:cNvPr>
          <p:cNvSpPr/>
          <p:nvPr/>
        </p:nvSpPr>
        <p:spPr>
          <a:xfrm>
            <a:off x="1968192" y="344171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v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655448" y="3113339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822D652-CFB3-4184-B037-754D8448A937}"/>
              </a:ext>
            </a:extLst>
          </p:cNvPr>
          <p:cNvSpPr/>
          <p:nvPr/>
        </p:nvSpPr>
        <p:spPr>
          <a:xfrm>
            <a:off x="4075854" y="342624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4700019" y="342624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221210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158178"/>
              </p:ext>
            </p:extLst>
          </p:nvPr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38200" y="5852611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83D8B34-8AE5-4B96-A9B1-3483191B1CF5}"/>
              </a:ext>
            </a:extLst>
          </p:cNvPr>
          <p:cNvSpPr/>
          <p:nvPr/>
        </p:nvSpPr>
        <p:spPr>
          <a:xfrm>
            <a:off x="1968192" y="344171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v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9562979" y="1178037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822D652-CFB3-4184-B037-754D8448A937}"/>
              </a:ext>
            </a:extLst>
          </p:cNvPr>
          <p:cNvSpPr/>
          <p:nvPr/>
        </p:nvSpPr>
        <p:spPr>
          <a:xfrm>
            <a:off x="4075854" y="342624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4700019" y="342624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ABCCD66-2FE4-4637-B9C5-5A8DCBA44B82}"/>
                  </a:ext>
                </a:extLst>
              </p14:cNvPr>
              <p14:cNvContentPartPr/>
              <p14:nvPr/>
            </p14:nvContentPartPr>
            <p14:xfrm>
              <a:off x="5713200" y="4654800"/>
              <a:ext cx="45720" cy="6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ABCCD66-2FE4-4637-B9C5-5A8DCBA44B8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03840" y="4645440"/>
                <a:ext cx="64440" cy="2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3355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365760" y="4175210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609851" y="2949677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822D652-CFB3-4184-B037-754D8448A937}"/>
              </a:ext>
            </a:extLst>
          </p:cNvPr>
          <p:cNvSpPr/>
          <p:nvPr/>
        </p:nvSpPr>
        <p:spPr>
          <a:xfrm>
            <a:off x="4075854" y="342624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4700019" y="342624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587343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38200" y="4637060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609851" y="2949677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822D652-CFB3-4184-B037-754D8448A937}"/>
              </a:ext>
            </a:extLst>
          </p:cNvPr>
          <p:cNvSpPr/>
          <p:nvPr/>
        </p:nvSpPr>
        <p:spPr>
          <a:xfrm>
            <a:off x="1924357" y="345489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4086929" y="3441715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7327216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46520" y="4918437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609851" y="2949677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822D652-CFB3-4184-B037-754D8448A937}"/>
              </a:ext>
            </a:extLst>
          </p:cNvPr>
          <p:cNvSpPr/>
          <p:nvPr/>
        </p:nvSpPr>
        <p:spPr>
          <a:xfrm>
            <a:off x="1924357" y="345489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4086929" y="3441715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8669775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38200" y="5114694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8934075" y="1115963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822D652-CFB3-4184-B037-754D8448A937}"/>
              </a:ext>
            </a:extLst>
          </p:cNvPr>
          <p:cNvSpPr/>
          <p:nvPr/>
        </p:nvSpPr>
        <p:spPr>
          <a:xfrm>
            <a:off x="1924357" y="345489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4086929" y="3441715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6428395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888760"/>
              </p:ext>
            </p:extLst>
          </p:nvPr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38200" y="5114694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8934075" y="1115963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822D652-CFB3-4184-B037-754D8448A937}"/>
              </a:ext>
            </a:extLst>
          </p:cNvPr>
          <p:cNvSpPr/>
          <p:nvPr/>
        </p:nvSpPr>
        <p:spPr>
          <a:xfrm>
            <a:off x="1924357" y="345489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4086929" y="3441715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80F6D23-2D16-4DE6-8E2B-4907CE3CF476}"/>
              </a:ext>
            </a:extLst>
          </p:cNvPr>
          <p:cNvSpPr/>
          <p:nvPr/>
        </p:nvSpPr>
        <p:spPr>
          <a:xfrm>
            <a:off x="4781804" y="345489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9668738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843696"/>
              </p:ext>
            </p:extLst>
          </p:nvPr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71513" y="5898151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8387854" y="1115963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822D652-CFB3-4184-B037-754D8448A937}"/>
              </a:ext>
            </a:extLst>
          </p:cNvPr>
          <p:cNvSpPr/>
          <p:nvPr/>
        </p:nvSpPr>
        <p:spPr>
          <a:xfrm>
            <a:off x="1924357" y="345489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t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4086929" y="3441715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57601F-E159-411D-BABF-FA9E49B246A9}"/>
              </a:ext>
            </a:extLst>
          </p:cNvPr>
          <p:cNvSpPr/>
          <p:nvPr/>
        </p:nvSpPr>
        <p:spPr>
          <a:xfrm>
            <a:off x="4781804" y="345489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30652182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399943" y="4175211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399701" y="2474138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4086929" y="3441715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57601F-E159-411D-BABF-FA9E49B246A9}"/>
              </a:ext>
            </a:extLst>
          </p:cNvPr>
          <p:cNvSpPr/>
          <p:nvPr/>
        </p:nvSpPr>
        <p:spPr>
          <a:xfrm>
            <a:off x="4781804" y="345489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20342297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38200" y="4515456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399701" y="2474138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4086929" y="3441715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57601F-E159-411D-BABF-FA9E49B246A9}"/>
              </a:ext>
            </a:extLst>
          </p:cNvPr>
          <p:cNvSpPr/>
          <p:nvPr/>
        </p:nvSpPr>
        <p:spPr>
          <a:xfrm>
            <a:off x="4781804" y="345489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26733900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38200" y="4515456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399701" y="2474138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2059632" y="3468611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57601F-E159-411D-BABF-FA9E49B246A9}"/>
              </a:ext>
            </a:extLst>
          </p:cNvPr>
          <p:cNvSpPr/>
          <p:nvPr/>
        </p:nvSpPr>
        <p:spPr>
          <a:xfrm>
            <a:off x="4172166" y="3468611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19504582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903396" y="4841680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399701" y="2474138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2059632" y="3468611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57601F-E159-411D-BABF-FA9E49B246A9}"/>
              </a:ext>
            </a:extLst>
          </p:cNvPr>
          <p:cNvSpPr/>
          <p:nvPr/>
        </p:nvSpPr>
        <p:spPr>
          <a:xfrm>
            <a:off x="4172166" y="3468611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39678561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accent1"/>
                </a:solidFill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inf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903396" y="5074471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399701" y="2474138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2059632" y="3468611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57601F-E159-411D-BABF-FA9E49B246A9}"/>
              </a:ext>
            </a:extLst>
          </p:cNvPr>
          <p:cNvSpPr/>
          <p:nvPr/>
        </p:nvSpPr>
        <p:spPr>
          <a:xfrm>
            <a:off x="4172166" y="3468611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32375035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639470"/>
              </p:ext>
            </p:extLst>
          </p:nvPr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903396" y="5074471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1273687" y="1154864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2059632" y="3468611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57601F-E159-411D-BABF-FA9E49B246A9}"/>
              </a:ext>
            </a:extLst>
          </p:cNvPr>
          <p:cNvSpPr/>
          <p:nvPr/>
        </p:nvSpPr>
        <p:spPr>
          <a:xfrm>
            <a:off x="4172166" y="3468611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u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DB15640-285E-430E-B549-78324C4C1D73}"/>
              </a:ext>
            </a:extLst>
          </p:cNvPr>
          <p:cNvSpPr/>
          <p:nvPr/>
        </p:nvSpPr>
        <p:spPr>
          <a:xfrm>
            <a:off x="4772908" y="341956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8846465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093515"/>
              </p:ext>
            </p:extLst>
          </p:nvPr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39188" y="5852611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0652683" y="1092445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445E9AA-55FD-4C99-BE60-3D373CAAD097}"/>
              </a:ext>
            </a:extLst>
          </p:cNvPr>
          <p:cNvSpPr/>
          <p:nvPr/>
        </p:nvSpPr>
        <p:spPr>
          <a:xfrm>
            <a:off x="2059632" y="3468611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x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57601F-E159-411D-BABF-FA9E49B246A9}"/>
              </a:ext>
            </a:extLst>
          </p:cNvPr>
          <p:cNvSpPr/>
          <p:nvPr/>
        </p:nvSpPr>
        <p:spPr>
          <a:xfrm>
            <a:off x="4172166" y="3468611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u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31C5A06-D793-489B-8E4A-A193202427F9}"/>
              </a:ext>
            </a:extLst>
          </p:cNvPr>
          <p:cNvSpPr/>
          <p:nvPr/>
        </p:nvSpPr>
        <p:spPr>
          <a:xfrm>
            <a:off x="4772908" y="341956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386910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365760" y="4175211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260877" y="1455676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57601F-E159-411D-BABF-FA9E49B246A9}"/>
              </a:ext>
            </a:extLst>
          </p:cNvPr>
          <p:cNvSpPr/>
          <p:nvPr/>
        </p:nvSpPr>
        <p:spPr>
          <a:xfrm>
            <a:off x="4172166" y="3468611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u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CF3AE10-1F7C-4B8A-A140-9287D46E75E2}"/>
              </a:ext>
            </a:extLst>
          </p:cNvPr>
          <p:cNvSpPr/>
          <p:nvPr/>
        </p:nvSpPr>
        <p:spPr>
          <a:xfrm>
            <a:off x="4772908" y="3419562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9207584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38200" y="4545071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260877" y="1455676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57601F-E159-411D-BABF-FA9E49B246A9}"/>
              </a:ext>
            </a:extLst>
          </p:cNvPr>
          <p:cNvSpPr/>
          <p:nvPr/>
        </p:nvSpPr>
        <p:spPr>
          <a:xfrm>
            <a:off x="2266458" y="3455129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u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CF3AE10-1F7C-4B8A-A140-9287D46E75E2}"/>
              </a:ext>
            </a:extLst>
          </p:cNvPr>
          <p:cNvSpPr/>
          <p:nvPr/>
        </p:nvSpPr>
        <p:spPr>
          <a:xfrm>
            <a:off x="4144474" y="3453284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42613223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71513" y="4918437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260877" y="1455676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57601F-E159-411D-BABF-FA9E49B246A9}"/>
              </a:ext>
            </a:extLst>
          </p:cNvPr>
          <p:cNvSpPr/>
          <p:nvPr/>
        </p:nvSpPr>
        <p:spPr>
          <a:xfrm>
            <a:off x="2266458" y="3455129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u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CF3AE10-1F7C-4B8A-A140-9287D46E75E2}"/>
              </a:ext>
            </a:extLst>
          </p:cNvPr>
          <p:cNvSpPr/>
          <p:nvPr/>
        </p:nvSpPr>
        <p:spPr>
          <a:xfrm>
            <a:off x="4144474" y="3453284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4310709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911310" y="5114694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260877" y="1455676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57601F-E159-411D-BABF-FA9E49B246A9}"/>
              </a:ext>
            </a:extLst>
          </p:cNvPr>
          <p:cNvSpPr/>
          <p:nvPr/>
        </p:nvSpPr>
        <p:spPr>
          <a:xfrm>
            <a:off x="2266458" y="3455129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u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CF3AE10-1F7C-4B8A-A140-9287D46E75E2}"/>
              </a:ext>
            </a:extLst>
          </p:cNvPr>
          <p:cNvSpPr/>
          <p:nvPr/>
        </p:nvSpPr>
        <p:spPr>
          <a:xfrm>
            <a:off x="4144474" y="3453284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5315938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929347"/>
              </p:ext>
            </p:extLst>
          </p:nvPr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38200" y="5815595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8924805" y="1115963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357601F-E159-411D-BABF-FA9E49B246A9}"/>
              </a:ext>
            </a:extLst>
          </p:cNvPr>
          <p:cNvSpPr/>
          <p:nvPr/>
        </p:nvSpPr>
        <p:spPr>
          <a:xfrm>
            <a:off x="2266458" y="3455129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u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CF3AE10-1F7C-4B8A-A140-9287D46E75E2}"/>
              </a:ext>
            </a:extLst>
          </p:cNvPr>
          <p:cNvSpPr/>
          <p:nvPr/>
        </p:nvSpPr>
        <p:spPr>
          <a:xfrm>
            <a:off x="4144474" y="3453284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5977559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399943" y="4140780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474691" y="2575465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CF3AE10-1F7C-4B8A-A140-9287D46E75E2}"/>
              </a:ext>
            </a:extLst>
          </p:cNvPr>
          <p:cNvSpPr/>
          <p:nvPr/>
        </p:nvSpPr>
        <p:spPr>
          <a:xfrm>
            <a:off x="4144474" y="3453284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2984466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02939" y="4564042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474691" y="2575465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CF3AE10-1F7C-4B8A-A140-9287D46E75E2}"/>
              </a:ext>
            </a:extLst>
          </p:cNvPr>
          <p:cNvSpPr/>
          <p:nvPr/>
        </p:nvSpPr>
        <p:spPr>
          <a:xfrm>
            <a:off x="2379118" y="349300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6018844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solidFill>
            <a:schemeClr val="bg1">
              <a:lumMod val="50000"/>
            </a:schemeClr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16193" y="4841680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2474691" y="2575465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CF3AE10-1F7C-4B8A-A140-9287D46E75E2}"/>
              </a:ext>
            </a:extLst>
          </p:cNvPr>
          <p:cNvSpPr/>
          <p:nvPr/>
        </p:nvSpPr>
        <p:spPr>
          <a:xfrm>
            <a:off x="2379118" y="349300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6516058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802939" y="5849943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1C9B67-3E4B-4EFB-B91A-F13632B5810E}"/>
              </a:ext>
            </a:extLst>
          </p:cNvPr>
          <p:cNvSpPr/>
          <p:nvPr/>
        </p:nvSpPr>
        <p:spPr>
          <a:xfrm>
            <a:off x="11317645" y="1185645"/>
            <a:ext cx="638174" cy="2451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CF3AE10-1F7C-4B8A-A140-9287D46E75E2}"/>
              </a:ext>
            </a:extLst>
          </p:cNvPr>
          <p:cNvSpPr/>
          <p:nvPr/>
        </p:nvSpPr>
        <p:spPr>
          <a:xfrm>
            <a:off x="2379118" y="3493006"/>
            <a:ext cx="491937" cy="493677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8369501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399943" y="4175211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8686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905AC-CCE9-45C5-B2E3-53F233C29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75211"/>
            <a:ext cx="10988040" cy="21105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Now keep on doing the following until the queue is empty</a:t>
            </a:r>
          </a:p>
          <a:p>
            <a:pPr lvl="1"/>
            <a:r>
              <a:rPr lang="en-US" dirty="0"/>
              <a:t>Take out the topmost element </a:t>
            </a:r>
            <a:endParaRPr lang="en-US" b="1" dirty="0"/>
          </a:p>
          <a:p>
            <a:pPr lvl="1"/>
            <a:r>
              <a:rPr lang="en-US" dirty="0"/>
              <a:t>Visit each of its neighbors</a:t>
            </a:r>
          </a:p>
          <a:p>
            <a:pPr lvl="1"/>
            <a:r>
              <a:rPr lang="en-US" dirty="0"/>
              <a:t>If the neighbors are undiscovered (white)</a:t>
            </a:r>
          </a:p>
          <a:p>
            <a:pPr lvl="2"/>
            <a:r>
              <a:rPr lang="en-US" dirty="0"/>
              <a:t>Mark them as discovered (color them with GRAY color and place them in queue)</a:t>
            </a:r>
          </a:p>
          <a:p>
            <a:pPr lvl="2"/>
            <a:r>
              <a:rPr lang="en-US" dirty="0"/>
              <a:t>Update their distance, parent.</a:t>
            </a:r>
          </a:p>
          <a:p>
            <a:pPr lvl="1"/>
            <a:r>
              <a:rPr lang="en-US" dirty="0"/>
              <a:t>Mark the taken out element as explored (Black – all its children has been discovered)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78649F-1A85-491C-9CF0-9C1460F6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E8F58-EBFC-4E6B-A421-83AF7B3C2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60543B7-CF20-4282-8150-559E4B874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Simulation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B2A81C02-2D36-4AEC-873A-F2B935F3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  <a:endParaRPr lang="en-US" altLang="en-US" sz="4000" dirty="0">
              <a:solidFill>
                <a:schemeClr val="bg1"/>
              </a:solidFill>
            </a:endParaRPr>
          </a:p>
        </p:txBody>
      </p:sp>
      <p:sp>
        <p:nvSpPr>
          <p:cNvPr id="8" name="Oval 4">
            <a:extLst>
              <a:ext uri="{FF2B5EF4-FFF2-40B4-BE49-F238E27FC236}">
                <a16:creationId xmlns:a16="http://schemas.microsoft.com/office/drawing/2014/main" id="{12CF0DC9-7FE3-4363-964A-901D0558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9" name="Oval 5">
            <a:extLst>
              <a:ext uri="{FF2B5EF4-FFF2-40B4-BE49-F238E27FC236}">
                <a16:creationId xmlns:a16="http://schemas.microsoft.com/office/drawing/2014/main" id="{CC13257C-5B92-46F8-9AF1-68B3FE5CA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0" name="Oval 6">
            <a:extLst>
              <a:ext uri="{FF2B5EF4-FFF2-40B4-BE49-F238E27FC236}">
                <a16:creationId xmlns:a16="http://schemas.microsoft.com/office/drawing/2014/main" id="{D83070FE-0995-41E5-8FE9-FF09F1FF1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94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1" name="Oval 7">
            <a:extLst>
              <a:ext uri="{FF2B5EF4-FFF2-40B4-BE49-F238E27FC236}">
                <a16:creationId xmlns:a16="http://schemas.microsoft.com/office/drawing/2014/main" id="{311096D0-9DA5-4EF5-AC1E-2804EE6D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2" name="Oval 8">
            <a:extLst>
              <a:ext uri="{FF2B5EF4-FFF2-40B4-BE49-F238E27FC236}">
                <a16:creationId xmlns:a16="http://schemas.microsoft.com/office/drawing/2014/main" id="{347416C1-0C6B-4102-A803-DCE2D0E34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4387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D92D372E-9A61-4F66-8B77-9286B0870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1293016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4" name="Oval 10">
            <a:extLst>
              <a:ext uri="{FF2B5EF4-FFF2-40B4-BE49-F238E27FC236}">
                <a16:creationId xmlns:a16="http://schemas.microsoft.com/office/drawing/2014/main" id="{86495207-83E9-44E1-9C45-28AC0447EC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2481" y="2403571"/>
            <a:ext cx="584479" cy="55527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5" name="Text Box 11">
            <a:extLst>
              <a:ext uri="{FF2B5EF4-FFF2-40B4-BE49-F238E27FC236}">
                <a16:creationId xmlns:a16="http://schemas.microsoft.com/office/drawing/2014/main" id="{E358B26B-7D04-4A2C-B3E4-D3F0B9142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068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r</a:t>
            </a:r>
          </a:p>
        </p:txBody>
      </p:sp>
      <p:sp>
        <p:nvSpPr>
          <p:cNvPr id="16" name="Text Box 12">
            <a:extLst>
              <a:ext uri="{FF2B5EF4-FFF2-40B4-BE49-F238E27FC236}">
                <a16:creationId xmlns:a16="http://schemas.microsoft.com/office/drawing/2014/main" id="{BB9B81C8-6FD8-44DA-A419-5CD051830A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637" y="959849"/>
            <a:ext cx="21674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s</a:t>
            </a: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52233539-22B8-4B44-A134-C9B911AD7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2166" y="959849"/>
            <a:ext cx="194826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t</a:t>
            </a:r>
          </a:p>
        </p:txBody>
      </p:sp>
      <p:sp>
        <p:nvSpPr>
          <p:cNvPr id="18" name="Text Box 14">
            <a:extLst>
              <a:ext uri="{FF2B5EF4-FFF2-40B4-BE49-F238E27FC236}">
                <a16:creationId xmlns:a16="http://schemas.microsoft.com/office/drawing/2014/main" id="{1C0AA680-EB50-4F7E-9B41-10A213A21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4948" y="959849"/>
            <a:ext cx="249621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u</a:t>
            </a:r>
          </a:p>
        </p:txBody>
      </p:sp>
      <p:sp>
        <p:nvSpPr>
          <p:cNvPr id="19" name="Text Box 15">
            <a:extLst>
              <a:ext uri="{FF2B5EF4-FFF2-40B4-BE49-F238E27FC236}">
                <a16:creationId xmlns:a16="http://schemas.microsoft.com/office/drawing/2014/main" id="{3C740096-F512-4240-8649-B11BA534A0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673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v</a:t>
            </a: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F10D912A-985C-4508-8A4A-426976DE1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1896" y="2958849"/>
            <a:ext cx="271540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 dirty="0"/>
              <a:t>w</a:t>
            </a:r>
          </a:p>
        </p:txBody>
      </p:sp>
      <p:sp>
        <p:nvSpPr>
          <p:cNvPr id="21" name="Text Box 17">
            <a:extLst>
              <a:ext uri="{FF2B5EF4-FFF2-40B4-BE49-F238E27FC236}">
                <a16:creationId xmlns:a16="http://schemas.microsoft.com/office/drawing/2014/main" id="{61BB9734-B666-4621-B16C-7C4B2C9A9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867" y="2958849"/>
            <a:ext cx="238662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x</a:t>
            </a: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21F086CA-64A1-4A47-8CCB-77175AE787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096" y="2958849"/>
            <a:ext cx="227704" cy="28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/>
              <a:t>y</a:t>
            </a:r>
          </a:p>
        </p:txBody>
      </p:sp>
      <p:cxnSp>
        <p:nvCxnSpPr>
          <p:cNvPr id="23" name="AutoShape 19">
            <a:extLst>
              <a:ext uri="{FF2B5EF4-FFF2-40B4-BE49-F238E27FC236}">
                <a16:creationId xmlns:a16="http://schemas.microsoft.com/office/drawing/2014/main" id="{AA27476A-0D5C-4914-8682-64580BC2014B}"/>
              </a:ext>
            </a:extLst>
          </p:cNvPr>
          <p:cNvCxnSpPr>
            <a:cxnSpLocks noChangeShapeType="1"/>
            <a:stCxn id="8" idx="0"/>
            <a:endCxn id="7" idx="4"/>
          </p:cNvCxnSpPr>
          <p:nvPr/>
        </p:nvCxnSpPr>
        <p:spPr bwMode="auto">
          <a:xfrm flipV="1">
            <a:off x="113044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20">
            <a:extLst>
              <a:ext uri="{FF2B5EF4-FFF2-40B4-BE49-F238E27FC236}">
                <a16:creationId xmlns:a16="http://schemas.microsoft.com/office/drawing/2014/main" id="{564E90F7-7CFA-423C-9179-E97AAD0AB8B3}"/>
              </a:ext>
            </a:extLst>
          </p:cNvPr>
          <p:cNvCxnSpPr>
            <a:cxnSpLocks noChangeShapeType="1"/>
            <a:stCxn id="7" idx="6"/>
            <a:endCxn id="9" idx="2"/>
          </p:cNvCxnSpPr>
          <p:nvPr/>
        </p:nvCxnSpPr>
        <p:spPr bwMode="auto">
          <a:xfrm>
            <a:off x="1433638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1">
            <a:extLst>
              <a:ext uri="{FF2B5EF4-FFF2-40B4-BE49-F238E27FC236}">
                <a16:creationId xmlns:a16="http://schemas.microsoft.com/office/drawing/2014/main" id="{5A91F55D-F584-4907-B304-BA0B5A782678}"/>
              </a:ext>
            </a:extLst>
          </p:cNvPr>
          <p:cNvCxnSpPr>
            <a:cxnSpLocks noChangeShapeType="1"/>
            <a:stCxn id="9" idx="4"/>
            <a:endCxn id="10" idx="0"/>
          </p:cNvCxnSpPr>
          <p:nvPr/>
        </p:nvCxnSpPr>
        <p:spPr bwMode="auto">
          <a:xfrm>
            <a:off x="2708533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2">
            <a:extLst>
              <a:ext uri="{FF2B5EF4-FFF2-40B4-BE49-F238E27FC236}">
                <a16:creationId xmlns:a16="http://schemas.microsoft.com/office/drawing/2014/main" id="{8C1D6CB4-42CF-4084-8612-CD4A720D5531}"/>
              </a:ext>
            </a:extLst>
          </p:cNvPr>
          <p:cNvCxnSpPr>
            <a:cxnSpLocks noChangeShapeType="1"/>
            <a:stCxn id="10" idx="7"/>
            <a:endCxn id="11" idx="3"/>
          </p:cNvCxnSpPr>
          <p:nvPr/>
        </p:nvCxnSpPr>
        <p:spPr bwMode="auto">
          <a:xfrm flipV="1">
            <a:off x="2915536" y="1777727"/>
            <a:ext cx="1164088" cy="696411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3">
            <a:extLst>
              <a:ext uri="{FF2B5EF4-FFF2-40B4-BE49-F238E27FC236}">
                <a16:creationId xmlns:a16="http://schemas.microsoft.com/office/drawing/2014/main" id="{983B37C9-4D09-4139-9E97-65282B31A6F8}"/>
              </a:ext>
            </a:extLst>
          </p:cNvPr>
          <p:cNvCxnSpPr>
            <a:cxnSpLocks noChangeShapeType="1"/>
            <a:stCxn id="10" idx="6"/>
            <a:endCxn id="12" idx="2"/>
          </p:cNvCxnSpPr>
          <p:nvPr/>
        </p:nvCxnSpPr>
        <p:spPr bwMode="auto">
          <a:xfrm>
            <a:off x="3011732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4">
            <a:extLst>
              <a:ext uri="{FF2B5EF4-FFF2-40B4-BE49-F238E27FC236}">
                <a16:creationId xmlns:a16="http://schemas.microsoft.com/office/drawing/2014/main" id="{CEBBEBB0-4EE5-4DC5-8675-4D98E58EFAF0}"/>
              </a:ext>
            </a:extLst>
          </p:cNvPr>
          <p:cNvCxnSpPr>
            <a:cxnSpLocks noChangeShapeType="1"/>
            <a:stCxn id="12" idx="0"/>
            <a:endCxn id="11" idx="4"/>
          </p:cNvCxnSpPr>
          <p:nvPr/>
        </p:nvCxnSpPr>
        <p:spPr bwMode="auto">
          <a:xfrm flipV="1">
            <a:off x="4286627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5">
            <a:extLst>
              <a:ext uri="{FF2B5EF4-FFF2-40B4-BE49-F238E27FC236}">
                <a16:creationId xmlns:a16="http://schemas.microsoft.com/office/drawing/2014/main" id="{E5AA5CB7-1664-4EA1-A154-49008BD34C4F}"/>
              </a:ext>
            </a:extLst>
          </p:cNvPr>
          <p:cNvCxnSpPr>
            <a:cxnSpLocks noChangeShapeType="1"/>
            <a:stCxn id="11" idx="6"/>
            <a:endCxn id="13" idx="2"/>
          </p:cNvCxnSpPr>
          <p:nvPr/>
        </p:nvCxnSpPr>
        <p:spPr bwMode="auto">
          <a:xfrm>
            <a:off x="4589826" y="1570655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AutoShape 26">
            <a:extLst>
              <a:ext uri="{FF2B5EF4-FFF2-40B4-BE49-F238E27FC236}">
                <a16:creationId xmlns:a16="http://schemas.microsoft.com/office/drawing/2014/main" id="{800BF52A-862B-43F1-BAA5-9CCCCB5C9CBD}"/>
              </a:ext>
            </a:extLst>
          </p:cNvPr>
          <p:cNvCxnSpPr>
            <a:cxnSpLocks noChangeShapeType="1"/>
            <a:stCxn id="12" idx="6"/>
            <a:endCxn id="14" idx="2"/>
          </p:cNvCxnSpPr>
          <p:nvPr/>
        </p:nvCxnSpPr>
        <p:spPr bwMode="auto">
          <a:xfrm>
            <a:off x="4589826" y="2681210"/>
            <a:ext cx="971697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AutoShape 27">
            <a:extLst>
              <a:ext uri="{FF2B5EF4-FFF2-40B4-BE49-F238E27FC236}">
                <a16:creationId xmlns:a16="http://schemas.microsoft.com/office/drawing/2014/main" id="{D684EB2F-B8F9-4DCC-9939-44E97C9B1F7B}"/>
              </a:ext>
            </a:extLst>
          </p:cNvPr>
          <p:cNvCxnSpPr>
            <a:cxnSpLocks noChangeShapeType="1"/>
            <a:stCxn id="14" idx="0"/>
            <a:endCxn id="13" idx="4"/>
          </p:cNvCxnSpPr>
          <p:nvPr/>
        </p:nvCxnSpPr>
        <p:spPr bwMode="auto">
          <a:xfrm flipV="1">
            <a:off x="5864720" y="1858705"/>
            <a:ext cx="0" cy="53445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34" name="Table 34">
            <a:extLst>
              <a:ext uri="{FF2B5EF4-FFF2-40B4-BE49-F238E27FC236}">
                <a16:creationId xmlns:a16="http://schemas.microsoft.com/office/drawing/2014/main" id="{5C9BDF22-5116-49C4-BB32-DE02EB47D495}"/>
              </a:ext>
            </a:extLst>
          </p:cNvPr>
          <p:cNvGraphicFramePr>
            <a:graphicFrameLocks noGrp="1"/>
          </p:cNvGraphicFramePr>
          <p:nvPr/>
        </p:nvGraphicFramePr>
        <p:xfrm>
          <a:off x="6691736" y="1174979"/>
          <a:ext cx="5248179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3131">
                  <a:extLst>
                    <a:ext uri="{9D8B030D-6E8A-4147-A177-3AD203B41FA5}">
                      <a16:colId xmlns:a16="http://schemas.microsoft.com/office/drawing/2014/main" val="410383184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29779278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635422467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3460664528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575201745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1950928123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909226536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863723672"/>
                    </a:ext>
                  </a:extLst>
                </a:gridCol>
                <a:gridCol w="583131">
                  <a:extLst>
                    <a:ext uri="{9D8B030D-6E8A-4147-A177-3AD203B41FA5}">
                      <a16:colId xmlns:a16="http://schemas.microsoft.com/office/drawing/2014/main" val="24121485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68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78855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9787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50605"/>
                  </a:ext>
                </a:extLst>
              </a:tr>
            </a:tbl>
          </a:graphicData>
        </a:graphic>
      </p:graphicFrame>
      <p:grpSp>
        <p:nvGrpSpPr>
          <p:cNvPr id="37" name="Group 36">
            <a:extLst>
              <a:ext uri="{FF2B5EF4-FFF2-40B4-BE49-F238E27FC236}">
                <a16:creationId xmlns:a16="http://schemas.microsoft.com/office/drawing/2014/main" id="{1A38EE98-186C-458F-81FC-B8419037DA31}"/>
              </a:ext>
            </a:extLst>
          </p:cNvPr>
          <p:cNvGrpSpPr/>
          <p:nvPr/>
        </p:nvGrpSpPr>
        <p:grpSpPr>
          <a:xfrm>
            <a:off x="3105832" y="3174612"/>
            <a:ext cx="6102256" cy="923330"/>
            <a:chOff x="2630263" y="3710856"/>
            <a:chExt cx="6102256" cy="92333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C33B9A-8649-40D2-B93D-E2B9D9B8F96E}"/>
                </a:ext>
              </a:extLst>
            </p:cNvPr>
            <p:cNvSpPr/>
            <p:nvPr/>
          </p:nvSpPr>
          <p:spPr>
            <a:xfrm>
              <a:off x="3484340" y="3947160"/>
              <a:ext cx="5248179" cy="55527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1EBBED-33B3-47E2-A7DF-88630DA716F3}"/>
                </a:ext>
              </a:extLst>
            </p:cNvPr>
            <p:cNvSpPr/>
            <p:nvPr/>
          </p:nvSpPr>
          <p:spPr>
            <a:xfrm>
              <a:off x="2630263" y="3710856"/>
              <a:ext cx="651139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Q</a:t>
              </a:r>
            </a:p>
          </p:txBody>
        </p:sp>
      </p:grp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6554207-8E48-4D8A-A04E-21C467A29E9F}"/>
              </a:ext>
            </a:extLst>
          </p:cNvPr>
          <p:cNvSpPr/>
          <p:nvPr/>
        </p:nvSpPr>
        <p:spPr>
          <a:xfrm>
            <a:off x="798120" y="6285802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0D1C6EB-0383-49D4-A540-820C61B209CB}"/>
                  </a:ext>
                </a:extLst>
              </p14:cNvPr>
              <p14:cNvContentPartPr/>
              <p14:nvPr/>
            </p14:nvContentPartPr>
            <p14:xfrm>
              <a:off x="2698920" y="837000"/>
              <a:ext cx="8676000" cy="46411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0D1C6EB-0383-49D4-A540-820C61B209C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89560" y="827640"/>
                <a:ext cx="8694720" cy="465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49698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296222-3924-4A12-A515-2E15DE2EE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94204" y="6615972"/>
            <a:ext cx="4114800" cy="365125"/>
          </a:xfrm>
        </p:spPr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A23904-84E4-4520-99B8-0D6FF4157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A535571-86FD-401B-9EDA-689A69F63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BFS Discovery Pattern</a:t>
            </a:r>
          </a:p>
        </p:txBody>
      </p:sp>
      <p:pic>
        <p:nvPicPr>
          <p:cNvPr id="8" name="Picture 31">
            <a:extLst>
              <a:ext uri="{FF2B5EF4-FFF2-40B4-BE49-F238E27FC236}">
                <a16:creationId xmlns:a16="http://schemas.microsoft.com/office/drawing/2014/main" id="{FFF935BD-0807-42E8-91A2-47D274410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1475" y="886279"/>
            <a:ext cx="3370241" cy="238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2">
            <a:extLst>
              <a:ext uri="{FF2B5EF4-FFF2-40B4-BE49-F238E27FC236}">
                <a16:creationId xmlns:a16="http://schemas.microsoft.com/office/drawing/2014/main" id="{BA290A4E-DE96-4971-9FE3-00B4D4BF1B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55" y="3429000"/>
            <a:ext cx="3606309" cy="2466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11">
            <a:extLst>
              <a:ext uri="{FF2B5EF4-FFF2-40B4-BE49-F238E27FC236}">
                <a16:creationId xmlns:a16="http://schemas.microsoft.com/office/drawing/2014/main" id="{BCD92DF3-EA70-4621-A5A2-AD46F8379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703" y="3428999"/>
            <a:ext cx="3208035" cy="2466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2">
            <a:extLst>
              <a:ext uri="{FF2B5EF4-FFF2-40B4-BE49-F238E27FC236}">
                <a16:creationId xmlns:a16="http://schemas.microsoft.com/office/drawing/2014/main" id="{8CF08A82-34BE-4D4E-B8C2-6ED477D9E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6328" y="3557530"/>
            <a:ext cx="3138726" cy="2466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3" name="Group 4">
            <a:extLst>
              <a:ext uri="{FF2B5EF4-FFF2-40B4-BE49-F238E27FC236}">
                <a16:creationId xmlns:a16="http://schemas.microsoft.com/office/drawing/2014/main" id="{C27DF256-94DA-447F-88BE-7490B82F721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89593" y="886279"/>
            <a:ext cx="6921865" cy="2380200"/>
            <a:chOff x="649" y="887"/>
            <a:chExt cx="3617" cy="1112"/>
          </a:xfrm>
        </p:grpSpPr>
        <p:grpSp>
          <p:nvGrpSpPr>
            <p:cNvPr id="25" name="Group 205">
              <a:extLst>
                <a:ext uri="{FF2B5EF4-FFF2-40B4-BE49-F238E27FC236}">
                  <a16:creationId xmlns:a16="http://schemas.microsoft.com/office/drawing/2014/main" id="{A5F8A260-687C-4615-8902-05CB5A7C7B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9" y="895"/>
              <a:ext cx="3548" cy="1099"/>
              <a:chOff x="649" y="895"/>
              <a:chExt cx="3548" cy="1099"/>
            </a:xfrm>
          </p:grpSpPr>
          <p:sp>
            <p:nvSpPr>
              <p:cNvPr id="87" name="Freeform 5">
                <a:extLst>
                  <a:ext uri="{FF2B5EF4-FFF2-40B4-BE49-F238E27FC236}">
                    <a16:creationId xmlns:a16="http://schemas.microsoft.com/office/drawing/2014/main" id="{09664A95-9B6D-4892-8B14-1F83DB43DC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9" y="991"/>
                <a:ext cx="339" cy="196"/>
              </a:xfrm>
              <a:custGeom>
                <a:avLst/>
                <a:gdLst>
                  <a:gd name="T0" fmla="*/ 235 w 339"/>
                  <a:gd name="T1" fmla="*/ 13 h 196"/>
                  <a:gd name="T2" fmla="*/ 117 w 339"/>
                  <a:gd name="T3" fmla="*/ 0 h 196"/>
                  <a:gd name="T4" fmla="*/ 90 w 339"/>
                  <a:gd name="T5" fmla="*/ 9 h 196"/>
                  <a:gd name="T6" fmla="*/ 48 w 339"/>
                  <a:gd name="T7" fmla="*/ 35 h 196"/>
                  <a:gd name="T8" fmla="*/ 0 w 339"/>
                  <a:gd name="T9" fmla="*/ 83 h 196"/>
                  <a:gd name="T10" fmla="*/ 20 w 339"/>
                  <a:gd name="T11" fmla="*/ 144 h 196"/>
                  <a:gd name="T12" fmla="*/ 41 w 339"/>
                  <a:gd name="T13" fmla="*/ 179 h 196"/>
                  <a:gd name="T14" fmla="*/ 69 w 339"/>
                  <a:gd name="T15" fmla="*/ 196 h 196"/>
                  <a:gd name="T16" fmla="*/ 179 w 339"/>
                  <a:gd name="T17" fmla="*/ 196 h 196"/>
                  <a:gd name="T18" fmla="*/ 249 w 339"/>
                  <a:gd name="T19" fmla="*/ 192 h 196"/>
                  <a:gd name="T20" fmla="*/ 290 w 339"/>
                  <a:gd name="T21" fmla="*/ 183 h 196"/>
                  <a:gd name="T22" fmla="*/ 311 w 339"/>
                  <a:gd name="T23" fmla="*/ 157 h 196"/>
                  <a:gd name="T24" fmla="*/ 332 w 339"/>
                  <a:gd name="T25" fmla="*/ 113 h 196"/>
                  <a:gd name="T26" fmla="*/ 339 w 339"/>
                  <a:gd name="T27" fmla="*/ 65 h 196"/>
                  <a:gd name="T28" fmla="*/ 332 w 339"/>
                  <a:gd name="T29" fmla="*/ 39 h 196"/>
                  <a:gd name="T30" fmla="*/ 304 w 339"/>
                  <a:gd name="T31" fmla="*/ 26 h 196"/>
                  <a:gd name="T32" fmla="*/ 235 w 339"/>
                  <a:gd name="T33" fmla="*/ 13 h 196"/>
                  <a:gd name="T34" fmla="*/ 235 w 339"/>
                  <a:gd name="T35" fmla="*/ 13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39" h="196">
                    <a:moveTo>
                      <a:pt x="235" y="13"/>
                    </a:moveTo>
                    <a:lnTo>
                      <a:pt x="117" y="0"/>
                    </a:lnTo>
                    <a:lnTo>
                      <a:pt x="90" y="9"/>
                    </a:lnTo>
                    <a:lnTo>
                      <a:pt x="48" y="35"/>
                    </a:lnTo>
                    <a:lnTo>
                      <a:pt x="0" y="83"/>
                    </a:lnTo>
                    <a:lnTo>
                      <a:pt x="20" y="144"/>
                    </a:lnTo>
                    <a:lnTo>
                      <a:pt x="41" y="179"/>
                    </a:lnTo>
                    <a:lnTo>
                      <a:pt x="69" y="196"/>
                    </a:lnTo>
                    <a:lnTo>
                      <a:pt x="179" y="196"/>
                    </a:lnTo>
                    <a:lnTo>
                      <a:pt x="249" y="192"/>
                    </a:lnTo>
                    <a:lnTo>
                      <a:pt x="290" y="183"/>
                    </a:lnTo>
                    <a:lnTo>
                      <a:pt x="311" y="157"/>
                    </a:lnTo>
                    <a:lnTo>
                      <a:pt x="332" y="113"/>
                    </a:lnTo>
                    <a:lnTo>
                      <a:pt x="339" y="65"/>
                    </a:lnTo>
                    <a:lnTo>
                      <a:pt x="332" y="39"/>
                    </a:lnTo>
                    <a:lnTo>
                      <a:pt x="304" y="26"/>
                    </a:lnTo>
                    <a:lnTo>
                      <a:pt x="235" y="13"/>
                    </a:lnTo>
                    <a:lnTo>
                      <a:pt x="235" y="13"/>
                    </a:lnTo>
                    <a:close/>
                  </a:path>
                </a:pathLst>
              </a:custGeom>
              <a:blipFill dpi="0" rotWithShape="0">
                <a:blip r:embed="rId6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Rectangle 6">
                <a:extLst>
                  <a:ext uri="{FF2B5EF4-FFF2-40B4-BE49-F238E27FC236}">
                    <a16:creationId xmlns:a16="http://schemas.microsoft.com/office/drawing/2014/main" id="{F31F9BD5-C92A-4A4B-B754-CEAC8259FE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6" y="1091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Rectangle 7">
                <a:extLst>
                  <a:ext uri="{FF2B5EF4-FFF2-40B4-BE49-F238E27FC236}">
                    <a16:creationId xmlns:a16="http://schemas.microsoft.com/office/drawing/2014/main" id="{F42C11FD-1C01-4DFB-82C0-45F4E24628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6" y="1375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Rectangle 8">
                <a:extLst>
                  <a:ext uri="{FF2B5EF4-FFF2-40B4-BE49-F238E27FC236}">
                    <a16:creationId xmlns:a16="http://schemas.microsoft.com/office/drawing/2014/main" id="{4FA25692-0280-4319-8CA4-1387ACC32C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6" y="1096"/>
                <a:ext cx="14" cy="27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Rectangle 9">
                <a:extLst>
                  <a:ext uri="{FF2B5EF4-FFF2-40B4-BE49-F238E27FC236}">
                    <a16:creationId xmlns:a16="http://schemas.microsoft.com/office/drawing/2014/main" id="{B9BF15A9-C93A-4782-886F-56D362CFC4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1" y="1091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Rectangle 10">
                <a:extLst>
                  <a:ext uri="{FF2B5EF4-FFF2-40B4-BE49-F238E27FC236}">
                    <a16:creationId xmlns:a16="http://schemas.microsoft.com/office/drawing/2014/main" id="{06C3C697-5CD5-4655-8FCF-8C7BA8FFC3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2" y="1091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11">
                <a:extLst>
                  <a:ext uri="{FF2B5EF4-FFF2-40B4-BE49-F238E27FC236}">
                    <a16:creationId xmlns:a16="http://schemas.microsoft.com/office/drawing/2014/main" id="{E052DCAD-43BF-4EC2-85F0-623331CCD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8" y="1091"/>
                <a:ext cx="484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12">
                <a:extLst>
                  <a:ext uri="{FF2B5EF4-FFF2-40B4-BE49-F238E27FC236}">
                    <a16:creationId xmlns:a16="http://schemas.microsoft.com/office/drawing/2014/main" id="{9F5612FA-FFCD-4044-9A47-EED4F91C0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" y="1371"/>
                <a:ext cx="14" cy="8"/>
              </a:xfrm>
              <a:custGeom>
                <a:avLst/>
                <a:gdLst>
                  <a:gd name="T0" fmla="*/ 7 w 14"/>
                  <a:gd name="T1" fmla="*/ 8 h 8"/>
                  <a:gd name="T2" fmla="*/ 14 w 14"/>
                  <a:gd name="T3" fmla="*/ 4 h 8"/>
                  <a:gd name="T4" fmla="*/ 0 w 14"/>
                  <a:gd name="T5" fmla="*/ 0 h 8"/>
                  <a:gd name="T6" fmla="*/ 0 w 14"/>
                  <a:gd name="T7" fmla="*/ 0 h 8"/>
                  <a:gd name="T8" fmla="*/ 7 w 14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8">
                    <a:moveTo>
                      <a:pt x="7" y="8"/>
                    </a:moveTo>
                    <a:lnTo>
                      <a:pt x="14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13">
                <a:extLst>
                  <a:ext uri="{FF2B5EF4-FFF2-40B4-BE49-F238E27FC236}">
                    <a16:creationId xmlns:a16="http://schemas.microsoft.com/office/drawing/2014/main" id="{05392C3E-54EF-4193-8E66-41CF4754A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6" y="1667"/>
                <a:ext cx="14" cy="13"/>
              </a:xfrm>
              <a:custGeom>
                <a:avLst/>
                <a:gdLst>
                  <a:gd name="T0" fmla="*/ 14 w 14"/>
                  <a:gd name="T1" fmla="*/ 9 h 13"/>
                  <a:gd name="T2" fmla="*/ 7 w 14"/>
                  <a:gd name="T3" fmla="*/ 13 h 13"/>
                  <a:gd name="T4" fmla="*/ 0 w 14"/>
                  <a:gd name="T5" fmla="*/ 5 h 13"/>
                  <a:gd name="T6" fmla="*/ 7 w 14"/>
                  <a:gd name="T7" fmla="*/ 0 h 13"/>
                  <a:gd name="T8" fmla="*/ 14 w 14"/>
                  <a:gd name="T9" fmla="*/ 9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3">
                    <a:moveTo>
                      <a:pt x="14" y="9"/>
                    </a:moveTo>
                    <a:lnTo>
                      <a:pt x="7" y="13"/>
                    </a:lnTo>
                    <a:lnTo>
                      <a:pt x="0" y="5"/>
                    </a:lnTo>
                    <a:lnTo>
                      <a:pt x="7" y="0"/>
                    </a:lnTo>
                    <a:lnTo>
                      <a:pt x="14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4">
                <a:extLst>
                  <a:ext uri="{FF2B5EF4-FFF2-40B4-BE49-F238E27FC236}">
                    <a16:creationId xmlns:a16="http://schemas.microsoft.com/office/drawing/2014/main" id="{16D390FD-248B-41E7-9E13-4F46526F5F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3" y="1371"/>
                <a:ext cx="491" cy="305"/>
              </a:xfrm>
              <a:custGeom>
                <a:avLst/>
                <a:gdLst>
                  <a:gd name="T0" fmla="*/ 491 w 491"/>
                  <a:gd name="T1" fmla="*/ 8 h 305"/>
                  <a:gd name="T2" fmla="*/ 484 w 491"/>
                  <a:gd name="T3" fmla="*/ 0 h 305"/>
                  <a:gd name="T4" fmla="*/ 0 w 491"/>
                  <a:gd name="T5" fmla="*/ 296 h 305"/>
                  <a:gd name="T6" fmla="*/ 7 w 491"/>
                  <a:gd name="T7" fmla="*/ 305 h 305"/>
                  <a:gd name="T8" fmla="*/ 491 w 491"/>
                  <a:gd name="T9" fmla="*/ 8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1" h="305">
                    <a:moveTo>
                      <a:pt x="491" y="8"/>
                    </a:moveTo>
                    <a:lnTo>
                      <a:pt x="484" y="0"/>
                    </a:lnTo>
                    <a:lnTo>
                      <a:pt x="0" y="296"/>
                    </a:lnTo>
                    <a:lnTo>
                      <a:pt x="7" y="305"/>
                    </a:lnTo>
                    <a:lnTo>
                      <a:pt x="491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Rectangle 15">
                <a:extLst>
                  <a:ext uri="{FF2B5EF4-FFF2-40B4-BE49-F238E27FC236}">
                    <a16:creationId xmlns:a16="http://schemas.microsoft.com/office/drawing/2014/main" id="{10E53456-B947-448B-B0B8-7E700B3459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0" y="1663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Rectangle 16">
                <a:extLst>
                  <a:ext uri="{FF2B5EF4-FFF2-40B4-BE49-F238E27FC236}">
                    <a16:creationId xmlns:a16="http://schemas.microsoft.com/office/drawing/2014/main" id="{5EDD5482-73CB-4572-8466-B888F9324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0" y="1371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Rectangle 17">
                <a:extLst>
                  <a:ext uri="{FF2B5EF4-FFF2-40B4-BE49-F238E27FC236}">
                    <a16:creationId xmlns:a16="http://schemas.microsoft.com/office/drawing/2014/main" id="{FF080EFB-5FE5-4D4D-AA6A-B2D2305630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0" y="1375"/>
                <a:ext cx="14" cy="28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Rectangle 18">
                <a:extLst>
                  <a:ext uri="{FF2B5EF4-FFF2-40B4-BE49-F238E27FC236}">
                    <a16:creationId xmlns:a16="http://schemas.microsoft.com/office/drawing/2014/main" id="{36DAA203-082D-47B6-99D8-85EC5AAEBD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0" y="1920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Rectangle 19">
                <a:extLst>
                  <a:ext uri="{FF2B5EF4-FFF2-40B4-BE49-F238E27FC236}">
                    <a16:creationId xmlns:a16="http://schemas.microsoft.com/office/drawing/2014/main" id="{B3603500-63BB-47C7-A991-D3786E1516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8" y="1920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Rectangle 20">
                <a:extLst>
                  <a:ext uri="{FF2B5EF4-FFF2-40B4-BE49-F238E27FC236}">
                    <a16:creationId xmlns:a16="http://schemas.microsoft.com/office/drawing/2014/main" id="{0DF941BC-482C-4A6E-8E27-EA7464AB8B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7" y="1920"/>
                <a:ext cx="491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21">
                <a:extLst>
                  <a:ext uri="{FF2B5EF4-FFF2-40B4-BE49-F238E27FC236}">
                    <a16:creationId xmlns:a16="http://schemas.microsoft.com/office/drawing/2014/main" id="{9F792863-2336-419D-A235-6DF225B796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1" y="1658"/>
                <a:ext cx="14" cy="14"/>
              </a:xfrm>
              <a:custGeom>
                <a:avLst/>
                <a:gdLst>
                  <a:gd name="T0" fmla="*/ 0 w 14"/>
                  <a:gd name="T1" fmla="*/ 9 h 14"/>
                  <a:gd name="T2" fmla="*/ 0 w 14"/>
                  <a:gd name="T3" fmla="*/ 14 h 14"/>
                  <a:gd name="T4" fmla="*/ 14 w 14"/>
                  <a:gd name="T5" fmla="*/ 5 h 14"/>
                  <a:gd name="T6" fmla="*/ 7 w 14"/>
                  <a:gd name="T7" fmla="*/ 0 h 14"/>
                  <a:gd name="T8" fmla="*/ 0 w 14"/>
                  <a:gd name="T9" fmla="*/ 9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4">
                    <a:moveTo>
                      <a:pt x="0" y="9"/>
                    </a:moveTo>
                    <a:lnTo>
                      <a:pt x="0" y="14"/>
                    </a:lnTo>
                    <a:lnTo>
                      <a:pt x="14" y="5"/>
                    </a:lnTo>
                    <a:lnTo>
                      <a:pt x="7" y="0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22">
                <a:extLst>
                  <a:ext uri="{FF2B5EF4-FFF2-40B4-BE49-F238E27FC236}">
                    <a16:creationId xmlns:a16="http://schemas.microsoft.com/office/drawing/2014/main" id="{C667873A-E9E3-44A7-B75A-8C6E8E9EA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0" y="1371"/>
                <a:ext cx="14" cy="8"/>
              </a:xfrm>
              <a:custGeom>
                <a:avLst/>
                <a:gdLst>
                  <a:gd name="T0" fmla="*/ 7 w 14"/>
                  <a:gd name="T1" fmla="*/ 8 h 8"/>
                  <a:gd name="T2" fmla="*/ 0 w 14"/>
                  <a:gd name="T3" fmla="*/ 4 h 8"/>
                  <a:gd name="T4" fmla="*/ 7 w 14"/>
                  <a:gd name="T5" fmla="*/ 0 h 8"/>
                  <a:gd name="T6" fmla="*/ 14 w 14"/>
                  <a:gd name="T7" fmla="*/ 0 h 8"/>
                  <a:gd name="T8" fmla="*/ 7 w 14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8">
                    <a:moveTo>
                      <a:pt x="7" y="8"/>
                    </a:moveTo>
                    <a:lnTo>
                      <a:pt x="0" y="4"/>
                    </a:lnTo>
                    <a:lnTo>
                      <a:pt x="7" y="0"/>
                    </a:lnTo>
                    <a:lnTo>
                      <a:pt x="14" y="0"/>
                    </a:lnTo>
                    <a:lnTo>
                      <a:pt x="7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23">
                <a:extLst>
                  <a:ext uri="{FF2B5EF4-FFF2-40B4-BE49-F238E27FC236}">
                    <a16:creationId xmlns:a16="http://schemas.microsoft.com/office/drawing/2014/main" id="{AB3A508D-224E-4674-AF7D-6B8D1929D0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" y="1371"/>
                <a:ext cx="491" cy="296"/>
              </a:xfrm>
              <a:custGeom>
                <a:avLst/>
                <a:gdLst>
                  <a:gd name="T0" fmla="*/ 484 w 491"/>
                  <a:gd name="T1" fmla="*/ 296 h 296"/>
                  <a:gd name="T2" fmla="*/ 491 w 491"/>
                  <a:gd name="T3" fmla="*/ 287 h 296"/>
                  <a:gd name="T4" fmla="*/ 7 w 491"/>
                  <a:gd name="T5" fmla="*/ 0 h 296"/>
                  <a:gd name="T6" fmla="*/ 0 w 491"/>
                  <a:gd name="T7" fmla="*/ 8 h 296"/>
                  <a:gd name="T8" fmla="*/ 484 w 491"/>
                  <a:gd name="T9" fmla="*/ 296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1" h="296">
                    <a:moveTo>
                      <a:pt x="484" y="296"/>
                    </a:moveTo>
                    <a:lnTo>
                      <a:pt x="491" y="287"/>
                    </a:lnTo>
                    <a:lnTo>
                      <a:pt x="7" y="0"/>
                    </a:lnTo>
                    <a:lnTo>
                      <a:pt x="0" y="8"/>
                    </a:lnTo>
                    <a:lnTo>
                      <a:pt x="484" y="2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Rectangle 24">
                <a:extLst>
                  <a:ext uri="{FF2B5EF4-FFF2-40B4-BE49-F238E27FC236}">
                    <a16:creationId xmlns:a16="http://schemas.microsoft.com/office/drawing/2014/main" id="{5691AE25-DB62-40C8-9F5B-DD1EACE36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1388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Rectangle 25">
                <a:extLst>
                  <a:ext uri="{FF2B5EF4-FFF2-40B4-BE49-F238E27FC236}">
                    <a16:creationId xmlns:a16="http://schemas.microsoft.com/office/drawing/2014/main" id="{EB820DCE-0C41-450B-B919-036578303A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1663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8" name="Rectangle 26">
                <a:extLst>
                  <a:ext uri="{FF2B5EF4-FFF2-40B4-BE49-F238E27FC236}">
                    <a16:creationId xmlns:a16="http://schemas.microsoft.com/office/drawing/2014/main" id="{CBFF32F1-5A74-4B4C-9EC4-00ACAF64BA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1392"/>
                <a:ext cx="14" cy="271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9" name="Rectangle 27">
                <a:extLst>
                  <a:ext uri="{FF2B5EF4-FFF2-40B4-BE49-F238E27FC236}">
                    <a16:creationId xmlns:a16="http://schemas.microsoft.com/office/drawing/2014/main" id="{FE8A8E68-099A-4BEC-A786-F889E571BD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1366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0" name="Rectangle 28">
                <a:extLst>
                  <a:ext uri="{FF2B5EF4-FFF2-40B4-BE49-F238E27FC236}">
                    <a16:creationId xmlns:a16="http://schemas.microsoft.com/office/drawing/2014/main" id="{5523308D-FE0E-4F12-B509-596EEC165A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3" y="1366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1" name="Rectangle 29">
                <a:extLst>
                  <a:ext uri="{FF2B5EF4-FFF2-40B4-BE49-F238E27FC236}">
                    <a16:creationId xmlns:a16="http://schemas.microsoft.com/office/drawing/2014/main" id="{E16AE785-D774-4F6C-903C-5353598AD3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" y="1366"/>
                <a:ext cx="491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2" name="Rectangle 30">
                <a:extLst>
                  <a:ext uri="{FF2B5EF4-FFF2-40B4-BE49-F238E27FC236}">
                    <a16:creationId xmlns:a16="http://schemas.microsoft.com/office/drawing/2014/main" id="{5CA37024-8428-4F66-B8DE-E46C9FF669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1658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3" name="Rectangle 31">
                <a:extLst>
                  <a:ext uri="{FF2B5EF4-FFF2-40B4-BE49-F238E27FC236}">
                    <a16:creationId xmlns:a16="http://schemas.microsoft.com/office/drawing/2014/main" id="{4C45C2CD-B7FF-41D2-8240-6EBE267F5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3" y="1658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4" name="Rectangle 32">
                <a:extLst>
                  <a:ext uri="{FF2B5EF4-FFF2-40B4-BE49-F238E27FC236}">
                    <a16:creationId xmlns:a16="http://schemas.microsoft.com/office/drawing/2014/main" id="{109871FA-90DC-4152-BADD-389587A8C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" y="1658"/>
                <a:ext cx="491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5" name="Rectangle 33">
                <a:extLst>
                  <a:ext uri="{FF2B5EF4-FFF2-40B4-BE49-F238E27FC236}">
                    <a16:creationId xmlns:a16="http://schemas.microsoft.com/office/drawing/2014/main" id="{E139EA56-7CB2-46CE-BA21-3CC98D4879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1925"/>
                <a:ext cx="7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6" name="Rectangle 34">
                <a:extLst>
                  <a:ext uri="{FF2B5EF4-FFF2-40B4-BE49-F238E27FC236}">
                    <a16:creationId xmlns:a16="http://schemas.microsoft.com/office/drawing/2014/main" id="{B780DAF5-EE80-44AD-8416-54B0652295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3" y="1920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7" name="Freeform 35">
                <a:extLst>
                  <a:ext uri="{FF2B5EF4-FFF2-40B4-BE49-F238E27FC236}">
                    <a16:creationId xmlns:a16="http://schemas.microsoft.com/office/drawing/2014/main" id="{15EB70A5-B8E8-45CD-A4DC-5E2D438DD1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" y="1920"/>
                <a:ext cx="491" cy="13"/>
              </a:xfrm>
              <a:custGeom>
                <a:avLst/>
                <a:gdLst>
                  <a:gd name="T0" fmla="*/ 0 w 491"/>
                  <a:gd name="T1" fmla="*/ 5 h 13"/>
                  <a:gd name="T2" fmla="*/ 0 w 491"/>
                  <a:gd name="T3" fmla="*/ 13 h 13"/>
                  <a:gd name="T4" fmla="*/ 491 w 491"/>
                  <a:gd name="T5" fmla="*/ 9 h 13"/>
                  <a:gd name="T6" fmla="*/ 491 w 491"/>
                  <a:gd name="T7" fmla="*/ 0 h 13"/>
                  <a:gd name="T8" fmla="*/ 0 w 491"/>
                  <a:gd name="T9" fmla="*/ 5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1" h="13">
                    <a:moveTo>
                      <a:pt x="0" y="5"/>
                    </a:moveTo>
                    <a:lnTo>
                      <a:pt x="0" y="13"/>
                    </a:lnTo>
                    <a:lnTo>
                      <a:pt x="491" y="9"/>
                    </a:lnTo>
                    <a:lnTo>
                      <a:pt x="491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8" name="Rectangle 36">
                <a:extLst>
                  <a:ext uri="{FF2B5EF4-FFF2-40B4-BE49-F238E27FC236}">
                    <a16:creationId xmlns:a16="http://schemas.microsoft.com/office/drawing/2014/main" id="{9332A78A-9203-4A28-A0CA-A62277BAC8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6" y="1091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19" name="Rectangle 37">
                <a:extLst>
                  <a:ext uri="{FF2B5EF4-FFF2-40B4-BE49-F238E27FC236}">
                    <a16:creationId xmlns:a16="http://schemas.microsoft.com/office/drawing/2014/main" id="{5BAF5726-14E5-4EF5-B66D-6F772E6DA6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7" y="1091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0" name="Rectangle 38">
                <a:extLst>
                  <a:ext uri="{FF2B5EF4-FFF2-40B4-BE49-F238E27FC236}">
                    <a16:creationId xmlns:a16="http://schemas.microsoft.com/office/drawing/2014/main" id="{7FFA2080-FEB5-4EE1-BF2A-5766B1EB4C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3" y="1091"/>
                <a:ext cx="484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1" name="Rectangle 39">
                <a:extLst>
                  <a:ext uri="{FF2B5EF4-FFF2-40B4-BE49-F238E27FC236}">
                    <a16:creationId xmlns:a16="http://schemas.microsoft.com/office/drawing/2014/main" id="{8FF8FF5E-CD3E-46A8-808F-2452E75720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1371"/>
                <a:ext cx="1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2" name="Rectangle 40">
                <a:extLst>
                  <a:ext uri="{FF2B5EF4-FFF2-40B4-BE49-F238E27FC236}">
                    <a16:creationId xmlns:a16="http://schemas.microsoft.com/office/drawing/2014/main" id="{994DC9C8-6681-4C53-8636-8B65D85B5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1615"/>
                <a:ext cx="1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3" name="Rectangle 41">
                <a:extLst>
                  <a:ext uri="{FF2B5EF4-FFF2-40B4-BE49-F238E27FC236}">
                    <a16:creationId xmlns:a16="http://schemas.microsoft.com/office/drawing/2014/main" id="{F14876D4-CB9F-4148-A74F-275949382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1375"/>
                <a:ext cx="13" cy="24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4" name="Freeform 42">
                <a:extLst>
                  <a:ext uri="{FF2B5EF4-FFF2-40B4-BE49-F238E27FC236}">
                    <a16:creationId xmlns:a16="http://schemas.microsoft.com/office/drawing/2014/main" id="{B52B76D6-8549-489A-92D5-F437B30596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" y="1663"/>
                <a:ext cx="13" cy="13"/>
              </a:xfrm>
              <a:custGeom>
                <a:avLst/>
                <a:gdLst>
                  <a:gd name="T0" fmla="*/ 7 w 13"/>
                  <a:gd name="T1" fmla="*/ 0 h 13"/>
                  <a:gd name="T2" fmla="*/ 0 w 13"/>
                  <a:gd name="T3" fmla="*/ 4 h 13"/>
                  <a:gd name="T4" fmla="*/ 7 w 13"/>
                  <a:gd name="T5" fmla="*/ 13 h 13"/>
                  <a:gd name="T6" fmla="*/ 13 w 13"/>
                  <a:gd name="T7" fmla="*/ 9 h 13"/>
                  <a:gd name="T8" fmla="*/ 7 w 13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13">
                    <a:moveTo>
                      <a:pt x="7" y="0"/>
                    </a:moveTo>
                    <a:lnTo>
                      <a:pt x="0" y="4"/>
                    </a:lnTo>
                    <a:lnTo>
                      <a:pt x="7" y="13"/>
                    </a:lnTo>
                    <a:lnTo>
                      <a:pt x="13" y="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5" name="Freeform 43">
                <a:extLst>
                  <a:ext uri="{FF2B5EF4-FFF2-40B4-BE49-F238E27FC236}">
                    <a16:creationId xmlns:a16="http://schemas.microsoft.com/office/drawing/2014/main" id="{27FFEBE4-717E-4E0F-910C-EBEB64CBC6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3" y="1371"/>
                <a:ext cx="13" cy="8"/>
              </a:xfrm>
              <a:custGeom>
                <a:avLst/>
                <a:gdLst>
                  <a:gd name="T0" fmla="*/ 0 w 13"/>
                  <a:gd name="T1" fmla="*/ 0 h 8"/>
                  <a:gd name="T2" fmla="*/ 0 w 13"/>
                  <a:gd name="T3" fmla="*/ 0 h 8"/>
                  <a:gd name="T4" fmla="*/ 13 w 13"/>
                  <a:gd name="T5" fmla="*/ 4 h 8"/>
                  <a:gd name="T6" fmla="*/ 7 w 13"/>
                  <a:gd name="T7" fmla="*/ 8 h 8"/>
                  <a:gd name="T8" fmla="*/ 0 w 13"/>
                  <a:gd name="T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8">
                    <a:moveTo>
                      <a:pt x="0" y="0"/>
                    </a:moveTo>
                    <a:lnTo>
                      <a:pt x="0" y="0"/>
                    </a:lnTo>
                    <a:lnTo>
                      <a:pt x="13" y="4"/>
                    </a:lnTo>
                    <a:lnTo>
                      <a:pt x="7" y="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6" name="Freeform 44">
                <a:extLst>
                  <a:ext uri="{FF2B5EF4-FFF2-40B4-BE49-F238E27FC236}">
                    <a16:creationId xmlns:a16="http://schemas.microsoft.com/office/drawing/2014/main" id="{7795610C-CB79-47E1-847E-03DF733FA0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" y="1371"/>
                <a:ext cx="498" cy="301"/>
              </a:xfrm>
              <a:custGeom>
                <a:avLst/>
                <a:gdLst>
                  <a:gd name="T0" fmla="*/ 0 w 498"/>
                  <a:gd name="T1" fmla="*/ 292 h 301"/>
                  <a:gd name="T2" fmla="*/ 6 w 498"/>
                  <a:gd name="T3" fmla="*/ 301 h 301"/>
                  <a:gd name="T4" fmla="*/ 498 w 498"/>
                  <a:gd name="T5" fmla="*/ 8 h 301"/>
                  <a:gd name="T6" fmla="*/ 491 w 498"/>
                  <a:gd name="T7" fmla="*/ 0 h 301"/>
                  <a:gd name="T8" fmla="*/ 0 w 498"/>
                  <a:gd name="T9" fmla="*/ 292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8" h="301">
                    <a:moveTo>
                      <a:pt x="0" y="292"/>
                    </a:moveTo>
                    <a:lnTo>
                      <a:pt x="6" y="301"/>
                    </a:lnTo>
                    <a:lnTo>
                      <a:pt x="498" y="8"/>
                    </a:lnTo>
                    <a:lnTo>
                      <a:pt x="491" y="0"/>
                    </a:lnTo>
                    <a:lnTo>
                      <a:pt x="0" y="29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7" name="Rectangle 45">
                <a:extLst>
                  <a:ext uri="{FF2B5EF4-FFF2-40B4-BE49-F238E27FC236}">
                    <a16:creationId xmlns:a16="http://schemas.microsoft.com/office/drawing/2014/main" id="{8DDC9677-05F3-4307-8FEC-DB6E43FE5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6" y="1658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8" name="Rectangle 46">
                <a:extLst>
                  <a:ext uri="{FF2B5EF4-FFF2-40B4-BE49-F238E27FC236}">
                    <a16:creationId xmlns:a16="http://schemas.microsoft.com/office/drawing/2014/main" id="{096F360E-8456-4843-8868-45C6500FDC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7" y="1658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9" name="Rectangle 47">
                <a:extLst>
                  <a:ext uri="{FF2B5EF4-FFF2-40B4-BE49-F238E27FC236}">
                    <a16:creationId xmlns:a16="http://schemas.microsoft.com/office/drawing/2014/main" id="{C75FBF46-F52A-4DDB-BA8A-D59BECFBC6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3" y="1658"/>
                <a:ext cx="484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0" name="Freeform 48">
                <a:extLst>
                  <a:ext uri="{FF2B5EF4-FFF2-40B4-BE49-F238E27FC236}">
                    <a16:creationId xmlns:a16="http://schemas.microsoft.com/office/drawing/2014/main" id="{353246E7-D15B-4219-B29E-6FABD5B726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" y="1663"/>
                <a:ext cx="13" cy="9"/>
              </a:xfrm>
              <a:custGeom>
                <a:avLst/>
                <a:gdLst>
                  <a:gd name="T0" fmla="*/ 13 w 13"/>
                  <a:gd name="T1" fmla="*/ 0 h 9"/>
                  <a:gd name="T2" fmla="*/ 7 w 13"/>
                  <a:gd name="T3" fmla="*/ 0 h 9"/>
                  <a:gd name="T4" fmla="*/ 0 w 13"/>
                  <a:gd name="T5" fmla="*/ 4 h 9"/>
                  <a:gd name="T6" fmla="*/ 7 w 13"/>
                  <a:gd name="T7" fmla="*/ 9 h 9"/>
                  <a:gd name="T8" fmla="*/ 13 w 13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9">
                    <a:moveTo>
                      <a:pt x="13" y="0"/>
                    </a:moveTo>
                    <a:lnTo>
                      <a:pt x="7" y="0"/>
                    </a:lnTo>
                    <a:lnTo>
                      <a:pt x="0" y="4"/>
                    </a:lnTo>
                    <a:lnTo>
                      <a:pt x="7" y="9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1" name="Freeform 49">
                <a:extLst>
                  <a:ext uri="{FF2B5EF4-FFF2-40B4-BE49-F238E27FC236}">
                    <a16:creationId xmlns:a16="http://schemas.microsoft.com/office/drawing/2014/main" id="{19BD88E1-5077-4A4D-B252-2C4834F374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3" y="1920"/>
                <a:ext cx="13" cy="13"/>
              </a:xfrm>
              <a:custGeom>
                <a:avLst/>
                <a:gdLst>
                  <a:gd name="T0" fmla="*/ 7 w 13"/>
                  <a:gd name="T1" fmla="*/ 0 h 13"/>
                  <a:gd name="T2" fmla="*/ 13 w 13"/>
                  <a:gd name="T3" fmla="*/ 5 h 13"/>
                  <a:gd name="T4" fmla="*/ 0 w 13"/>
                  <a:gd name="T5" fmla="*/ 13 h 13"/>
                  <a:gd name="T6" fmla="*/ 0 w 13"/>
                  <a:gd name="T7" fmla="*/ 9 h 13"/>
                  <a:gd name="T8" fmla="*/ 7 w 13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13">
                    <a:moveTo>
                      <a:pt x="7" y="0"/>
                    </a:moveTo>
                    <a:lnTo>
                      <a:pt x="13" y="5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2" name="Freeform 50">
                <a:extLst>
                  <a:ext uri="{FF2B5EF4-FFF2-40B4-BE49-F238E27FC236}">
                    <a16:creationId xmlns:a16="http://schemas.microsoft.com/office/drawing/2014/main" id="{2467EC14-6E15-404D-A2AC-D5034F8AED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" y="1663"/>
                <a:ext cx="498" cy="266"/>
              </a:xfrm>
              <a:custGeom>
                <a:avLst/>
                <a:gdLst>
                  <a:gd name="T0" fmla="*/ 6 w 498"/>
                  <a:gd name="T1" fmla="*/ 0 h 266"/>
                  <a:gd name="T2" fmla="*/ 0 w 498"/>
                  <a:gd name="T3" fmla="*/ 9 h 266"/>
                  <a:gd name="T4" fmla="*/ 491 w 498"/>
                  <a:gd name="T5" fmla="*/ 266 h 266"/>
                  <a:gd name="T6" fmla="*/ 498 w 498"/>
                  <a:gd name="T7" fmla="*/ 257 h 266"/>
                  <a:gd name="T8" fmla="*/ 6 w 498"/>
                  <a:gd name="T9" fmla="*/ 0 h 2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8" h="266">
                    <a:moveTo>
                      <a:pt x="6" y="0"/>
                    </a:moveTo>
                    <a:lnTo>
                      <a:pt x="0" y="9"/>
                    </a:lnTo>
                    <a:lnTo>
                      <a:pt x="491" y="266"/>
                    </a:lnTo>
                    <a:lnTo>
                      <a:pt x="498" y="257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3" name="Rectangle 51">
                <a:extLst>
                  <a:ext uri="{FF2B5EF4-FFF2-40B4-BE49-F238E27FC236}">
                    <a16:creationId xmlns:a16="http://schemas.microsoft.com/office/drawing/2014/main" id="{17B58C8C-6D75-41E9-9B2F-7E821DCA6A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1663"/>
                <a:ext cx="1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4" name="Rectangle 52">
                <a:extLst>
                  <a:ext uri="{FF2B5EF4-FFF2-40B4-BE49-F238E27FC236}">
                    <a16:creationId xmlns:a16="http://schemas.microsoft.com/office/drawing/2014/main" id="{2C43E2F9-9A00-49AC-919B-CB7FB45F73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1929"/>
                <a:ext cx="1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5" name="Rectangle 53">
                <a:extLst>
                  <a:ext uri="{FF2B5EF4-FFF2-40B4-BE49-F238E27FC236}">
                    <a16:creationId xmlns:a16="http://schemas.microsoft.com/office/drawing/2014/main" id="{E2F47D1B-A4F2-454F-B571-A7C7612450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1667"/>
                <a:ext cx="13" cy="2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6" name="Freeform 54">
                <a:extLst>
                  <a:ext uri="{FF2B5EF4-FFF2-40B4-BE49-F238E27FC236}">
                    <a16:creationId xmlns:a16="http://schemas.microsoft.com/office/drawing/2014/main" id="{0AC8F6DE-916D-4B4D-AE5E-76B007015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6" y="1920"/>
                <a:ext cx="14" cy="13"/>
              </a:xfrm>
              <a:custGeom>
                <a:avLst/>
                <a:gdLst>
                  <a:gd name="T0" fmla="*/ 7 w 14"/>
                  <a:gd name="T1" fmla="*/ 0 h 13"/>
                  <a:gd name="T2" fmla="*/ 0 w 14"/>
                  <a:gd name="T3" fmla="*/ 5 h 13"/>
                  <a:gd name="T4" fmla="*/ 7 w 14"/>
                  <a:gd name="T5" fmla="*/ 13 h 13"/>
                  <a:gd name="T6" fmla="*/ 14 w 14"/>
                  <a:gd name="T7" fmla="*/ 9 h 13"/>
                  <a:gd name="T8" fmla="*/ 7 w 14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3">
                    <a:moveTo>
                      <a:pt x="7" y="0"/>
                    </a:moveTo>
                    <a:lnTo>
                      <a:pt x="0" y="5"/>
                    </a:lnTo>
                    <a:lnTo>
                      <a:pt x="7" y="13"/>
                    </a:lnTo>
                    <a:lnTo>
                      <a:pt x="14" y="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7" name="Freeform 55">
                <a:extLst>
                  <a:ext uri="{FF2B5EF4-FFF2-40B4-BE49-F238E27FC236}">
                    <a16:creationId xmlns:a16="http://schemas.microsoft.com/office/drawing/2014/main" id="{7E317CEF-C2C4-4CDB-803B-A417B0E45C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" y="1658"/>
                <a:ext cx="14" cy="9"/>
              </a:xfrm>
              <a:custGeom>
                <a:avLst/>
                <a:gdLst>
                  <a:gd name="T0" fmla="*/ 0 w 14"/>
                  <a:gd name="T1" fmla="*/ 0 h 9"/>
                  <a:gd name="T2" fmla="*/ 0 w 14"/>
                  <a:gd name="T3" fmla="*/ 0 h 9"/>
                  <a:gd name="T4" fmla="*/ 14 w 14"/>
                  <a:gd name="T5" fmla="*/ 5 h 9"/>
                  <a:gd name="T6" fmla="*/ 7 w 14"/>
                  <a:gd name="T7" fmla="*/ 9 h 9"/>
                  <a:gd name="T8" fmla="*/ 0 w 14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9">
                    <a:moveTo>
                      <a:pt x="0" y="0"/>
                    </a:moveTo>
                    <a:lnTo>
                      <a:pt x="0" y="0"/>
                    </a:lnTo>
                    <a:lnTo>
                      <a:pt x="14" y="5"/>
                    </a:lnTo>
                    <a:lnTo>
                      <a:pt x="7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8" name="Freeform 56">
                <a:extLst>
                  <a:ext uri="{FF2B5EF4-FFF2-40B4-BE49-F238E27FC236}">
                    <a16:creationId xmlns:a16="http://schemas.microsoft.com/office/drawing/2014/main" id="{31DD4D7B-BB41-476B-86C6-4CF936FE76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3" y="1658"/>
                <a:ext cx="491" cy="271"/>
              </a:xfrm>
              <a:custGeom>
                <a:avLst/>
                <a:gdLst>
                  <a:gd name="T0" fmla="*/ 0 w 491"/>
                  <a:gd name="T1" fmla="*/ 262 h 271"/>
                  <a:gd name="T2" fmla="*/ 7 w 491"/>
                  <a:gd name="T3" fmla="*/ 271 h 271"/>
                  <a:gd name="T4" fmla="*/ 491 w 491"/>
                  <a:gd name="T5" fmla="*/ 9 h 271"/>
                  <a:gd name="T6" fmla="*/ 484 w 491"/>
                  <a:gd name="T7" fmla="*/ 0 h 271"/>
                  <a:gd name="T8" fmla="*/ 0 w 491"/>
                  <a:gd name="T9" fmla="*/ 262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1" h="271">
                    <a:moveTo>
                      <a:pt x="0" y="262"/>
                    </a:moveTo>
                    <a:lnTo>
                      <a:pt x="7" y="271"/>
                    </a:lnTo>
                    <a:lnTo>
                      <a:pt x="491" y="9"/>
                    </a:lnTo>
                    <a:lnTo>
                      <a:pt x="484" y="0"/>
                    </a:lnTo>
                    <a:lnTo>
                      <a:pt x="0" y="2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9" name="Rectangle 57">
                <a:extLst>
                  <a:ext uri="{FF2B5EF4-FFF2-40B4-BE49-F238E27FC236}">
                    <a16:creationId xmlns:a16="http://schemas.microsoft.com/office/drawing/2014/main" id="{A56AF159-D245-4AA5-A2A1-0FAEF603FF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0" y="1658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0" name="Rectangle 58">
                <a:extLst>
                  <a:ext uri="{FF2B5EF4-FFF2-40B4-BE49-F238E27FC236}">
                    <a16:creationId xmlns:a16="http://schemas.microsoft.com/office/drawing/2014/main" id="{83D0BF93-A00F-46ED-B82D-87402028C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0" y="1925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1" name="Rectangle 59">
                <a:extLst>
                  <a:ext uri="{FF2B5EF4-FFF2-40B4-BE49-F238E27FC236}">
                    <a16:creationId xmlns:a16="http://schemas.microsoft.com/office/drawing/2014/main" id="{A0F2F445-6520-4010-8199-24FF64765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0" y="1663"/>
                <a:ext cx="14" cy="26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2" name="Rectangle 60">
                <a:extLst>
                  <a:ext uri="{FF2B5EF4-FFF2-40B4-BE49-F238E27FC236}">
                    <a16:creationId xmlns:a16="http://schemas.microsoft.com/office/drawing/2014/main" id="{F4E962F8-ACFF-4D68-983C-C97EF64A17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1" y="1925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3" name="Rectangle 61">
                <a:extLst>
                  <a:ext uri="{FF2B5EF4-FFF2-40B4-BE49-F238E27FC236}">
                    <a16:creationId xmlns:a16="http://schemas.microsoft.com/office/drawing/2014/main" id="{74CA5157-187A-410A-844A-FA86D0F036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1658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4" name="Freeform 62">
                <a:extLst>
                  <a:ext uri="{FF2B5EF4-FFF2-40B4-BE49-F238E27FC236}">
                    <a16:creationId xmlns:a16="http://schemas.microsoft.com/office/drawing/2014/main" id="{88A054F7-4D34-4CF0-9E71-1501023FD5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4" y="1663"/>
                <a:ext cx="21" cy="262"/>
              </a:xfrm>
              <a:custGeom>
                <a:avLst/>
                <a:gdLst>
                  <a:gd name="T0" fmla="*/ 7 w 21"/>
                  <a:gd name="T1" fmla="*/ 262 h 262"/>
                  <a:gd name="T2" fmla="*/ 21 w 21"/>
                  <a:gd name="T3" fmla="*/ 262 h 262"/>
                  <a:gd name="T4" fmla="*/ 14 w 21"/>
                  <a:gd name="T5" fmla="*/ 0 h 262"/>
                  <a:gd name="T6" fmla="*/ 0 w 21"/>
                  <a:gd name="T7" fmla="*/ 0 h 262"/>
                  <a:gd name="T8" fmla="*/ 7 w 21"/>
                  <a:gd name="T9" fmla="*/ 262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62">
                    <a:moveTo>
                      <a:pt x="7" y="262"/>
                    </a:moveTo>
                    <a:lnTo>
                      <a:pt x="21" y="26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7" y="26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5" name="Rectangle 63">
                <a:extLst>
                  <a:ext uri="{FF2B5EF4-FFF2-40B4-BE49-F238E27FC236}">
                    <a16:creationId xmlns:a16="http://schemas.microsoft.com/office/drawing/2014/main" id="{C86052F8-3E35-42F6-9EDB-7A2CF85FE3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1096"/>
                <a:ext cx="7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6" name="Rectangle 64">
                <a:extLst>
                  <a:ext uri="{FF2B5EF4-FFF2-40B4-BE49-F238E27FC236}">
                    <a16:creationId xmlns:a16="http://schemas.microsoft.com/office/drawing/2014/main" id="{9403509C-D04C-44E7-8581-BD3C6D7093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0" y="1096"/>
                <a:ext cx="7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7" name="Rectangle 65">
                <a:extLst>
                  <a:ext uri="{FF2B5EF4-FFF2-40B4-BE49-F238E27FC236}">
                    <a16:creationId xmlns:a16="http://schemas.microsoft.com/office/drawing/2014/main" id="{4E86B5E2-1C5D-469A-9B55-EBB8D8F642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2" y="1096"/>
                <a:ext cx="408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8" name="Rectangle 66">
                <a:extLst>
                  <a:ext uri="{FF2B5EF4-FFF2-40B4-BE49-F238E27FC236}">
                    <a16:creationId xmlns:a16="http://schemas.microsoft.com/office/drawing/2014/main" id="{2B0D13D4-3CEE-48DA-9A2A-528CA3AF62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1096"/>
                <a:ext cx="1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49" name="Rectangle 67">
                <a:extLst>
                  <a:ext uri="{FF2B5EF4-FFF2-40B4-BE49-F238E27FC236}">
                    <a16:creationId xmlns:a16="http://schemas.microsoft.com/office/drawing/2014/main" id="{FCD009FA-F752-4689-83B1-36422094CF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1323"/>
                <a:ext cx="13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0" name="Rectangle 68">
                <a:extLst>
                  <a:ext uri="{FF2B5EF4-FFF2-40B4-BE49-F238E27FC236}">
                    <a16:creationId xmlns:a16="http://schemas.microsoft.com/office/drawing/2014/main" id="{E52D866F-9858-4B78-9DE3-4227208A82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5" y="1100"/>
                <a:ext cx="13" cy="22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1" name="Freeform 69">
                <a:extLst>
                  <a:ext uri="{FF2B5EF4-FFF2-40B4-BE49-F238E27FC236}">
                    <a16:creationId xmlns:a16="http://schemas.microsoft.com/office/drawing/2014/main" id="{10E669DF-7E39-4048-A889-D98C52F0DC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15" y="1096"/>
                <a:ext cx="13" cy="8"/>
              </a:xfrm>
              <a:custGeom>
                <a:avLst/>
                <a:gdLst>
                  <a:gd name="T0" fmla="*/ 13 w 13"/>
                  <a:gd name="T1" fmla="*/ 0 h 8"/>
                  <a:gd name="T2" fmla="*/ 7 w 13"/>
                  <a:gd name="T3" fmla="*/ 0 h 8"/>
                  <a:gd name="T4" fmla="*/ 0 w 13"/>
                  <a:gd name="T5" fmla="*/ 4 h 8"/>
                  <a:gd name="T6" fmla="*/ 7 w 13"/>
                  <a:gd name="T7" fmla="*/ 8 h 8"/>
                  <a:gd name="T8" fmla="*/ 13 w 13"/>
                  <a:gd name="T9" fmla="*/ 0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" h="8">
                    <a:moveTo>
                      <a:pt x="13" y="0"/>
                    </a:moveTo>
                    <a:lnTo>
                      <a:pt x="7" y="0"/>
                    </a:lnTo>
                    <a:lnTo>
                      <a:pt x="0" y="4"/>
                    </a:lnTo>
                    <a:lnTo>
                      <a:pt x="7" y="8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2" name="Freeform 70">
                <a:extLst>
                  <a:ext uri="{FF2B5EF4-FFF2-40B4-BE49-F238E27FC236}">
                    <a16:creationId xmlns:a16="http://schemas.microsoft.com/office/drawing/2014/main" id="{C2CEE571-12B1-4BB2-B810-226D62DCF2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50" y="1331"/>
                <a:ext cx="14" cy="13"/>
              </a:xfrm>
              <a:custGeom>
                <a:avLst/>
                <a:gdLst>
                  <a:gd name="T0" fmla="*/ 7 w 14"/>
                  <a:gd name="T1" fmla="*/ 0 h 13"/>
                  <a:gd name="T2" fmla="*/ 14 w 14"/>
                  <a:gd name="T3" fmla="*/ 5 h 13"/>
                  <a:gd name="T4" fmla="*/ 0 w 14"/>
                  <a:gd name="T5" fmla="*/ 13 h 13"/>
                  <a:gd name="T6" fmla="*/ 0 w 14"/>
                  <a:gd name="T7" fmla="*/ 9 h 13"/>
                  <a:gd name="T8" fmla="*/ 7 w 14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3">
                    <a:moveTo>
                      <a:pt x="7" y="0"/>
                    </a:moveTo>
                    <a:lnTo>
                      <a:pt x="14" y="5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3" name="Freeform 71">
                <a:extLst>
                  <a:ext uri="{FF2B5EF4-FFF2-40B4-BE49-F238E27FC236}">
                    <a16:creationId xmlns:a16="http://schemas.microsoft.com/office/drawing/2014/main" id="{FD6369C6-B6DF-4BA3-A71F-F37DC57DFA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2" y="1096"/>
                <a:ext cx="435" cy="244"/>
              </a:xfrm>
              <a:custGeom>
                <a:avLst/>
                <a:gdLst>
                  <a:gd name="T0" fmla="*/ 6 w 435"/>
                  <a:gd name="T1" fmla="*/ 0 h 244"/>
                  <a:gd name="T2" fmla="*/ 0 w 435"/>
                  <a:gd name="T3" fmla="*/ 8 h 244"/>
                  <a:gd name="T4" fmla="*/ 428 w 435"/>
                  <a:gd name="T5" fmla="*/ 244 h 244"/>
                  <a:gd name="T6" fmla="*/ 435 w 435"/>
                  <a:gd name="T7" fmla="*/ 235 h 244"/>
                  <a:gd name="T8" fmla="*/ 6 w 435"/>
                  <a:gd name="T9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5" h="244">
                    <a:moveTo>
                      <a:pt x="6" y="0"/>
                    </a:moveTo>
                    <a:lnTo>
                      <a:pt x="0" y="8"/>
                    </a:lnTo>
                    <a:lnTo>
                      <a:pt x="428" y="244"/>
                    </a:lnTo>
                    <a:lnTo>
                      <a:pt x="435" y="235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4" name="Rectangle 72">
                <a:extLst>
                  <a:ext uri="{FF2B5EF4-FFF2-40B4-BE49-F238E27FC236}">
                    <a16:creationId xmlns:a16="http://schemas.microsoft.com/office/drawing/2014/main" id="{8F0D564A-7FED-4F1B-A30C-6019C3CEAE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0" y="1091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5" name="Rectangle 73">
                <a:extLst>
                  <a:ext uri="{FF2B5EF4-FFF2-40B4-BE49-F238E27FC236}">
                    <a16:creationId xmlns:a16="http://schemas.microsoft.com/office/drawing/2014/main" id="{D761D80C-FF1E-4737-97A9-5F04147C1F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0" y="1375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6" name="Rectangle 74">
                <a:extLst>
                  <a:ext uri="{FF2B5EF4-FFF2-40B4-BE49-F238E27FC236}">
                    <a16:creationId xmlns:a16="http://schemas.microsoft.com/office/drawing/2014/main" id="{6D86AD51-7148-4D18-896F-E3E5D17E69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0" y="1096"/>
                <a:ext cx="14" cy="27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7" name="Freeform 75">
                <a:extLst>
                  <a:ext uri="{FF2B5EF4-FFF2-40B4-BE49-F238E27FC236}">
                    <a16:creationId xmlns:a16="http://schemas.microsoft.com/office/drawing/2014/main" id="{8834DEF7-5A7D-47F2-805A-2F992A2DBA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0" y="1371"/>
                <a:ext cx="14" cy="13"/>
              </a:xfrm>
              <a:custGeom>
                <a:avLst/>
                <a:gdLst>
                  <a:gd name="T0" fmla="*/ 7 w 14"/>
                  <a:gd name="T1" fmla="*/ 0 h 13"/>
                  <a:gd name="T2" fmla="*/ 0 w 14"/>
                  <a:gd name="T3" fmla="*/ 4 h 13"/>
                  <a:gd name="T4" fmla="*/ 7 w 14"/>
                  <a:gd name="T5" fmla="*/ 13 h 13"/>
                  <a:gd name="T6" fmla="*/ 14 w 14"/>
                  <a:gd name="T7" fmla="*/ 8 h 13"/>
                  <a:gd name="T8" fmla="*/ 7 w 14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3">
                    <a:moveTo>
                      <a:pt x="7" y="0"/>
                    </a:moveTo>
                    <a:lnTo>
                      <a:pt x="0" y="4"/>
                    </a:lnTo>
                    <a:lnTo>
                      <a:pt x="7" y="13"/>
                    </a:lnTo>
                    <a:lnTo>
                      <a:pt x="14" y="8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8" name="Freeform 76">
                <a:extLst>
                  <a:ext uri="{FF2B5EF4-FFF2-40B4-BE49-F238E27FC236}">
                    <a16:creationId xmlns:a16="http://schemas.microsoft.com/office/drawing/2014/main" id="{B2C80B52-C696-402D-8FD0-8AF3983CE2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1" y="1091"/>
                <a:ext cx="14" cy="9"/>
              </a:xfrm>
              <a:custGeom>
                <a:avLst/>
                <a:gdLst>
                  <a:gd name="T0" fmla="*/ 0 w 14"/>
                  <a:gd name="T1" fmla="*/ 0 h 9"/>
                  <a:gd name="T2" fmla="*/ 0 w 14"/>
                  <a:gd name="T3" fmla="*/ 0 h 9"/>
                  <a:gd name="T4" fmla="*/ 14 w 14"/>
                  <a:gd name="T5" fmla="*/ 5 h 9"/>
                  <a:gd name="T6" fmla="*/ 7 w 14"/>
                  <a:gd name="T7" fmla="*/ 9 h 9"/>
                  <a:gd name="T8" fmla="*/ 0 w 14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9">
                    <a:moveTo>
                      <a:pt x="0" y="0"/>
                    </a:moveTo>
                    <a:lnTo>
                      <a:pt x="0" y="0"/>
                    </a:lnTo>
                    <a:lnTo>
                      <a:pt x="14" y="5"/>
                    </a:lnTo>
                    <a:lnTo>
                      <a:pt x="7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9" name="Freeform 77">
                <a:extLst>
                  <a:ext uri="{FF2B5EF4-FFF2-40B4-BE49-F238E27FC236}">
                    <a16:creationId xmlns:a16="http://schemas.microsoft.com/office/drawing/2014/main" id="{64BA6E39-8323-4551-8D59-92565D9A6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" y="1091"/>
                <a:ext cx="491" cy="288"/>
              </a:xfrm>
              <a:custGeom>
                <a:avLst/>
                <a:gdLst>
                  <a:gd name="T0" fmla="*/ 0 w 491"/>
                  <a:gd name="T1" fmla="*/ 280 h 288"/>
                  <a:gd name="T2" fmla="*/ 7 w 491"/>
                  <a:gd name="T3" fmla="*/ 288 h 288"/>
                  <a:gd name="T4" fmla="*/ 491 w 491"/>
                  <a:gd name="T5" fmla="*/ 9 h 288"/>
                  <a:gd name="T6" fmla="*/ 484 w 491"/>
                  <a:gd name="T7" fmla="*/ 0 h 288"/>
                  <a:gd name="T8" fmla="*/ 0 w 491"/>
                  <a:gd name="T9" fmla="*/ 280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1" h="288">
                    <a:moveTo>
                      <a:pt x="0" y="280"/>
                    </a:moveTo>
                    <a:lnTo>
                      <a:pt x="7" y="288"/>
                    </a:lnTo>
                    <a:lnTo>
                      <a:pt x="491" y="9"/>
                    </a:lnTo>
                    <a:lnTo>
                      <a:pt x="484" y="0"/>
                    </a:lnTo>
                    <a:lnTo>
                      <a:pt x="0" y="28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0" name="Rectangle 78">
                <a:extLst>
                  <a:ext uri="{FF2B5EF4-FFF2-40B4-BE49-F238E27FC236}">
                    <a16:creationId xmlns:a16="http://schemas.microsoft.com/office/drawing/2014/main" id="{7B16ACFD-E918-4983-9DBE-919C12A724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1091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1" name="Rectangle 79">
                <a:extLst>
                  <a:ext uri="{FF2B5EF4-FFF2-40B4-BE49-F238E27FC236}">
                    <a16:creationId xmlns:a16="http://schemas.microsoft.com/office/drawing/2014/main" id="{268BA15D-B5CD-4080-9459-86260D75EA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1392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2" name="Rectangle 80">
                <a:extLst>
                  <a:ext uri="{FF2B5EF4-FFF2-40B4-BE49-F238E27FC236}">
                    <a16:creationId xmlns:a16="http://schemas.microsoft.com/office/drawing/2014/main" id="{6D4E17B1-98DD-4D52-B2F8-6D62A27092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4" y="1096"/>
                <a:ext cx="14" cy="29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3" name="Oval 81">
                <a:extLst>
                  <a:ext uri="{FF2B5EF4-FFF2-40B4-BE49-F238E27FC236}">
                    <a16:creationId xmlns:a16="http://schemas.microsoft.com/office/drawing/2014/main" id="{D533A22D-6644-4C7A-B7B3-0B74CFFD23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1048"/>
                <a:ext cx="160" cy="10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4" name="Oval 82">
                <a:extLst>
                  <a:ext uri="{FF2B5EF4-FFF2-40B4-BE49-F238E27FC236}">
                    <a16:creationId xmlns:a16="http://schemas.microsoft.com/office/drawing/2014/main" id="{4D2F5B13-5BCB-4C4E-9539-36708DCD4A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6" y="1050"/>
                <a:ext cx="158" cy="100"/>
              </a:xfrm>
              <a:prstGeom prst="ellipse">
                <a:avLst/>
              </a:prstGeom>
              <a:noFill/>
              <a:ln w="22225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5" name="Oval 83">
                <a:extLst>
                  <a:ext uri="{FF2B5EF4-FFF2-40B4-BE49-F238E27FC236}">
                    <a16:creationId xmlns:a16="http://schemas.microsoft.com/office/drawing/2014/main" id="{58D091B1-7E19-49A5-BBFB-778165806A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0" y="1043"/>
                <a:ext cx="166" cy="10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6" name="Oval 84">
                <a:extLst>
                  <a:ext uri="{FF2B5EF4-FFF2-40B4-BE49-F238E27FC236}">
                    <a16:creationId xmlns:a16="http://schemas.microsoft.com/office/drawing/2014/main" id="{FB8B4B28-5B6E-41F1-8E42-E0C466A51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0" y="1046"/>
                <a:ext cx="166" cy="1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7" name="Oval 85">
                <a:extLst>
                  <a:ext uri="{FF2B5EF4-FFF2-40B4-BE49-F238E27FC236}">
                    <a16:creationId xmlns:a16="http://schemas.microsoft.com/office/drawing/2014/main" id="{890EBD2A-FFFA-4292-9B6A-27E2150CE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4" y="1043"/>
                <a:ext cx="166" cy="10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8" name="Oval 86">
                <a:extLst>
                  <a:ext uri="{FF2B5EF4-FFF2-40B4-BE49-F238E27FC236}">
                    <a16:creationId xmlns:a16="http://schemas.microsoft.com/office/drawing/2014/main" id="{8D04C074-B22F-47EF-8E37-8F4A5C916A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4" y="1046"/>
                <a:ext cx="166" cy="1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9" name="Oval 87">
                <a:extLst>
                  <a:ext uri="{FF2B5EF4-FFF2-40B4-BE49-F238E27FC236}">
                    <a16:creationId xmlns:a16="http://schemas.microsoft.com/office/drawing/2014/main" id="{F60234EA-4EEE-4AFA-9BB5-5E99F9CDE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" y="1043"/>
                <a:ext cx="166" cy="10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0" name="Oval 88">
                <a:extLst>
                  <a:ext uri="{FF2B5EF4-FFF2-40B4-BE49-F238E27FC236}">
                    <a16:creationId xmlns:a16="http://schemas.microsoft.com/office/drawing/2014/main" id="{48A390E4-621C-4FAE-A1EB-32AABF5567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" y="1046"/>
                <a:ext cx="166" cy="1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1" name="Oval 89">
                <a:extLst>
                  <a:ext uri="{FF2B5EF4-FFF2-40B4-BE49-F238E27FC236}">
                    <a16:creationId xmlns:a16="http://schemas.microsoft.com/office/drawing/2014/main" id="{54DB4022-94DB-497E-9DFF-A07D860536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1323"/>
                <a:ext cx="160" cy="10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2" name="Oval 90">
                <a:extLst>
                  <a:ext uri="{FF2B5EF4-FFF2-40B4-BE49-F238E27FC236}">
                    <a16:creationId xmlns:a16="http://schemas.microsoft.com/office/drawing/2014/main" id="{F4E52B03-D072-41E0-81D1-1A0974C22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6" y="1325"/>
                <a:ext cx="158" cy="1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3" name="Oval 91">
                <a:extLst>
                  <a:ext uri="{FF2B5EF4-FFF2-40B4-BE49-F238E27FC236}">
                    <a16:creationId xmlns:a16="http://schemas.microsoft.com/office/drawing/2014/main" id="{FE80B2DB-920D-454A-88A7-0228024191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0" y="1323"/>
                <a:ext cx="166" cy="10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4" name="Oval 92">
                <a:extLst>
                  <a:ext uri="{FF2B5EF4-FFF2-40B4-BE49-F238E27FC236}">
                    <a16:creationId xmlns:a16="http://schemas.microsoft.com/office/drawing/2014/main" id="{1876AECF-6EEB-45B0-9AFC-657121EA6E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0" y="1325"/>
                <a:ext cx="166" cy="100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5" name="Oval 93">
                <a:extLst>
                  <a:ext uri="{FF2B5EF4-FFF2-40B4-BE49-F238E27FC236}">
                    <a16:creationId xmlns:a16="http://schemas.microsoft.com/office/drawing/2014/main" id="{6817869B-CC32-42B5-86DB-8A4C04BB8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4" y="1323"/>
                <a:ext cx="166" cy="10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6" name="Oval 94">
                <a:extLst>
                  <a:ext uri="{FF2B5EF4-FFF2-40B4-BE49-F238E27FC236}">
                    <a16:creationId xmlns:a16="http://schemas.microsoft.com/office/drawing/2014/main" id="{E19A1484-5F77-4CDA-BF52-E8ACE1F0DA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4" y="1325"/>
                <a:ext cx="166" cy="100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7" name="Oval 95">
                <a:extLst>
                  <a:ext uri="{FF2B5EF4-FFF2-40B4-BE49-F238E27FC236}">
                    <a16:creationId xmlns:a16="http://schemas.microsoft.com/office/drawing/2014/main" id="{23E37716-767E-4952-AE33-CF2F59A07C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" y="1323"/>
                <a:ext cx="166" cy="10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8" name="Oval 96">
                <a:extLst>
                  <a:ext uri="{FF2B5EF4-FFF2-40B4-BE49-F238E27FC236}">
                    <a16:creationId xmlns:a16="http://schemas.microsoft.com/office/drawing/2014/main" id="{A587F894-C1D6-4DBD-B1A7-CFA716D222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" y="1325"/>
                <a:ext cx="166" cy="100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79" name="Oval 97">
                <a:extLst>
                  <a:ext uri="{FF2B5EF4-FFF2-40B4-BE49-F238E27FC236}">
                    <a16:creationId xmlns:a16="http://schemas.microsoft.com/office/drawing/2014/main" id="{4D17213D-ED11-49D6-B766-7B85C73C6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1615"/>
                <a:ext cx="160" cy="10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0" name="Oval 98">
                <a:extLst>
                  <a:ext uri="{FF2B5EF4-FFF2-40B4-BE49-F238E27FC236}">
                    <a16:creationId xmlns:a16="http://schemas.microsoft.com/office/drawing/2014/main" id="{2FFBAA95-A40C-4D98-806F-D3715A5B19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6" y="1617"/>
                <a:ext cx="158" cy="100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1" name="Oval 99">
                <a:extLst>
                  <a:ext uri="{FF2B5EF4-FFF2-40B4-BE49-F238E27FC236}">
                    <a16:creationId xmlns:a16="http://schemas.microsoft.com/office/drawing/2014/main" id="{15DEEC7E-B020-47C5-B26B-B0EDC53CE0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0" y="1610"/>
                <a:ext cx="166" cy="1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2" name="Oval 100">
                <a:extLst>
                  <a:ext uri="{FF2B5EF4-FFF2-40B4-BE49-F238E27FC236}">
                    <a16:creationId xmlns:a16="http://schemas.microsoft.com/office/drawing/2014/main" id="{33CF78D4-5E4D-4332-A6E0-F25EB69575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0" y="1613"/>
                <a:ext cx="166" cy="1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3" name="Oval 101">
                <a:extLst>
                  <a:ext uri="{FF2B5EF4-FFF2-40B4-BE49-F238E27FC236}">
                    <a16:creationId xmlns:a16="http://schemas.microsoft.com/office/drawing/2014/main" id="{CB688E09-E12E-48B3-A9C1-6D464276B0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4" y="1610"/>
                <a:ext cx="166" cy="1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4" name="Oval 102">
                <a:extLst>
                  <a:ext uri="{FF2B5EF4-FFF2-40B4-BE49-F238E27FC236}">
                    <a16:creationId xmlns:a16="http://schemas.microsoft.com/office/drawing/2014/main" id="{AE5FA978-EEC4-4F7E-81BF-AC1F23C7BA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4" y="1613"/>
                <a:ext cx="166" cy="1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5" name="Oval 103">
                <a:extLst>
                  <a:ext uri="{FF2B5EF4-FFF2-40B4-BE49-F238E27FC236}">
                    <a16:creationId xmlns:a16="http://schemas.microsoft.com/office/drawing/2014/main" id="{63F9D2AB-DA7D-42C1-9640-B54B5E3CC7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" y="1610"/>
                <a:ext cx="166" cy="1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6" name="Oval 104">
                <a:extLst>
                  <a:ext uri="{FF2B5EF4-FFF2-40B4-BE49-F238E27FC236}">
                    <a16:creationId xmlns:a16="http://schemas.microsoft.com/office/drawing/2014/main" id="{036B7528-419D-4C72-8561-E2A4EF369D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" y="1613"/>
                <a:ext cx="166" cy="1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7" name="Oval 105">
                <a:extLst>
                  <a:ext uri="{FF2B5EF4-FFF2-40B4-BE49-F238E27FC236}">
                    <a16:creationId xmlns:a16="http://schemas.microsoft.com/office/drawing/2014/main" id="{24CAF5C2-C3BF-44E4-8C8A-042186746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5" y="1877"/>
                <a:ext cx="166" cy="104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8" name="Oval 106">
                <a:extLst>
                  <a:ext uri="{FF2B5EF4-FFF2-40B4-BE49-F238E27FC236}">
                    <a16:creationId xmlns:a16="http://schemas.microsoft.com/office/drawing/2014/main" id="{0C795996-FE36-4D8E-BB0A-54B9F5EF76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6" y="1879"/>
                <a:ext cx="165" cy="100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89" name="Oval 107">
                <a:extLst>
                  <a:ext uri="{FF2B5EF4-FFF2-40B4-BE49-F238E27FC236}">
                    <a16:creationId xmlns:a16="http://schemas.microsoft.com/office/drawing/2014/main" id="{3F8F862E-A7F1-432B-AF05-DF576D0D67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0" y="1872"/>
                <a:ext cx="166" cy="10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0" name="Oval 108">
                <a:extLst>
                  <a:ext uri="{FF2B5EF4-FFF2-40B4-BE49-F238E27FC236}">
                    <a16:creationId xmlns:a16="http://schemas.microsoft.com/office/drawing/2014/main" id="{F06B5471-8E6D-47D6-A3E6-1296361B2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0" y="1875"/>
                <a:ext cx="166" cy="1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1" name="Oval 109">
                <a:extLst>
                  <a:ext uri="{FF2B5EF4-FFF2-40B4-BE49-F238E27FC236}">
                    <a16:creationId xmlns:a16="http://schemas.microsoft.com/office/drawing/2014/main" id="{DDAB203D-E743-49AE-8942-E061DD9321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1" y="1872"/>
                <a:ext cx="166" cy="10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2" name="Oval 110">
                <a:extLst>
                  <a:ext uri="{FF2B5EF4-FFF2-40B4-BE49-F238E27FC236}">
                    <a16:creationId xmlns:a16="http://schemas.microsoft.com/office/drawing/2014/main" id="{BD56B9E4-63C2-4949-859D-B2E40F3CD3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1" y="1875"/>
                <a:ext cx="166" cy="1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3" name="Oval 111">
                <a:extLst>
                  <a:ext uri="{FF2B5EF4-FFF2-40B4-BE49-F238E27FC236}">
                    <a16:creationId xmlns:a16="http://schemas.microsoft.com/office/drawing/2014/main" id="{6CC4A16B-BF09-4AAA-817E-434F0F885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" y="1872"/>
                <a:ext cx="166" cy="10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4" name="Oval 112">
                <a:extLst>
                  <a:ext uri="{FF2B5EF4-FFF2-40B4-BE49-F238E27FC236}">
                    <a16:creationId xmlns:a16="http://schemas.microsoft.com/office/drawing/2014/main" id="{8DA64DCA-6E43-485E-A4AC-07E9096648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" y="1875"/>
                <a:ext cx="166" cy="104"/>
              </a:xfrm>
              <a:prstGeom prst="ellipse">
                <a:avLst/>
              </a:prstGeom>
              <a:noFill/>
              <a:ln w="22225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95" name="Rectangle 113">
                <a:extLst>
                  <a:ext uri="{FF2B5EF4-FFF2-40B4-BE49-F238E27FC236}">
                    <a16:creationId xmlns:a16="http://schemas.microsoft.com/office/drawing/2014/main" id="{2FE5927A-FDE9-42CA-896F-766318BB60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" y="1894"/>
                <a:ext cx="152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" panose="02020603050405020304" pitchFamily="18" charset="0"/>
                  </a:rPr>
                  <a:t>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6" name="Rectangle 114">
                <a:extLst>
                  <a:ext uri="{FF2B5EF4-FFF2-40B4-BE49-F238E27FC236}">
                    <a16:creationId xmlns:a16="http://schemas.microsoft.com/office/drawing/2014/main" id="{32D240DA-19EF-4FA5-BF00-C4ADAE386B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8" y="1894"/>
                <a:ext cx="131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" panose="02020603050405020304" pitchFamily="18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7" name="Rectangle 115">
                <a:extLst>
                  <a:ext uri="{FF2B5EF4-FFF2-40B4-BE49-F238E27FC236}">
                    <a16:creationId xmlns:a16="http://schemas.microsoft.com/office/drawing/2014/main" id="{0346CED0-59B4-4DA8-957D-6F02A6EF57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2" y="1894"/>
                <a:ext cx="131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" panose="02020603050405020304" pitchFamily="18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8" name="Rectangle 116">
                <a:extLst>
                  <a:ext uri="{FF2B5EF4-FFF2-40B4-BE49-F238E27FC236}">
                    <a16:creationId xmlns:a16="http://schemas.microsoft.com/office/drawing/2014/main" id="{73A554FF-85DF-4C21-BB60-7CA0B2A564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0" y="1894"/>
                <a:ext cx="118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" panose="02020603050405020304" pitchFamily="18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9" name="Rectangle 117">
                <a:extLst>
                  <a:ext uri="{FF2B5EF4-FFF2-40B4-BE49-F238E27FC236}">
                    <a16:creationId xmlns:a16="http://schemas.microsoft.com/office/drawing/2014/main" id="{9E725CDC-43EC-4FAD-AB90-D22F62756D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" y="1633"/>
                <a:ext cx="83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" panose="02020603050405020304" pitchFamily="18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0" name="Rectangle 118">
                <a:extLst>
                  <a:ext uri="{FF2B5EF4-FFF2-40B4-BE49-F238E27FC236}">
                    <a16:creationId xmlns:a16="http://schemas.microsoft.com/office/drawing/2014/main" id="{F595717A-6083-4CB4-99C6-2FD1455B6B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2" y="1633"/>
                <a:ext cx="97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" panose="02020603050405020304" pitchFamily="18" charset="0"/>
                  </a:rPr>
                  <a:t>J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1" name="Rectangle 119">
                <a:extLst>
                  <a:ext uri="{FF2B5EF4-FFF2-40B4-BE49-F238E27FC236}">
                    <a16:creationId xmlns:a16="http://schemas.microsoft.com/office/drawing/2014/main" id="{49C8AAC8-BC0F-4039-8F76-AC0D8513D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2" y="1633"/>
                <a:ext cx="131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" panose="02020603050405020304" pitchFamily="18" charset="0"/>
                  </a:rPr>
                  <a:t>K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2" name="Rectangle 120">
                <a:extLst>
                  <a:ext uri="{FF2B5EF4-FFF2-40B4-BE49-F238E27FC236}">
                    <a16:creationId xmlns:a16="http://schemas.microsoft.com/office/drawing/2014/main" id="{77DED130-D5FE-4D76-A0BE-95E861C788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3" y="1633"/>
                <a:ext cx="118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" panose="02020603050405020304" pitchFamily="18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3" name="Rectangle 121">
                <a:extLst>
                  <a:ext uri="{FF2B5EF4-FFF2-40B4-BE49-F238E27FC236}">
                    <a16:creationId xmlns:a16="http://schemas.microsoft.com/office/drawing/2014/main" id="{91F25626-880E-43AF-A8FA-D9DBAAF53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4" y="1345"/>
                <a:ext cx="118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" panose="02020603050405020304" pitchFamily="18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4" name="Rectangle 122">
                <a:extLst>
                  <a:ext uri="{FF2B5EF4-FFF2-40B4-BE49-F238E27FC236}">
                    <a16:creationId xmlns:a16="http://schemas.microsoft.com/office/drawing/2014/main" id="{8D55EE6E-1577-4CBD-BA47-65E5B26463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5" y="1340"/>
                <a:ext cx="111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" panose="02020603050405020304" pitchFamily="18" charset="0"/>
                  </a:rPr>
                  <a:t>F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5" name="Rectangle 123">
                <a:extLst>
                  <a:ext uri="{FF2B5EF4-FFF2-40B4-BE49-F238E27FC236}">
                    <a16:creationId xmlns:a16="http://schemas.microsoft.com/office/drawing/2014/main" id="{E327E2BA-A060-4551-A429-F0E6A522F4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2" y="1340"/>
                <a:ext cx="131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" panose="02020603050405020304" pitchFamily="18" charset="0"/>
                  </a:rPr>
                  <a:t>G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6" name="Rectangle 124">
                <a:extLst>
                  <a:ext uri="{FF2B5EF4-FFF2-40B4-BE49-F238E27FC236}">
                    <a16:creationId xmlns:a16="http://schemas.microsoft.com/office/drawing/2014/main" id="{86C91B1D-78CE-437B-AA26-697B7CCE55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6" y="1340"/>
                <a:ext cx="131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" panose="02020603050405020304" pitchFamily="18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7" name="Rectangle 125">
                <a:extLst>
                  <a:ext uri="{FF2B5EF4-FFF2-40B4-BE49-F238E27FC236}">
                    <a16:creationId xmlns:a16="http://schemas.microsoft.com/office/drawing/2014/main" id="{BEB9363D-F93F-4802-A049-F6310AF193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7" y="1066"/>
                <a:ext cx="125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" panose="02020603050405020304" pitchFamily="18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8" name="Rectangle 126">
                <a:extLst>
                  <a:ext uri="{FF2B5EF4-FFF2-40B4-BE49-F238E27FC236}">
                    <a16:creationId xmlns:a16="http://schemas.microsoft.com/office/drawing/2014/main" id="{F41D26B7-F68D-4739-AD68-F81ABBFA9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8" y="1066"/>
                <a:ext cx="125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" panose="02020603050405020304" pitchFamily="18" charset="0"/>
                  </a:rPr>
                  <a:t>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9" name="Rectangle 127">
                <a:extLst>
                  <a:ext uri="{FF2B5EF4-FFF2-40B4-BE49-F238E27FC236}">
                    <a16:creationId xmlns:a16="http://schemas.microsoft.com/office/drawing/2014/main" id="{1011CB45-9BE8-4EB5-8380-145D288C66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2" y="1066"/>
                <a:ext cx="125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" panose="02020603050405020304" pitchFamily="18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0" name="Rectangle 128">
                <a:extLst>
                  <a:ext uri="{FF2B5EF4-FFF2-40B4-BE49-F238E27FC236}">
                    <a16:creationId xmlns:a16="http://schemas.microsoft.com/office/drawing/2014/main" id="{09636E53-5827-4B1D-83BC-BADD33784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6" y="1066"/>
                <a:ext cx="131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Times" panose="02020603050405020304" pitchFamily="18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1" name="Rectangle 129">
                <a:extLst>
                  <a:ext uri="{FF2B5EF4-FFF2-40B4-BE49-F238E27FC236}">
                    <a16:creationId xmlns:a16="http://schemas.microsoft.com/office/drawing/2014/main" id="{7797D364-8C40-4FB6-BC5A-64D12813F3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4" y="895"/>
                <a:ext cx="111" cy="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>
                    <a:ln>
                      <a:noFill/>
                    </a:ln>
                    <a:solidFill>
                      <a:srgbClr val="0000FF"/>
                    </a:solidFill>
                    <a:effectLst/>
                    <a:latin typeface="Times" panose="02020603050405020304" pitchFamily="18" charset="0"/>
                  </a:rPr>
                  <a:t>0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2" name="Freeform 130">
                <a:extLst>
                  <a:ext uri="{FF2B5EF4-FFF2-40B4-BE49-F238E27FC236}">
                    <a16:creationId xmlns:a16="http://schemas.microsoft.com/office/drawing/2014/main" id="{1AF5D1D6-B18A-44AF-8CE0-95DFE5759C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2" y="978"/>
                <a:ext cx="865" cy="502"/>
              </a:xfrm>
              <a:custGeom>
                <a:avLst/>
                <a:gdLst>
                  <a:gd name="T0" fmla="*/ 256 w 865"/>
                  <a:gd name="T1" fmla="*/ 310 h 502"/>
                  <a:gd name="T2" fmla="*/ 83 w 865"/>
                  <a:gd name="T3" fmla="*/ 310 h 502"/>
                  <a:gd name="T4" fmla="*/ 49 w 865"/>
                  <a:gd name="T5" fmla="*/ 323 h 502"/>
                  <a:gd name="T6" fmla="*/ 21 w 865"/>
                  <a:gd name="T7" fmla="*/ 349 h 502"/>
                  <a:gd name="T8" fmla="*/ 0 w 865"/>
                  <a:gd name="T9" fmla="*/ 397 h 502"/>
                  <a:gd name="T10" fmla="*/ 63 w 865"/>
                  <a:gd name="T11" fmla="*/ 449 h 502"/>
                  <a:gd name="T12" fmla="*/ 104 w 865"/>
                  <a:gd name="T13" fmla="*/ 480 h 502"/>
                  <a:gd name="T14" fmla="*/ 166 w 865"/>
                  <a:gd name="T15" fmla="*/ 493 h 502"/>
                  <a:gd name="T16" fmla="*/ 464 w 865"/>
                  <a:gd name="T17" fmla="*/ 502 h 502"/>
                  <a:gd name="T18" fmla="*/ 657 w 865"/>
                  <a:gd name="T19" fmla="*/ 502 h 502"/>
                  <a:gd name="T20" fmla="*/ 761 w 865"/>
                  <a:gd name="T21" fmla="*/ 493 h 502"/>
                  <a:gd name="T22" fmla="*/ 810 w 865"/>
                  <a:gd name="T23" fmla="*/ 471 h 502"/>
                  <a:gd name="T24" fmla="*/ 837 w 865"/>
                  <a:gd name="T25" fmla="*/ 427 h 502"/>
                  <a:gd name="T26" fmla="*/ 865 w 865"/>
                  <a:gd name="T27" fmla="*/ 349 h 502"/>
                  <a:gd name="T28" fmla="*/ 858 w 865"/>
                  <a:gd name="T29" fmla="*/ 209 h 502"/>
                  <a:gd name="T30" fmla="*/ 837 w 865"/>
                  <a:gd name="T31" fmla="*/ 74 h 502"/>
                  <a:gd name="T32" fmla="*/ 810 w 865"/>
                  <a:gd name="T33" fmla="*/ 48 h 502"/>
                  <a:gd name="T34" fmla="*/ 768 w 865"/>
                  <a:gd name="T35" fmla="*/ 26 h 502"/>
                  <a:gd name="T36" fmla="*/ 685 w 865"/>
                  <a:gd name="T37" fmla="*/ 0 h 502"/>
                  <a:gd name="T38" fmla="*/ 616 w 865"/>
                  <a:gd name="T39" fmla="*/ 22 h 502"/>
                  <a:gd name="T40" fmla="*/ 581 w 865"/>
                  <a:gd name="T41" fmla="*/ 44 h 502"/>
                  <a:gd name="T42" fmla="*/ 561 w 865"/>
                  <a:gd name="T43" fmla="*/ 61 h 502"/>
                  <a:gd name="T44" fmla="*/ 554 w 865"/>
                  <a:gd name="T45" fmla="*/ 153 h 502"/>
                  <a:gd name="T46" fmla="*/ 540 w 865"/>
                  <a:gd name="T47" fmla="*/ 244 h 502"/>
                  <a:gd name="T48" fmla="*/ 505 w 865"/>
                  <a:gd name="T49" fmla="*/ 283 h 502"/>
                  <a:gd name="T50" fmla="*/ 471 w 865"/>
                  <a:gd name="T51" fmla="*/ 301 h 502"/>
                  <a:gd name="T52" fmla="*/ 436 w 865"/>
                  <a:gd name="T53" fmla="*/ 310 h 502"/>
                  <a:gd name="T54" fmla="*/ 256 w 865"/>
                  <a:gd name="T55" fmla="*/ 310 h 502"/>
                  <a:gd name="T56" fmla="*/ 256 w 865"/>
                  <a:gd name="T57" fmla="*/ 310 h 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865" h="502">
                    <a:moveTo>
                      <a:pt x="256" y="310"/>
                    </a:moveTo>
                    <a:lnTo>
                      <a:pt x="83" y="310"/>
                    </a:lnTo>
                    <a:lnTo>
                      <a:pt x="49" y="323"/>
                    </a:lnTo>
                    <a:lnTo>
                      <a:pt x="21" y="349"/>
                    </a:lnTo>
                    <a:lnTo>
                      <a:pt x="0" y="397"/>
                    </a:lnTo>
                    <a:lnTo>
                      <a:pt x="63" y="449"/>
                    </a:lnTo>
                    <a:lnTo>
                      <a:pt x="104" y="480"/>
                    </a:lnTo>
                    <a:lnTo>
                      <a:pt x="166" y="493"/>
                    </a:lnTo>
                    <a:lnTo>
                      <a:pt x="464" y="502"/>
                    </a:lnTo>
                    <a:lnTo>
                      <a:pt x="657" y="502"/>
                    </a:lnTo>
                    <a:lnTo>
                      <a:pt x="761" y="493"/>
                    </a:lnTo>
                    <a:lnTo>
                      <a:pt x="810" y="471"/>
                    </a:lnTo>
                    <a:lnTo>
                      <a:pt x="837" y="427"/>
                    </a:lnTo>
                    <a:lnTo>
                      <a:pt x="865" y="349"/>
                    </a:lnTo>
                    <a:lnTo>
                      <a:pt x="858" y="209"/>
                    </a:lnTo>
                    <a:lnTo>
                      <a:pt x="837" y="74"/>
                    </a:lnTo>
                    <a:lnTo>
                      <a:pt x="810" y="48"/>
                    </a:lnTo>
                    <a:lnTo>
                      <a:pt x="768" y="26"/>
                    </a:lnTo>
                    <a:lnTo>
                      <a:pt x="685" y="0"/>
                    </a:lnTo>
                    <a:lnTo>
                      <a:pt x="616" y="22"/>
                    </a:lnTo>
                    <a:lnTo>
                      <a:pt x="581" y="44"/>
                    </a:lnTo>
                    <a:lnTo>
                      <a:pt x="561" y="61"/>
                    </a:lnTo>
                    <a:lnTo>
                      <a:pt x="554" y="153"/>
                    </a:lnTo>
                    <a:lnTo>
                      <a:pt x="540" y="244"/>
                    </a:lnTo>
                    <a:lnTo>
                      <a:pt x="505" y="283"/>
                    </a:lnTo>
                    <a:lnTo>
                      <a:pt x="471" y="301"/>
                    </a:lnTo>
                    <a:lnTo>
                      <a:pt x="436" y="310"/>
                    </a:lnTo>
                    <a:lnTo>
                      <a:pt x="256" y="310"/>
                    </a:lnTo>
                    <a:lnTo>
                      <a:pt x="256" y="310"/>
                    </a:lnTo>
                    <a:close/>
                  </a:path>
                </a:pathLst>
              </a:custGeom>
              <a:blipFill dpi="0" rotWithShape="0">
                <a:blip r:embed="rId6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3" name="Freeform 131">
                <a:extLst>
                  <a:ext uri="{FF2B5EF4-FFF2-40B4-BE49-F238E27FC236}">
                    <a16:creationId xmlns:a16="http://schemas.microsoft.com/office/drawing/2014/main" id="{A97D1DB4-C3CF-4B55-BF76-978AA661F9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6" y="978"/>
                <a:ext cx="346" cy="201"/>
              </a:xfrm>
              <a:custGeom>
                <a:avLst/>
                <a:gdLst>
                  <a:gd name="T0" fmla="*/ 235 w 346"/>
                  <a:gd name="T1" fmla="*/ 13 h 201"/>
                  <a:gd name="T2" fmla="*/ 118 w 346"/>
                  <a:gd name="T3" fmla="*/ 0 h 201"/>
                  <a:gd name="T4" fmla="*/ 83 w 346"/>
                  <a:gd name="T5" fmla="*/ 9 h 201"/>
                  <a:gd name="T6" fmla="*/ 49 w 346"/>
                  <a:gd name="T7" fmla="*/ 39 h 201"/>
                  <a:gd name="T8" fmla="*/ 0 w 346"/>
                  <a:gd name="T9" fmla="*/ 87 h 201"/>
                  <a:gd name="T10" fmla="*/ 21 w 346"/>
                  <a:gd name="T11" fmla="*/ 144 h 201"/>
                  <a:gd name="T12" fmla="*/ 42 w 346"/>
                  <a:gd name="T13" fmla="*/ 183 h 201"/>
                  <a:gd name="T14" fmla="*/ 69 w 346"/>
                  <a:gd name="T15" fmla="*/ 201 h 201"/>
                  <a:gd name="T16" fmla="*/ 180 w 346"/>
                  <a:gd name="T17" fmla="*/ 201 h 201"/>
                  <a:gd name="T18" fmla="*/ 256 w 346"/>
                  <a:gd name="T19" fmla="*/ 196 h 201"/>
                  <a:gd name="T20" fmla="*/ 291 w 346"/>
                  <a:gd name="T21" fmla="*/ 187 h 201"/>
                  <a:gd name="T22" fmla="*/ 311 w 346"/>
                  <a:gd name="T23" fmla="*/ 161 h 201"/>
                  <a:gd name="T24" fmla="*/ 332 w 346"/>
                  <a:gd name="T25" fmla="*/ 113 h 201"/>
                  <a:gd name="T26" fmla="*/ 346 w 346"/>
                  <a:gd name="T27" fmla="*/ 70 h 201"/>
                  <a:gd name="T28" fmla="*/ 339 w 346"/>
                  <a:gd name="T29" fmla="*/ 44 h 201"/>
                  <a:gd name="T30" fmla="*/ 304 w 346"/>
                  <a:gd name="T31" fmla="*/ 26 h 201"/>
                  <a:gd name="T32" fmla="*/ 235 w 346"/>
                  <a:gd name="T33" fmla="*/ 13 h 201"/>
                  <a:gd name="T34" fmla="*/ 235 w 346"/>
                  <a:gd name="T35" fmla="*/ 13 h 2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46" h="201">
                    <a:moveTo>
                      <a:pt x="235" y="13"/>
                    </a:moveTo>
                    <a:lnTo>
                      <a:pt x="118" y="0"/>
                    </a:lnTo>
                    <a:lnTo>
                      <a:pt x="83" y="9"/>
                    </a:lnTo>
                    <a:lnTo>
                      <a:pt x="49" y="39"/>
                    </a:lnTo>
                    <a:lnTo>
                      <a:pt x="0" y="87"/>
                    </a:lnTo>
                    <a:lnTo>
                      <a:pt x="21" y="144"/>
                    </a:lnTo>
                    <a:lnTo>
                      <a:pt x="42" y="183"/>
                    </a:lnTo>
                    <a:lnTo>
                      <a:pt x="69" y="201"/>
                    </a:lnTo>
                    <a:lnTo>
                      <a:pt x="180" y="201"/>
                    </a:lnTo>
                    <a:lnTo>
                      <a:pt x="256" y="196"/>
                    </a:lnTo>
                    <a:lnTo>
                      <a:pt x="291" y="187"/>
                    </a:lnTo>
                    <a:lnTo>
                      <a:pt x="311" y="161"/>
                    </a:lnTo>
                    <a:lnTo>
                      <a:pt x="332" y="113"/>
                    </a:lnTo>
                    <a:lnTo>
                      <a:pt x="346" y="70"/>
                    </a:lnTo>
                    <a:lnTo>
                      <a:pt x="339" y="44"/>
                    </a:lnTo>
                    <a:lnTo>
                      <a:pt x="304" y="26"/>
                    </a:lnTo>
                    <a:lnTo>
                      <a:pt x="235" y="13"/>
                    </a:lnTo>
                    <a:lnTo>
                      <a:pt x="235" y="13"/>
                    </a:lnTo>
                    <a:close/>
                  </a:path>
                </a:pathLst>
              </a:custGeom>
              <a:blipFill dpi="0" rotWithShape="0">
                <a:blip r:embed="rId6"/>
                <a:srcRect/>
                <a:tile tx="0" ty="0" sx="100000" sy="100000" flip="none" algn="tl"/>
              </a:blip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4" name="Rectangle 132">
                <a:extLst>
                  <a:ext uri="{FF2B5EF4-FFF2-40B4-BE49-F238E27FC236}">
                    <a16:creationId xmlns:a16="http://schemas.microsoft.com/office/drawing/2014/main" id="{4B5CC2FA-31EE-454B-B983-D89D58EBB5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0" y="1083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5" name="Rectangle 133">
                <a:extLst>
                  <a:ext uri="{FF2B5EF4-FFF2-40B4-BE49-F238E27FC236}">
                    <a16:creationId xmlns:a16="http://schemas.microsoft.com/office/drawing/2014/main" id="{1FD15B0C-F75F-47B9-B2A6-A3FED4C56E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0" y="1366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6" name="Rectangle 134">
                <a:extLst>
                  <a:ext uri="{FF2B5EF4-FFF2-40B4-BE49-F238E27FC236}">
                    <a16:creationId xmlns:a16="http://schemas.microsoft.com/office/drawing/2014/main" id="{693D3844-59D6-42D3-AE16-6B18B4B07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0" y="1087"/>
                <a:ext cx="14" cy="27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7" name="Rectangle 135">
                <a:extLst>
                  <a:ext uri="{FF2B5EF4-FFF2-40B4-BE49-F238E27FC236}">
                    <a16:creationId xmlns:a16="http://schemas.microsoft.com/office/drawing/2014/main" id="{575286B8-2304-4A83-B478-0FBC7D6D3B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2" y="1083"/>
                <a:ext cx="7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8" name="Rectangle 136">
                <a:extLst>
                  <a:ext uri="{FF2B5EF4-FFF2-40B4-BE49-F238E27FC236}">
                    <a16:creationId xmlns:a16="http://schemas.microsoft.com/office/drawing/2014/main" id="{1D89039F-9877-4DA7-AD69-05F4A83EF8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0" y="1083"/>
                <a:ext cx="7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19" name="Rectangle 137">
                <a:extLst>
                  <a:ext uri="{FF2B5EF4-FFF2-40B4-BE49-F238E27FC236}">
                    <a16:creationId xmlns:a16="http://schemas.microsoft.com/office/drawing/2014/main" id="{6522C83B-4FCE-404D-98B8-6C57F75CC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9" y="1083"/>
                <a:ext cx="491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0" name="Freeform 138">
                <a:extLst>
                  <a:ext uri="{FF2B5EF4-FFF2-40B4-BE49-F238E27FC236}">
                    <a16:creationId xmlns:a16="http://schemas.microsoft.com/office/drawing/2014/main" id="{5643B917-DF9F-4EA8-93EE-01FAFD329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8" y="1362"/>
                <a:ext cx="14" cy="9"/>
              </a:xfrm>
              <a:custGeom>
                <a:avLst/>
                <a:gdLst>
                  <a:gd name="T0" fmla="*/ 7 w 14"/>
                  <a:gd name="T1" fmla="*/ 9 h 9"/>
                  <a:gd name="T2" fmla="*/ 14 w 14"/>
                  <a:gd name="T3" fmla="*/ 4 h 9"/>
                  <a:gd name="T4" fmla="*/ 0 w 14"/>
                  <a:gd name="T5" fmla="*/ 0 h 9"/>
                  <a:gd name="T6" fmla="*/ 0 w 14"/>
                  <a:gd name="T7" fmla="*/ 0 h 9"/>
                  <a:gd name="T8" fmla="*/ 7 w 14"/>
                  <a:gd name="T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9">
                    <a:moveTo>
                      <a:pt x="7" y="9"/>
                    </a:moveTo>
                    <a:lnTo>
                      <a:pt x="14" y="4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7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1" name="Freeform 139">
                <a:extLst>
                  <a:ext uri="{FF2B5EF4-FFF2-40B4-BE49-F238E27FC236}">
                    <a16:creationId xmlns:a16="http://schemas.microsoft.com/office/drawing/2014/main" id="{1AF65678-03D2-4A65-B675-960797ADD4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0" y="1663"/>
                <a:ext cx="14" cy="13"/>
              </a:xfrm>
              <a:custGeom>
                <a:avLst/>
                <a:gdLst>
                  <a:gd name="T0" fmla="*/ 14 w 14"/>
                  <a:gd name="T1" fmla="*/ 9 h 13"/>
                  <a:gd name="T2" fmla="*/ 7 w 14"/>
                  <a:gd name="T3" fmla="*/ 13 h 13"/>
                  <a:gd name="T4" fmla="*/ 0 w 14"/>
                  <a:gd name="T5" fmla="*/ 4 h 13"/>
                  <a:gd name="T6" fmla="*/ 7 w 14"/>
                  <a:gd name="T7" fmla="*/ 0 h 13"/>
                  <a:gd name="T8" fmla="*/ 14 w 14"/>
                  <a:gd name="T9" fmla="*/ 9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3">
                    <a:moveTo>
                      <a:pt x="14" y="9"/>
                    </a:moveTo>
                    <a:lnTo>
                      <a:pt x="7" y="13"/>
                    </a:lnTo>
                    <a:lnTo>
                      <a:pt x="0" y="4"/>
                    </a:lnTo>
                    <a:lnTo>
                      <a:pt x="7" y="0"/>
                    </a:lnTo>
                    <a:lnTo>
                      <a:pt x="14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2" name="Freeform 140">
                <a:extLst>
                  <a:ext uri="{FF2B5EF4-FFF2-40B4-BE49-F238E27FC236}">
                    <a16:creationId xmlns:a16="http://schemas.microsoft.com/office/drawing/2014/main" id="{56373474-1BCB-45AC-8A0E-A8DD5A782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1362"/>
                <a:ext cx="498" cy="310"/>
              </a:xfrm>
              <a:custGeom>
                <a:avLst/>
                <a:gdLst>
                  <a:gd name="T0" fmla="*/ 498 w 498"/>
                  <a:gd name="T1" fmla="*/ 9 h 310"/>
                  <a:gd name="T2" fmla="*/ 491 w 498"/>
                  <a:gd name="T3" fmla="*/ 0 h 310"/>
                  <a:gd name="T4" fmla="*/ 0 w 498"/>
                  <a:gd name="T5" fmla="*/ 301 h 310"/>
                  <a:gd name="T6" fmla="*/ 7 w 498"/>
                  <a:gd name="T7" fmla="*/ 310 h 310"/>
                  <a:gd name="T8" fmla="*/ 498 w 498"/>
                  <a:gd name="T9" fmla="*/ 9 h 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8" h="310">
                    <a:moveTo>
                      <a:pt x="498" y="9"/>
                    </a:moveTo>
                    <a:lnTo>
                      <a:pt x="491" y="0"/>
                    </a:lnTo>
                    <a:lnTo>
                      <a:pt x="0" y="301"/>
                    </a:lnTo>
                    <a:lnTo>
                      <a:pt x="7" y="310"/>
                    </a:lnTo>
                    <a:lnTo>
                      <a:pt x="498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3" name="Rectangle 141">
                <a:extLst>
                  <a:ext uri="{FF2B5EF4-FFF2-40B4-BE49-F238E27FC236}">
                    <a16:creationId xmlns:a16="http://schemas.microsoft.com/office/drawing/2014/main" id="{7CE9C840-665A-4E59-8A31-16C2DFDDAD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1" y="1658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4" name="Rectangle 142">
                <a:extLst>
                  <a:ext uri="{FF2B5EF4-FFF2-40B4-BE49-F238E27FC236}">
                    <a16:creationId xmlns:a16="http://schemas.microsoft.com/office/drawing/2014/main" id="{8C97D682-6110-4A5C-B502-95EFE3B70B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1" y="1362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5" name="Rectangle 143">
                <a:extLst>
                  <a:ext uri="{FF2B5EF4-FFF2-40B4-BE49-F238E27FC236}">
                    <a16:creationId xmlns:a16="http://schemas.microsoft.com/office/drawing/2014/main" id="{2655744A-AF24-400D-9434-CB3FEF453C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1" y="1366"/>
                <a:ext cx="14" cy="29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6" name="Rectangle 144">
                <a:extLst>
                  <a:ext uri="{FF2B5EF4-FFF2-40B4-BE49-F238E27FC236}">
                    <a16:creationId xmlns:a16="http://schemas.microsoft.com/office/drawing/2014/main" id="{585D6771-B4CF-4781-AACB-38A9400B20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1" y="1920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7" name="Rectangle 145">
                <a:extLst>
                  <a:ext uri="{FF2B5EF4-FFF2-40B4-BE49-F238E27FC236}">
                    <a16:creationId xmlns:a16="http://schemas.microsoft.com/office/drawing/2014/main" id="{D77EC3CD-3789-4993-85F8-AEB15B29BD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6" y="1920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8" name="Rectangle 146">
                <a:extLst>
                  <a:ext uri="{FF2B5EF4-FFF2-40B4-BE49-F238E27FC236}">
                    <a16:creationId xmlns:a16="http://schemas.microsoft.com/office/drawing/2014/main" id="{C745DADB-0156-4F4B-B43A-5707FF10C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8" y="1920"/>
                <a:ext cx="49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29" name="Freeform 147">
                <a:extLst>
                  <a:ext uri="{FF2B5EF4-FFF2-40B4-BE49-F238E27FC236}">
                    <a16:creationId xmlns:a16="http://schemas.microsoft.com/office/drawing/2014/main" id="{B43C69E5-3B3A-4AF7-8A5C-57CB7300B4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9" y="1654"/>
                <a:ext cx="14" cy="13"/>
              </a:xfrm>
              <a:custGeom>
                <a:avLst/>
                <a:gdLst>
                  <a:gd name="T0" fmla="*/ 0 w 14"/>
                  <a:gd name="T1" fmla="*/ 9 h 13"/>
                  <a:gd name="T2" fmla="*/ 0 w 14"/>
                  <a:gd name="T3" fmla="*/ 13 h 13"/>
                  <a:gd name="T4" fmla="*/ 14 w 14"/>
                  <a:gd name="T5" fmla="*/ 4 h 13"/>
                  <a:gd name="T6" fmla="*/ 7 w 14"/>
                  <a:gd name="T7" fmla="*/ 0 h 13"/>
                  <a:gd name="T8" fmla="*/ 0 w 14"/>
                  <a:gd name="T9" fmla="*/ 9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3">
                    <a:moveTo>
                      <a:pt x="0" y="9"/>
                    </a:moveTo>
                    <a:lnTo>
                      <a:pt x="0" y="13"/>
                    </a:lnTo>
                    <a:lnTo>
                      <a:pt x="14" y="4"/>
                    </a:lnTo>
                    <a:lnTo>
                      <a:pt x="7" y="0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0" name="Freeform 148">
                <a:extLst>
                  <a:ext uri="{FF2B5EF4-FFF2-40B4-BE49-F238E27FC236}">
                    <a16:creationId xmlns:a16="http://schemas.microsoft.com/office/drawing/2014/main" id="{9004665A-84EE-4222-B4DD-4F50266E75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1" y="1362"/>
                <a:ext cx="14" cy="9"/>
              </a:xfrm>
              <a:custGeom>
                <a:avLst/>
                <a:gdLst>
                  <a:gd name="T0" fmla="*/ 7 w 14"/>
                  <a:gd name="T1" fmla="*/ 9 h 9"/>
                  <a:gd name="T2" fmla="*/ 0 w 14"/>
                  <a:gd name="T3" fmla="*/ 4 h 9"/>
                  <a:gd name="T4" fmla="*/ 7 w 14"/>
                  <a:gd name="T5" fmla="*/ 0 h 9"/>
                  <a:gd name="T6" fmla="*/ 14 w 14"/>
                  <a:gd name="T7" fmla="*/ 0 h 9"/>
                  <a:gd name="T8" fmla="*/ 7 w 14"/>
                  <a:gd name="T9" fmla="*/ 9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9">
                    <a:moveTo>
                      <a:pt x="7" y="9"/>
                    </a:moveTo>
                    <a:lnTo>
                      <a:pt x="0" y="4"/>
                    </a:lnTo>
                    <a:lnTo>
                      <a:pt x="7" y="0"/>
                    </a:lnTo>
                    <a:lnTo>
                      <a:pt x="14" y="0"/>
                    </a:lnTo>
                    <a:lnTo>
                      <a:pt x="7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1" name="Freeform 149">
                <a:extLst>
                  <a:ext uri="{FF2B5EF4-FFF2-40B4-BE49-F238E27FC236}">
                    <a16:creationId xmlns:a16="http://schemas.microsoft.com/office/drawing/2014/main" id="{71050B7A-1C93-4E6E-BB90-3355A722D6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8" y="1362"/>
                <a:ext cx="498" cy="301"/>
              </a:xfrm>
              <a:custGeom>
                <a:avLst/>
                <a:gdLst>
                  <a:gd name="T0" fmla="*/ 491 w 498"/>
                  <a:gd name="T1" fmla="*/ 301 h 301"/>
                  <a:gd name="T2" fmla="*/ 498 w 498"/>
                  <a:gd name="T3" fmla="*/ 292 h 301"/>
                  <a:gd name="T4" fmla="*/ 7 w 498"/>
                  <a:gd name="T5" fmla="*/ 0 h 301"/>
                  <a:gd name="T6" fmla="*/ 0 w 498"/>
                  <a:gd name="T7" fmla="*/ 9 h 301"/>
                  <a:gd name="T8" fmla="*/ 491 w 498"/>
                  <a:gd name="T9" fmla="*/ 301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8" h="301">
                    <a:moveTo>
                      <a:pt x="491" y="301"/>
                    </a:moveTo>
                    <a:lnTo>
                      <a:pt x="498" y="292"/>
                    </a:lnTo>
                    <a:lnTo>
                      <a:pt x="7" y="0"/>
                    </a:lnTo>
                    <a:lnTo>
                      <a:pt x="0" y="9"/>
                    </a:lnTo>
                    <a:lnTo>
                      <a:pt x="491" y="30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2" name="Rectangle 150">
                <a:extLst>
                  <a:ext uri="{FF2B5EF4-FFF2-40B4-BE49-F238E27FC236}">
                    <a16:creationId xmlns:a16="http://schemas.microsoft.com/office/drawing/2014/main" id="{51A7F6BA-E8A8-43D6-8EA3-F147CDC67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2" y="1384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3" name="Rectangle 151">
                <a:extLst>
                  <a:ext uri="{FF2B5EF4-FFF2-40B4-BE49-F238E27FC236}">
                    <a16:creationId xmlns:a16="http://schemas.microsoft.com/office/drawing/2014/main" id="{B39B65E7-81FC-4624-8E5C-701E3864B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2" y="1658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4" name="Rectangle 152">
                <a:extLst>
                  <a:ext uri="{FF2B5EF4-FFF2-40B4-BE49-F238E27FC236}">
                    <a16:creationId xmlns:a16="http://schemas.microsoft.com/office/drawing/2014/main" id="{3859B3F4-DD53-4EA6-AACB-9A91BDA50E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2" y="1388"/>
                <a:ext cx="14" cy="27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5" name="Rectangle 153">
                <a:extLst>
                  <a:ext uri="{FF2B5EF4-FFF2-40B4-BE49-F238E27FC236}">
                    <a16:creationId xmlns:a16="http://schemas.microsoft.com/office/drawing/2014/main" id="{45071848-9CF4-4B36-8962-D05887004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2" y="1362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6" name="Rectangle 154">
                <a:extLst>
                  <a:ext uri="{FF2B5EF4-FFF2-40B4-BE49-F238E27FC236}">
                    <a16:creationId xmlns:a16="http://schemas.microsoft.com/office/drawing/2014/main" id="{9713E763-3435-478F-B285-09F5787F75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7" y="1357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7" name="Freeform 155">
                <a:extLst>
                  <a:ext uri="{FF2B5EF4-FFF2-40B4-BE49-F238E27FC236}">
                    <a16:creationId xmlns:a16="http://schemas.microsoft.com/office/drawing/2014/main" id="{38481803-F97D-44DB-99AD-EEFE9A71DE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9" y="1357"/>
                <a:ext cx="498" cy="14"/>
              </a:xfrm>
              <a:custGeom>
                <a:avLst/>
                <a:gdLst>
                  <a:gd name="T0" fmla="*/ 0 w 498"/>
                  <a:gd name="T1" fmla="*/ 5 h 14"/>
                  <a:gd name="T2" fmla="*/ 0 w 498"/>
                  <a:gd name="T3" fmla="*/ 14 h 14"/>
                  <a:gd name="T4" fmla="*/ 498 w 498"/>
                  <a:gd name="T5" fmla="*/ 9 h 14"/>
                  <a:gd name="T6" fmla="*/ 498 w 498"/>
                  <a:gd name="T7" fmla="*/ 0 h 14"/>
                  <a:gd name="T8" fmla="*/ 0 w 498"/>
                  <a:gd name="T9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8" h="14">
                    <a:moveTo>
                      <a:pt x="0" y="5"/>
                    </a:moveTo>
                    <a:lnTo>
                      <a:pt x="0" y="14"/>
                    </a:lnTo>
                    <a:lnTo>
                      <a:pt x="498" y="9"/>
                    </a:lnTo>
                    <a:lnTo>
                      <a:pt x="498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8" name="Rectangle 156">
                <a:extLst>
                  <a:ext uri="{FF2B5EF4-FFF2-40B4-BE49-F238E27FC236}">
                    <a16:creationId xmlns:a16="http://schemas.microsoft.com/office/drawing/2014/main" id="{5E303B39-8EE2-4217-A7AE-2FEC23BF90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2" y="1654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39" name="Rectangle 157">
                <a:extLst>
                  <a:ext uri="{FF2B5EF4-FFF2-40B4-BE49-F238E27FC236}">
                    <a16:creationId xmlns:a16="http://schemas.microsoft.com/office/drawing/2014/main" id="{84EC1EFA-FD46-44EF-A1A4-A61FDC3C42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7" y="1654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0" name="Rectangle 158">
                <a:extLst>
                  <a:ext uri="{FF2B5EF4-FFF2-40B4-BE49-F238E27FC236}">
                    <a16:creationId xmlns:a16="http://schemas.microsoft.com/office/drawing/2014/main" id="{AB9D9230-B03B-4CCB-88C1-C5859AF635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9" y="1654"/>
                <a:ext cx="498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1" name="Rectangle 159">
                <a:extLst>
                  <a:ext uri="{FF2B5EF4-FFF2-40B4-BE49-F238E27FC236}">
                    <a16:creationId xmlns:a16="http://schemas.microsoft.com/office/drawing/2014/main" id="{2E2C8391-5DA3-4F6A-BE7C-408D79905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2" y="1925"/>
                <a:ext cx="7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2" name="Rectangle 160">
                <a:extLst>
                  <a:ext uri="{FF2B5EF4-FFF2-40B4-BE49-F238E27FC236}">
                    <a16:creationId xmlns:a16="http://schemas.microsoft.com/office/drawing/2014/main" id="{5D301C00-5739-48BB-A098-C731BEEF2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7" y="1920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3" name="Freeform 161">
                <a:extLst>
                  <a:ext uri="{FF2B5EF4-FFF2-40B4-BE49-F238E27FC236}">
                    <a16:creationId xmlns:a16="http://schemas.microsoft.com/office/drawing/2014/main" id="{3392AF99-D4A2-4BDE-A32E-0EA79BBFEE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9" y="1920"/>
                <a:ext cx="498" cy="13"/>
              </a:xfrm>
              <a:custGeom>
                <a:avLst/>
                <a:gdLst>
                  <a:gd name="T0" fmla="*/ 0 w 498"/>
                  <a:gd name="T1" fmla="*/ 5 h 13"/>
                  <a:gd name="T2" fmla="*/ 0 w 498"/>
                  <a:gd name="T3" fmla="*/ 13 h 13"/>
                  <a:gd name="T4" fmla="*/ 498 w 498"/>
                  <a:gd name="T5" fmla="*/ 9 h 13"/>
                  <a:gd name="T6" fmla="*/ 498 w 498"/>
                  <a:gd name="T7" fmla="*/ 0 h 13"/>
                  <a:gd name="T8" fmla="*/ 0 w 498"/>
                  <a:gd name="T9" fmla="*/ 5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8" h="13">
                    <a:moveTo>
                      <a:pt x="0" y="5"/>
                    </a:moveTo>
                    <a:lnTo>
                      <a:pt x="0" y="13"/>
                    </a:lnTo>
                    <a:lnTo>
                      <a:pt x="498" y="9"/>
                    </a:lnTo>
                    <a:lnTo>
                      <a:pt x="498" y="0"/>
                    </a:lnTo>
                    <a:lnTo>
                      <a:pt x="0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4" name="Rectangle 162">
                <a:extLst>
                  <a:ext uri="{FF2B5EF4-FFF2-40B4-BE49-F238E27FC236}">
                    <a16:creationId xmlns:a16="http://schemas.microsoft.com/office/drawing/2014/main" id="{070C8232-1FEE-4FB0-94A1-C0F37659F9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0" y="1083"/>
                <a:ext cx="7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5" name="Rectangle 163">
                <a:extLst>
                  <a:ext uri="{FF2B5EF4-FFF2-40B4-BE49-F238E27FC236}">
                    <a16:creationId xmlns:a16="http://schemas.microsoft.com/office/drawing/2014/main" id="{62050211-FAFC-4D5B-B3C9-225273747E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8" y="1083"/>
                <a:ext cx="7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6" name="Rectangle 164">
                <a:extLst>
                  <a:ext uri="{FF2B5EF4-FFF2-40B4-BE49-F238E27FC236}">
                    <a16:creationId xmlns:a16="http://schemas.microsoft.com/office/drawing/2014/main" id="{684A0865-0F0E-4DE8-8CA2-B938409871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7" y="1083"/>
                <a:ext cx="491" cy="8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7" name="Rectangle 165">
                <a:extLst>
                  <a:ext uri="{FF2B5EF4-FFF2-40B4-BE49-F238E27FC236}">
                    <a16:creationId xmlns:a16="http://schemas.microsoft.com/office/drawing/2014/main" id="{1B83D17F-5FB0-48FA-BBFA-04D4C2D03B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2" y="1362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8" name="Rectangle 166">
                <a:extLst>
                  <a:ext uri="{FF2B5EF4-FFF2-40B4-BE49-F238E27FC236}">
                    <a16:creationId xmlns:a16="http://schemas.microsoft.com/office/drawing/2014/main" id="{C1C3FE02-6228-4823-BFDB-EE0E777C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2" y="1610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49" name="Rectangle 167">
                <a:extLst>
                  <a:ext uri="{FF2B5EF4-FFF2-40B4-BE49-F238E27FC236}">
                    <a16:creationId xmlns:a16="http://schemas.microsoft.com/office/drawing/2014/main" id="{E24C7C0E-C15B-4F47-8369-AB291C01EA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2" y="1366"/>
                <a:ext cx="14" cy="24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0" name="Freeform 168">
                <a:extLst>
                  <a:ext uri="{FF2B5EF4-FFF2-40B4-BE49-F238E27FC236}">
                    <a16:creationId xmlns:a16="http://schemas.microsoft.com/office/drawing/2014/main" id="{9065E87D-3B1C-4113-B3A3-6C347D6F57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2" y="1658"/>
                <a:ext cx="14" cy="14"/>
              </a:xfrm>
              <a:custGeom>
                <a:avLst/>
                <a:gdLst>
                  <a:gd name="T0" fmla="*/ 7 w 14"/>
                  <a:gd name="T1" fmla="*/ 0 h 14"/>
                  <a:gd name="T2" fmla="*/ 0 w 14"/>
                  <a:gd name="T3" fmla="*/ 5 h 14"/>
                  <a:gd name="T4" fmla="*/ 7 w 14"/>
                  <a:gd name="T5" fmla="*/ 14 h 14"/>
                  <a:gd name="T6" fmla="*/ 14 w 14"/>
                  <a:gd name="T7" fmla="*/ 9 h 14"/>
                  <a:gd name="T8" fmla="*/ 7 w 14"/>
                  <a:gd name="T9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4">
                    <a:moveTo>
                      <a:pt x="7" y="0"/>
                    </a:moveTo>
                    <a:lnTo>
                      <a:pt x="0" y="5"/>
                    </a:lnTo>
                    <a:lnTo>
                      <a:pt x="7" y="14"/>
                    </a:lnTo>
                    <a:lnTo>
                      <a:pt x="14" y="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1" name="Freeform 169">
                <a:extLst>
                  <a:ext uri="{FF2B5EF4-FFF2-40B4-BE49-F238E27FC236}">
                    <a16:creationId xmlns:a16="http://schemas.microsoft.com/office/drawing/2014/main" id="{5B4BC1C7-53C6-48B5-9A63-A6131BBF07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1362"/>
                <a:ext cx="14" cy="9"/>
              </a:xfrm>
              <a:custGeom>
                <a:avLst/>
                <a:gdLst>
                  <a:gd name="T0" fmla="*/ 0 w 14"/>
                  <a:gd name="T1" fmla="*/ 0 h 9"/>
                  <a:gd name="T2" fmla="*/ 0 w 14"/>
                  <a:gd name="T3" fmla="*/ 0 h 9"/>
                  <a:gd name="T4" fmla="*/ 14 w 14"/>
                  <a:gd name="T5" fmla="*/ 4 h 9"/>
                  <a:gd name="T6" fmla="*/ 7 w 14"/>
                  <a:gd name="T7" fmla="*/ 9 h 9"/>
                  <a:gd name="T8" fmla="*/ 0 w 14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9">
                    <a:moveTo>
                      <a:pt x="0" y="0"/>
                    </a:moveTo>
                    <a:lnTo>
                      <a:pt x="0" y="0"/>
                    </a:lnTo>
                    <a:lnTo>
                      <a:pt x="14" y="4"/>
                    </a:lnTo>
                    <a:lnTo>
                      <a:pt x="7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2" name="Freeform 170">
                <a:extLst>
                  <a:ext uri="{FF2B5EF4-FFF2-40B4-BE49-F238E27FC236}">
                    <a16:creationId xmlns:a16="http://schemas.microsoft.com/office/drawing/2014/main" id="{21BD4C86-9E8B-496C-821E-AD2691E43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9" y="1362"/>
                <a:ext cx="505" cy="305"/>
              </a:xfrm>
              <a:custGeom>
                <a:avLst/>
                <a:gdLst>
                  <a:gd name="T0" fmla="*/ 0 w 505"/>
                  <a:gd name="T1" fmla="*/ 296 h 305"/>
                  <a:gd name="T2" fmla="*/ 7 w 505"/>
                  <a:gd name="T3" fmla="*/ 305 h 305"/>
                  <a:gd name="T4" fmla="*/ 505 w 505"/>
                  <a:gd name="T5" fmla="*/ 9 h 305"/>
                  <a:gd name="T6" fmla="*/ 498 w 505"/>
                  <a:gd name="T7" fmla="*/ 0 h 305"/>
                  <a:gd name="T8" fmla="*/ 0 w 505"/>
                  <a:gd name="T9" fmla="*/ 296 h 3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5" h="305">
                    <a:moveTo>
                      <a:pt x="0" y="296"/>
                    </a:moveTo>
                    <a:lnTo>
                      <a:pt x="7" y="305"/>
                    </a:lnTo>
                    <a:lnTo>
                      <a:pt x="505" y="9"/>
                    </a:lnTo>
                    <a:lnTo>
                      <a:pt x="498" y="0"/>
                    </a:lnTo>
                    <a:lnTo>
                      <a:pt x="0" y="2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3" name="Rectangle 171">
                <a:extLst>
                  <a:ext uri="{FF2B5EF4-FFF2-40B4-BE49-F238E27FC236}">
                    <a16:creationId xmlns:a16="http://schemas.microsoft.com/office/drawing/2014/main" id="{81617F04-6BD0-4F18-B9A4-DEB2AB1433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0" y="1654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4" name="Rectangle 172">
                <a:extLst>
                  <a:ext uri="{FF2B5EF4-FFF2-40B4-BE49-F238E27FC236}">
                    <a16:creationId xmlns:a16="http://schemas.microsoft.com/office/drawing/2014/main" id="{B5EF4E34-A783-4C04-928C-EDAC231A6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8" y="1654"/>
                <a:ext cx="7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5" name="Rectangle 173">
                <a:extLst>
                  <a:ext uri="{FF2B5EF4-FFF2-40B4-BE49-F238E27FC236}">
                    <a16:creationId xmlns:a16="http://schemas.microsoft.com/office/drawing/2014/main" id="{CA532C1E-82F2-479A-B741-BAA273DC5C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7" y="1654"/>
                <a:ext cx="491" cy="9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6" name="Freeform 174">
                <a:extLst>
                  <a:ext uri="{FF2B5EF4-FFF2-40B4-BE49-F238E27FC236}">
                    <a16:creationId xmlns:a16="http://schemas.microsoft.com/office/drawing/2014/main" id="{C1C07455-65DF-4C29-A034-17910A48F1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2" y="1658"/>
                <a:ext cx="14" cy="9"/>
              </a:xfrm>
              <a:custGeom>
                <a:avLst/>
                <a:gdLst>
                  <a:gd name="T0" fmla="*/ 14 w 14"/>
                  <a:gd name="T1" fmla="*/ 0 h 9"/>
                  <a:gd name="T2" fmla="*/ 7 w 14"/>
                  <a:gd name="T3" fmla="*/ 0 h 9"/>
                  <a:gd name="T4" fmla="*/ 0 w 14"/>
                  <a:gd name="T5" fmla="*/ 5 h 9"/>
                  <a:gd name="T6" fmla="*/ 7 w 14"/>
                  <a:gd name="T7" fmla="*/ 9 h 9"/>
                  <a:gd name="T8" fmla="*/ 14 w 14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9">
                    <a:moveTo>
                      <a:pt x="14" y="0"/>
                    </a:moveTo>
                    <a:lnTo>
                      <a:pt x="7" y="0"/>
                    </a:lnTo>
                    <a:lnTo>
                      <a:pt x="0" y="5"/>
                    </a:lnTo>
                    <a:lnTo>
                      <a:pt x="7" y="9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7" name="Freeform 175">
                <a:extLst>
                  <a:ext uri="{FF2B5EF4-FFF2-40B4-BE49-F238E27FC236}">
                    <a16:creationId xmlns:a16="http://schemas.microsoft.com/office/drawing/2014/main" id="{D3816092-951F-4809-BCDA-2EB204B45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1920"/>
                <a:ext cx="14" cy="13"/>
              </a:xfrm>
              <a:custGeom>
                <a:avLst/>
                <a:gdLst>
                  <a:gd name="T0" fmla="*/ 7 w 14"/>
                  <a:gd name="T1" fmla="*/ 0 h 13"/>
                  <a:gd name="T2" fmla="*/ 14 w 14"/>
                  <a:gd name="T3" fmla="*/ 5 h 13"/>
                  <a:gd name="T4" fmla="*/ 0 w 14"/>
                  <a:gd name="T5" fmla="*/ 13 h 13"/>
                  <a:gd name="T6" fmla="*/ 0 w 14"/>
                  <a:gd name="T7" fmla="*/ 9 h 13"/>
                  <a:gd name="T8" fmla="*/ 7 w 14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3">
                    <a:moveTo>
                      <a:pt x="7" y="0"/>
                    </a:moveTo>
                    <a:lnTo>
                      <a:pt x="14" y="5"/>
                    </a:lnTo>
                    <a:lnTo>
                      <a:pt x="0" y="13"/>
                    </a:lnTo>
                    <a:lnTo>
                      <a:pt x="0" y="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8" name="Freeform 176">
                <a:extLst>
                  <a:ext uri="{FF2B5EF4-FFF2-40B4-BE49-F238E27FC236}">
                    <a16:creationId xmlns:a16="http://schemas.microsoft.com/office/drawing/2014/main" id="{5FE42C50-9949-4669-A723-477983B35A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9" y="1658"/>
                <a:ext cx="505" cy="271"/>
              </a:xfrm>
              <a:custGeom>
                <a:avLst/>
                <a:gdLst>
                  <a:gd name="T0" fmla="*/ 7 w 505"/>
                  <a:gd name="T1" fmla="*/ 0 h 271"/>
                  <a:gd name="T2" fmla="*/ 0 w 505"/>
                  <a:gd name="T3" fmla="*/ 9 h 271"/>
                  <a:gd name="T4" fmla="*/ 498 w 505"/>
                  <a:gd name="T5" fmla="*/ 271 h 271"/>
                  <a:gd name="T6" fmla="*/ 505 w 505"/>
                  <a:gd name="T7" fmla="*/ 262 h 271"/>
                  <a:gd name="T8" fmla="*/ 7 w 505"/>
                  <a:gd name="T9" fmla="*/ 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5" h="271">
                    <a:moveTo>
                      <a:pt x="7" y="0"/>
                    </a:moveTo>
                    <a:lnTo>
                      <a:pt x="0" y="9"/>
                    </a:lnTo>
                    <a:lnTo>
                      <a:pt x="498" y="271"/>
                    </a:lnTo>
                    <a:lnTo>
                      <a:pt x="505" y="26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59" name="Rectangle 177">
                <a:extLst>
                  <a:ext uri="{FF2B5EF4-FFF2-40B4-BE49-F238E27FC236}">
                    <a16:creationId xmlns:a16="http://schemas.microsoft.com/office/drawing/2014/main" id="{88031875-4F01-4CF3-B0A1-7B9026553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2" y="1658"/>
                <a:ext cx="14" cy="5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0" name="Rectangle 178">
                <a:extLst>
                  <a:ext uri="{FF2B5EF4-FFF2-40B4-BE49-F238E27FC236}">
                    <a16:creationId xmlns:a16="http://schemas.microsoft.com/office/drawing/2014/main" id="{6DD11DD2-96EF-415D-86F8-12D62E39A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2" y="1929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1" name="Rectangle 179">
                <a:extLst>
                  <a:ext uri="{FF2B5EF4-FFF2-40B4-BE49-F238E27FC236}">
                    <a16:creationId xmlns:a16="http://schemas.microsoft.com/office/drawing/2014/main" id="{932CAA95-ADAB-4E03-BCE6-A33D5B64A4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2" y="1663"/>
                <a:ext cx="14" cy="26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2" name="Freeform 180">
                <a:extLst>
                  <a:ext uri="{FF2B5EF4-FFF2-40B4-BE49-F238E27FC236}">
                    <a16:creationId xmlns:a16="http://schemas.microsoft.com/office/drawing/2014/main" id="{C16C64BE-7843-4822-8B43-74DA9B2618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0" y="1920"/>
                <a:ext cx="14" cy="13"/>
              </a:xfrm>
              <a:custGeom>
                <a:avLst/>
                <a:gdLst>
                  <a:gd name="T0" fmla="*/ 7 w 14"/>
                  <a:gd name="T1" fmla="*/ 0 h 13"/>
                  <a:gd name="T2" fmla="*/ 0 w 14"/>
                  <a:gd name="T3" fmla="*/ 5 h 13"/>
                  <a:gd name="T4" fmla="*/ 7 w 14"/>
                  <a:gd name="T5" fmla="*/ 13 h 13"/>
                  <a:gd name="T6" fmla="*/ 14 w 14"/>
                  <a:gd name="T7" fmla="*/ 9 h 13"/>
                  <a:gd name="T8" fmla="*/ 7 w 14"/>
                  <a:gd name="T9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13">
                    <a:moveTo>
                      <a:pt x="7" y="0"/>
                    </a:moveTo>
                    <a:lnTo>
                      <a:pt x="0" y="5"/>
                    </a:lnTo>
                    <a:lnTo>
                      <a:pt x="7" y="13"/>
                    </a:lnTo>
                    <a:lnTo>
                      <a:pt x="14" y="9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3" name="Freeform 181">
                <a:extLst>
                  <a:ext uri="{FF2B5EF4-FFF2-40B4-BE49-F238E27FC236}">
                    <a16:creationId xmlns:a16="http://schemas.microsoft.com/office/drawing/2014/main" id="{9D0925D3-B5E8-4E18-88D6-98053F3502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8" y="1654"/>
                <a:ext cx="14" cy="9"/>
              </a:xfrm>
              <a:custGeom>
                <a:avLst/>
                <a:gdLst>
                  <a:gd name="T0" fmla="*/ 0 w 14"/>
                  <a:gd name="T1" fmla="*/ 0 h 9"/>
                  <a:gd name="T2" fmla="*/ 0 w 14"/>
                  <a:gd name="T3" fmla="*/ 0 h 9"/>
                  <a:gd name="T4" fmla="*/ 14 w 14"/>
                  <a:gd name="T5" fmla="*/ 4 h 9"/>
                  <a:gd name="T6" fmla="*/ 7 w 14"/>
                  <a:gd name="T7" fmla="*/ 9 h 9"/>
                  <a:gd name="T8" fmla="*/ 0 w 14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" h="9">
                    <a:moveTo>
                      <a:pt x="0" y="0"/>
                    </a:moveTo>
                    <a:lnTo>
                      <a:pt x="0" y="0"/>
                    </a:lnTo>
                    <a:lnTo>
                      <a:pt x="14" y="4"/>
                    </a:lnTo>
                    <a:lnTo>
                      <a:pt x="7" y="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4" name="Freeform 182">
                <a:extLst>
                  <a:ext uri="{FF2B5EF4-FFF2-40B4-BE49-F238E27FC236}">
                    <a16:creationId xmlns:a16="http://schemas.microsoft.com/office/drawing/2014/main" id="{C220D867-1783-4F5B-9218-DA4CEECE98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7" y="1654"/>
                <a:ext cx="498" cy="275"/>
              </a:xfrm>
              <a:custGeom>
                <a:avLst/>
                <a:gdLst>
                  <a:gd name="T0" fmla="*/ 0 w 498"/>
                  <a:gd name="T1" fmla="*/ 266 h 275"/>
                  <a:gd name="T2" fmla="*/ 7 w 498"/>
                  <a:gd name="T3" fmla="*/ 275 h 275"/>
                  <a:gd name="T4" fmla="*/ 498 w 498"/>
                  <a:gd name="T5" fmla="*/ 9 h 275"/>
                  <a:gd name="T6" fmla="*/ 491 w 498"/>
                  <a:gd name="T7" fmla="*/ 0 h 275"/>
                  <a:gd name="T8" fmla="*/ 0 w 498"/>
                  <a:gd name="T9" fmla="*/ 266 h 2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98" h="275">
                    <a:moveTo>
                      <a:pt x="0" y="266"/>
                    </a:moveTo>
                    <a:lnTo>
                      <a:pt x="7" y="275"/>
                    </a:lnTo>
                    <a:lnTo>
                      <a:pt x="498" y="9"/>
                    </a:lnTo>
                    <a:lnTo>
                      <a:pt x="491" y="0"/>
                    </a:lnTo>
                    <a:lnTo>
                      <a:pt x="0" y="26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5" name="Rectangle 183">
                <a:extLst>
                  <a:ext uri="{FF2B5EF4-FFF2-40B4-BE49-F238E27FC236}">
                    <a16:creationId xmlns:a16="http://schemas.microsoft.com/office/drawing/2014/main" id="{CB290FA8-E195-4834-B0D1-E15EA5222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1" y="1654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6" name="Rectangle 184">
                <a:extLst>
                  <a:ext uri="{FF2B5EF4-FFF2-40B4-BE49-F238E27FC236}">
                    <a16:creationId xmlns:a16="http://schemas.microsoft.com/office/drawing/2014/main" id="{E00E8B39-E693-4078-BD59-FDD1C2E14F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1" y="1925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7" name="Rectangle 185">
                <a:extLst>
                  <a:ext uri="{FF2B5EF4-FFF2-40B4-BE49-F238E27FC236}">
                    <a16:creationId xmlns:a16="http://schemas.microsoft.com/office/drawing/2014/main" id="{2D15B899-CD09-42C7-8DCE-F306025FAA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71" y="1658"/>
                <a:ext cx="14" cy="267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8" name="Rectangle 186">
                <a:extLst>
                  <a:ext uri="{FF2B5EF4-FFF2-40B4-BE49-F238E27FC236}">
                    <a16:creationId xmlns:a16="http://schemas.microsoft.com/office/drawing/2014/main" id="{9AFC3D38-7665-4FEF-A440-5DFF9F32F6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9" y="1925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69" name="Rectangle 187">
                <a:extLst>
                  <a:ext uri="{FF2B5EF4-FFF2-40B4-BE49-F238E27FC236}">
                    <a16:creationId xmlns:a16="http://schemas.microsoft.com/office/drawing/2014/main" id="{859CF6E1-AB80-48FD-AD20-073503D71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2" y="1654"/>
                <a:ext cx="14" cy="4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188">
                <a:extLst>
                  <a:ext uri="{FF2B5EF4-FFF2-40B4-BE49-F238E27FC236}">
                    <a16:creationId xmlns:a16="http://schemas.microsoft.com/office/drawing/2014/main" id="{77EFBB14-7A4A-41D0-982D-9C4721A982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62" y="1658"/>
                <a:ext cx="21" cy="267"/>
              </a:xfrm>
              <a:custGeom>
                <a:avLst/>
                <a:gdLst>
                  <a:gd name="T0" fmla="*/ 7 w 21"/>
                  <a:gd name="T1" fmla="*/ 267 h 267"/>
                  <a:gd name="T2" fmla="*/ 21 w 21"/>
                  <a:gd name="T3" fmla="*/ 267 h 267"/>
                  <a:gd name="T4" fmla="*/ 14 w 21"/>
                  <a:gd name="T5" fmla="*/ 0 h 267"/>
                  <a:gd name="T6" fmla="*/ 0 w 21"/>
                  <a:gd name="T7" fmla="*/ 0 h 267"/>
                  <a:gd name="T8" fmla="*/ 7 w 21"/>
                  <a:gd name="T9" fmla="*/ 267 h 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67">
                    <a:moveTo>
                      <a:pt x="7" y="267"/>
                    </a:moveTo>
                    <a:lnTo>
                      <a:pt x="21" y="267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7" y="26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1" name="Oval 189">
                <a:extLst>
                  <a:ext uri="{FF2B5EF4-FFF2-40B4-BE49-F238E27FC236}">
                    <a16:creationId xmlns:a16="http://schemas.microsoft.com/office/drawing/2014/main" id="{46463BDC-6626-47E5-920D-0AF132AC6F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1" y="1083"/>
                <a:ext cx="28" cy="17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2" name="Freeform 190">
                <a:extLst>
                  <a:ext uri="{FF2B5EF4-FFF2-40B4-BE49-F238E27FC236}">
                    <a16:creationId xmlns:a16="http://schemas.microsoft.com/office/drawing/2014/main" id="{4893576D-AF18-4DBC-AEF1-41429B2B16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5" y="1065"/>
                <a:ext cx="145" cy="52"/>
              </a:xfrm>
              <a:custGeom>
                <a:avLst/>
                <a:gdLst>
                  <a:gd name="T0" fmla="*/ 0 w 145"/>
                  <a:gd name="T1" fmla="*/ 26 h 52"/>
                  <a:gd name="T2" fmla="*/ 0 w 145"/>
                  <a:gd name="T3" fmla="*/ 0 h 52"/>
                  <a:gd name="T4" fmla="*/ 145 w 145"/>
                  <a:gd name="T5" fmla="*/ 26 h 52"/>
                  <a:gd name="T6" fmla="*/ 0 w 145"/>
                  <a:gd name="T7" fmla="*/ 52 h 52"/>
                  <a:gd name="T8" fmla="*/ 0 w 145"/>
                  <a:gd name="T9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52">
                    <a:moveTo>
                      <a:pt x="0" y="26"/>
                    </a:moveTo>
                    <a:lnTo>
                      <a:pt x="0" y="0"/>
                    </a:lnTo>
                    <a:lnTo>
                      <a:pt x="145" y="26"/>
                    </a:lnTo>
                    <a:lnTo>
                      <a:pt x="0" y="52"/>
                    </a:lnTo>
                    <a:lnTo>
                      <a:pt x="0" y="26"/>
                    </a:lnTo>
                    <a:close/>
                  </a:path>
                </a:pathLst>
              </a:custGeom>
              <a:noFill/>
              <a:ln w="11113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3" name="Freeform 191">
                <a:extLst>
                  <a:ext uri="{FF2B5EF4-FFF2-40B4-BE49-F238E27FC236}">
                    <a16:creationId xmlns:a16="http://schemas.microsoft.com/office/drawing/2014/main" id="{5F0B7609-F306-4AEE-A8C3-29ED3D5A41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5" y="1065"/>
                <a:ext cx="145" cy="52"/>
              </a:xfrm>
              <a:custGeom>
                <a:avLst/>
                <a:gdLst>
                  <a:gd name="T0" fmla="*/ 0 w 145"/>
                  <a:gd name="T1" fmla="*/ 26 h 52"/>
                  <a:gd name="T2" fmla="*/ 0 w 145"/>
                  <a:gd name="T3" fmla="*/ 0 h 52"/>
                  <a:gd name="T4" fmla="*/ 145 w 145"/>
                  <a:gd name="T5" fmla="*/ 26 h 52"/>
                  <a:gd name="T6" fmla="*/ 0 w 145"/>
                  <a:gd name="T7" fmla="*/ 52 h 52"/>
                  <a:gd name="T8" fmla="*/ 0 w 145"/>
                  <a:gd name="T9" fmla="*/ 26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52">
                    <a:moveTo>
                      <a:pt x="0" y="26"/>
                    </a:moveTo>
                    <a:lnTo>
                      <a:pt x="0" y="0"/>
                    </a:lnTo>
                    <a:lnTo>
                      <a:pt x="145" y="26"/>
                    </a:lnTo>
                    <a:lnTo>
                      <a:pt x="0" y="52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4" name="Rectangle 192">
                <a:extLst>
                  <a:ext uri="{FF2B5EF4-FFF2-40B4-BE49-F238E27FC236}">
                    <a16:creationId xmlns:a16="http://schemas.microsoft.com/office/drawing/2014/main" id="{A39A7CC0-56B2-4B81-B9D9-A14FDAA0A8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5" y="1078"/>
                <a:ext cx="14" cy="18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5" name="Rectangle 193">
                <a:extLst>
                  <a:ext uri="{FF2B5EF4-FFF2-40B4-BE49-F238E27FC236}">
                    <a16:creationId xmlns:a16="http://schemas.microsoft.com/office/drawing/2014/main" id="{D4CAD059-BCAA-43DD-A5D7-BB2FC8815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8" y="1078"/>
                <a:ext cx="14" cy="18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Rectangle 194">
                <a:extLst>
                  <a:ext uri="{FF2B5EF4-FFF2-40B4-BE49-F238E27FC236}">
                    <a16:creationId xmlns:a16="http://schemas.microsoft.com/office/drawing/2014/main" id="{2D51844A-1BB9-4F40-AF41-A3F14385AB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9" y="1078"/>
                <a:ext cx="249" cy="18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7" name="Oval 195">
                <a:extLst>
                  <a:ext uri="{FF2B5EF4-FFF2-40B4-BE49-F238E27FC236}">
                    <a16:creationId xmlns:a16="http://schemas.microsoft.com/office/drawing/2014/main" id="{D19F81CF-6D49-4C7A-BB88-7A3D7915FB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2" y="1205"/>
                <a:ext cx="28" cy="17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8" name="Freeform 196">
                <a:extLst>
                  <a:ext uri="{FF2B5EF4-FFF2-40B4-BE49-F238E27FC236}">
                    <a16:creationId xmlns:a16="http://schemas.microsoft.com/office/drawing/2014/main" id="{0C380E44-0378-488A-B762-75E5F56267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4" y="1218"/>
                <a:ext cx="77" cy="91"/>
              </a:xfrm>
              <a:custGeom>
                <a:avLst/>
                <a:gdLst>
                  <a:gd name="T0" fmla="*/ 42 w 77"/>
                  <a:gd name="T1" fmla="*/ 0 h 91"/>
                  <a:gd name="T2" fmla="*/ 77 w 77"/>
                  <a:gd name="T3" fmla="*/ 0 h 91"/>
                  <a:gd name="T4" fmla="*/ 42 w 77"/>
                  <a:gd name="T5" fmla="*/ 91 h 91"/>
                  <a:gd name="T6" fmla="*/ 0 w 77"/>
                  <a:gd name="T7" fmla="*/ 0 h 91"/>
                  <a:gd name="T8" fmla="*/ 42 w 77"/>
                  <a:gd name="T9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91">
                    <a:moveTo>
                      <a:pt x="42" y="0"/>
                    </a:moveTo>
                    <a:lnTo>
                      <a:pt x="77" y="0"/>
                    </a:lnTo>
                    <a:lnTo>
                      <a:pt x="42" y="91"/>
                    </a:lnTo>
                    <a:lnTo>
                      <a:pt x="0" y="0"/>
                    </a:lnTo>
                    <a:lnTo>
                      <a:pt x="42" y="0"/>
                    </a:lnTo>
                    <a:close/>
                  </a:path>
                </a:pathLst>
              </a:custGeom>
              <a:noFill/>
              <a:ln w="11113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9" name="Freeform 197">
                <a:extLst>
                  <a:ext uri="{FF2B5EF4-FFF2-40B4-BE49-F238E27FC236}">
                    <a16:creationId xmlns:a16="http://schemas.microsoft.com/office/drawing/2014/main" id="{51903CD8-2450-413B-8F3C-26BB815ECD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4" y="1218"/>
                <a:ext cx="77" cy="91"/>
              </a:xfrm>
              <a:custGeom>
                <a:avLst/>
                <a:gdLst>
                  <a:gd name="T0" fmla="*/ 42 w 77"/>
                  <a:gd name="T1" fmla="*/ 0 h 91"/>
                  <a:gd name="T2" fmla="*/ 77 w 77"/>
                  <a:gd name="T3" fmla="*/ 0 h 91"/>
                  <a:gd name="T4" fmla="*/ 42 w 77"/>
                  <a:gd name="T5" fmla="*/ 91 h 91"/>
                  <a:gd name="T6" fmla="*/ 0 w 77"/>
                  <a:gd name="T7" fmla="*/ 0 h 91"/>
                  <a:gd name="T8" fmla="*/ 42 w 77"/>
                  <a:gd name="T9" fmla="*/ 0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91">
                    <a:moveTo>
                      <a:pt x="42" y="0"/>
                    </a:moveTo>
                    <a:lnTo>
                      <a:pt x="77" y="0"/>
                    </a:lnTo>
                    <a:lnTo>
                      <a:pt x="42" y="91"/>
                    </a:lnTo>
                    <a:lnTo>
                      <a:pt x="0" y="0"/>
                    </a:ln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0" name="Rectangle 198">
                <a:extLst>
                  <a:ext uri="{FF2B5EF4-FFF2-40B4-BE49-F238E27FC236}">
                    <a16:creationId xmlns:a16="http://schemas.microsoft.com/office/drawing/2014/main" id="{EB2BE494-D30E-4B48-A7CB-7635803DA2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5" y="1078"/>
                <a:ext cx="28" cy="9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1" name="Rectangle 199">
                <a:extLst>
                  <a:ext uri="{FF2B5EF4-FFF2-40B4-BE49-F238E27FC236}">
                    <a16:creationId xmlns:a16="http://schemas.microsoft.com/office/drawing/2014/main" id="{E2F34CF2-BCAA-41A7-AC7B-E10D33372C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5" y="1213"/>
                <a:ext cx="28" cy="9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2" name="Rectangle 200">
                <a:extLst>
                  <a:ext uri="{FF2B5EF4-FFF2-40B4-BE49-F238E27FC236}">
                    <a16:creationId xmlns:a16="http://schemas.microsoft.com/office/drawing/2014/main" id="{9507FC4B-723A-4C05-8D0B-EBD4833398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5" y="1087"/>
                <a:ext cx="28" cy="126"/>
              </a:xfrm>
              <a:prstGeom prst="rect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3" name="Freeform 201">
                <a:extLst>
                  <a:ext uri="{FF2B5EF4-FFF2-40B4-BE49-F238E27FC236}">
                    <a16:creationId xmlns:a16="http://schemas.microsoft.com/office/drawing/2014/main" id="{5F4A4379-FBCC-4543-BD19-075C8B4E86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3" y="1253"/>
                <a:ext cx="28" cy="17"/>
              </a:xfrm>
              <a:custGeom>
                <a:avLst/>
                <a:gdLst>
                  <a:gd name="T0" fmla="*/ 21 w 28"/>
                  <a:gd name="T1" fmla="*/ 17 h 17"/>
                  <a:gd name="T2" fmla="*/ 28 w 28"/>
                  <a:gd name="T3" fmla="*/ 8 h 17"/>
                  <a:gd name="T4" fmla="*/ 21 w 28"/>
                  <a:gd name="T5" fmla="*/ 4 h 17"/>
                  <a:gd name="T6" fmla="*/ 14 w 28"/>
                  <a:gd name="T7" fmla="*/ 0 h 17"/>
                  <a:gd name="T8" fmla="*/ 0 w 28"/>
                  <a:gd name="T9" fmla="*/ 4 h 17"/>
                  <a:gd name="T10" fmla="*/ 0 w 28"/>
                  <a:gd name="T11" fmla="*/ 8 h 17"/>
                  <a:gd name="T12" fmla="*/ 7 w 28"/>
                  <a:gd name="T13" fmla="*/ 17 h 17"/>
                  <a:gd name="T14" fmla="*/ 14 w 28"/>
                  <a:gd name="T15" fmla="*/ 17 h 17"/>
                  <a:gd name="T16" fmla="*/ 21 w 28"/>
                  <a:gd name="T17" fmla="*/ 17 h 17"/>
                  <a:gd name="T18" fmla="*/ 21 w 28"/>
                  <a:gd name="T19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" h="17">
                    <a:moveTo>
                      <a:pt x="21" y="17"/>
                    </a:moveTo>
                    <a:lnTo>
                      <a:pt x="28" y="8"/>
                    </a:lnTo>
                    <a:lnTo>
                      <a:pt x="21" y="4"/>
                    </a:lnTo>
                    <a:lnTo>
                      <a:pt x="14" y="0"/>
                    </a:lnTo>
                    <a:lnTo>
                      <a:pt x="0" y="4"/>
                    </a:lnTo>
                    <a:lnTo>
                      <a:pt x="0" y="8"/>
                    </a:lnTo>
                    <a:lnTo>
                      <a:pt x="7" y="17"/>
                    </a:lnTo>
                    <a:lnTo>
                      <a:pt x="14" y="17"/>
                    </a:lnTo>
                    <a:lnTo>
                      <a:pt x="21" y="17"/>
                    </a:lnTo>
                    <a:lnTo>
                      <a:pt x="21" y="17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4" name="Freeform 202">
                <a:extLst>
                  <a:ext uri="{FF2B5EF4-FFF2-40B4-BE49-F238E27FC236}">
                    <a16:creationId xmlns:a16="http://schemas.microsoft.com/office/drawing/2014/main" id="{613F698F-E7C1-4356-BC58-565D6BC4FA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0" y="1244"/>
                <a:ext cx="138" cy="79"/>
              </a:xfrm>
              <a:custGeom>
                <a:avLst/>
                <a:gdLst>
                  <a:gd name="T0" fmla="*/ 27 w 138"/>
                  <a:gd name="T1" fmla="*/ 22 h 79"/>
                  <a:gd name="T2" fmla="*/ 55 w 138"/>
                  <a:gd name="T3" fmla="*/ 0 h 79"/>
                  <a:gd name="T4" fmla="*/ 138 w 138"/>
                  <a:gd name="T5" fmla="*/ 79 h 79"/>
                  <a:gd name="T6" fmla="*/ 0 w 138"/>
                  <a:gd name="T7" fmla="*/ 39 h 79"/>
                  <a:gd name="T8" fmla="*/ 27 w 138"/>
                  <a:gd name="T9" fmla="*/ 22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79">
                    <a:moveTo>
                      <a:pt x="27" y="22"/>
                    </a:moveTo>
                    <a:lnTo>
                      <a:pt x="55" y="0"/>
                    </a:lnTo>
                    <a:lnTo>
                      <a:pt x="138" y="79"/>
                    </a:lnTo>
                    <a:lnTo>
                      <a:pt x="0" y="39"/>
                    </a:lnTo>
                    <a:lnTo>
                      <a:pt x="27" y="22"/>
                    </a:lnTo>
                    <a:close/>
                  </a:path>
                </a:pathLst>
              </a:custGeom>
              <a:noFill/>
              <a:ln w="11113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5" name="Freeform 203">
                <a:extLst>
                  <a:ext uri="{FF2B5EF4-FFF2-40B4-BE49-F238E27FC236}">
                    <a16:creationId xmlns:a16="http://schemas.microsoft.com/office/drawing/2014/main" id="{0EA67C93-F0BD-45AD-94BD-305DA9BEA7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0" y="1244"/>
                <a:ext cx="138" cy="79"/>
              </a:xfrm>
              <a:custGeom>
                <a:avLst/>
                <a:gdLst>
                  <a:gd name="T0" fmla="*/ 27 w 138"/>
                  <a:gd name="T1" fmla="*/ 22 h 79"/>
                  <a:gd name="T2" fmla="*/ 55 w 138"/>
                  <a:gd name="T3" fmla="*/ 0 h 79"/>
                  <a:gd name="T4" fmla="*/ 138 w 138"/>
                  <a:gd name="T5" fmla="*/ 79 h 79"/>
                  <a:gd name="T6" fmla="*/ 0 w 138"/>
                  <a:gd name="T7" fmla="*/ 39 h 79"/>
                  <a:gd name="T8" fmla="*/ 27 w 138"/>
                  <a:gd name="T9" fmla="*/ 22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79">
                    <a:moveTo>
                      <a:pt x="27" y="22"/>
                    </a:moveTo>
                    <a:lnTo>
                      <a:pt x="55" y="0"/>
                    </a:lnTo>
                    <a:lnTo>
                      <a:pt x="138" y="79"/>
                    </a:lnTo>
                    <a:lnTo>
                      <a:pt x="0" y="39"/>
                    </a:lnTo>
                    <a:lnTo>
                      <a:pt x="27" y="22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86" name="Freeform 204">
                <a:extLst>
                  <a:ext uri="{FF2B5EF4-FFF2-40B4-BE49-F238E27FC236}">
                    <a16:creationId xmlns:a16="http://schemas.microsoft.com/office/drawing/2014/main" id="{0A1A2AFC-E1DA-4A64-B54F-1DC2592DC3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8" y="1074"/>
                <a:ext cx="35" cy="22"/>
              </a:xfrm>
              <a:custGeom>
                <a:avLst/>
                <a:gdLst>
                  <a:gd name="T0" fmla="*/ 35 w 35"/>
                  <a:gd name="T1" fmla="*/ 9 h 22"/>
                  <a:gd name="T2" fmla="*/ 21 w 35"/>
                  <a:gd name="T3" fmla="*/ 0 h 22"/>
                  <a:gd name="T4" fmla="*/ 0 w 35"/>
                  <a:gd name="T5" fmla="*/ 13 h 22"/>
                  <a:gd name="T6" fmla="*/ 14 w 35"/>
                  <a:gd name="T7" fmla="*/ 22 h 22"/>
                  <a:gd name="T8" fmla="*/ 35 w 35"/>
                  <a:gd name="T9" fmla="*/ 9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" h="22">
                    <a:moveTo>
                      <a:pt x="35" y="9"/>
                    </a:moveTo>
                    <a:lnTo>
                      <a:pt x="21" y="0"/>
                    </a:lnTo>
                    <a:lnTo>
                      <a:pt x="0" y="13"/>
                    </a:lnTo>
                    <a:lnTo>
                      <a:pt x="14" y="22"/>
                    </a:lnTo>
                    <a:lnTo>
                      <a:pt x="35" y="9"/>
                    </a:lnTo>
                    <a:close/>
                  </a:path>
                </a:pathLst>
              </a:cu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26" name="Freeform 206">
              <a:extLst>
                <a:ext uri="{FF2B5EF4-FFF2-40B4-BE49-F238E27FC236}">
                  <a16:creationId xmlns:a16="http://schemas.microsoft.com/office/drawing/2014/main" id="{C268BF66-B215-428B-927A-F753246C3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1257"/>
              <a:ext cx="28" cy="18"/>
            </a:xfrm>
            <a:custGeom>
              <a:avLst/>
              <a:gdLst>
                <a:gd name="T0" fmla="*/ 21 w 28"/>
                <a:gd name="T1" fmla="*/ 0 h 18"/>
                <a:gd name="T2" fmla="*/ 28 w 28"/>
                <a:gd name="T3" fmla="*/ 4 h 18"/>
                <a:gd name="T4" fmla="*/ 7 w 28"/>
                <a:gd name="T5" fmla="*/ 18 h 18"/>
                <a:gd name="T6" fmla="*/ 0 w 28"/>
                <a:gd name="T7" fmla="*/ 13 h 18"/>
                <a:gd name="T8" fmla="*/ 21 w 28"/>
                <a:gd name="T9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18">
                  <a:moveTo>
                    <a:pt x="21" y="0"/>
                  </a:moveTo>
                  <a:lnTo>
                    <a:pt x="28" y="4"/>
                  </a:lnTo>
                  <a:lnTo>
                    <a:pt x="7" y="18"/>
                  </a:lnTo>
                  <a:lnTo>
                    <a:pt x="0" y="13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07">
              <a:extLst>
                <a:ext uri="{FF2B5EF4-FFF2-40B4-BE49-F238E27FC236}">
                  <a16:creationId xmlns:a16="http://schemas.microsoft.com/office/drawing/2014/main" id="{5BB5296A-3566-4A78-A4FF-E515071AC1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" y="1083"/>
              <a:ext cx="339" cy="187"/>
            </a:xfrm>
            <a:custGeom>
              <a:avLst/>
              <a:gdLst>
                <a:gd name="T0" fmla="*/ 21 w 339"/>
                <a:gd name="T1" fmla="*/ 0 h 187"/>
                <a:gd name="T2" fmla="*/ 0 w 339"/>
                <a:gd name="T3" fmla="*/ 13 h 187"/>
                <a:gd name="T4" fmla="*/ 318 w 339"/>
                <a:gd name="T5" fmla="*/ 187 h 187"/>
                <a:gd name="T6" fmla="*/ 339 w 339"/>
                <a:gd name="T7" fmla="*/ 174 h 187"/>
                <a:gd name="T8" fmla="*/ 21 w 339"/>
                <a:gd name="T9" fmla="*/ 0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9" h="187">
                  <a:moveTo>
                    <a:pt x="21" y="0"/>
                  </a:moveTo>
                  <a:lnTo>
                    <a:pt x="0" y="13"/>
                  </a:lnTo>
                  <a:lnTo>
                    <a:pt x="318" y="187"/>
                  </a:lnTo>
                  <a:lnTo>
                    <a:pt x="339" y="174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08">
              <a:extLst>
                <a:ext uri="{FF2B5EF4-FFF2-40B4-BE49-F238E27FC236}">
                  <a16:creationId xmlns:a16="http://schemas.microsoft.com/office/drawing/2014/main" id="{99272ECC-1A43-4A09-8AF6-F4B62C0BF1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1" y="1083"/>
              <a:ext cx="1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09">
              <a:extLst>
                <a:ext uri="{FF2B5EF4-FFF2-40B4-BE49-F238E27FC236}">
                  <a16:creationId xmlns:a16="http://schemas.microsoft.com/office/drawing/2014/main" id="{67DEB8CD-843C-46E9-BBA5-5FC5C3DA5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1" y="1366"/>
              <a:ext cx="14" cy="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10">
              <a:extLst>
                <a:ext uri="{FF2B5EF4-FFF2-40B4-BE49-F238E27FC236}">
                  <a16:creationId xmlns:a16="http://schemas.microsoft.com/office/drawing/2014/main" id="{304D1212-4C7F-48FB-98EB-9E85F1DDF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1" y="1087"/>
              <a:ext cx="14" cy="27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11">
              <a:extLst>
                <a:ext uri="{FF2B5EF4-FFF2-40B4-BE49-F238E27FC236}">
                  <a16:creationId xmlns:a16="http://schemas.microsoft.com/office/drawing/2014/main" id="{B7555490-BAAB-4EC5-9341-2089749EBB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1" y="1362"/>
              <a:ext cx="14" cy="13"/>
            </a:xfrm>
            <a:custGeom>
              <a:avLst/>
              <a:gdLst>
                <a:gd name="T0" fmla="*/ 7 w 14"/>
                <a:gd name="T1" fmla="*/ 0 h 13"/>
                <a:gd name="T2" fmla="*/ 0 w 14"/>
                <a:gd name="T3" fmla="*/ 4 h 13"/>
                <a:gd name="T4" fmla="*/ 7 w 14"/>
                <a:gd name="T5" fmla="*/ 13 h 13"/>
                <a:gd name="T6" fmla="*/ 14 w 14"/>
                <a:gd name="T7" fmla="*/ 9 h 13"/>
                <a:gd name="T8" fmla="*/ 7 w 14"/>
                <a:gd name="T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13">
                  <a:moveTo>
                    <a:pt x="7" y="0"/>
                  </a:moveTo>
                  <a:lnTo>
                    <a:pt x="0" y="4"/>
                  </a:lnTo>
                  <a:lnTo>
                    <a:pt x="7" y="13"/>
                  </a:lnTo>
                  <a:lnTo>
                    <a:pt x="14" y="9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12">
              <a:extLst>
                <a:ext uri="{FF2B5EF4-FFF2-40B4-BE49-F238E27FC236}">
                  <a16:creationId xmlns:a16="http://schemas.microsoft.com/office/drawing/2014/main" id="{0CA2C228-7401-4B7E-9ACE-9DE4BBDA4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" y="1083"/>
              <a:ext cx="14" cy="8"/>
            </a:xfrm>
            <a:custGeom>
              <a:avLst/>
              <a:gdLst>
                <a:gd name="T0" fmla="*/ 0 w 14"/>
                <a:gd name="T1" fmla="*/ 0 h 8"/>
                <a:gd name="T2" fmla="*/ 0 w 14"/>
                <a:gd name="T3" fmla="*/ 0 h 8"/>
                <a:gd name="T4" fmla="*/ 14 w 14"/>
                <a:gd name="T5" fmla="*/ 4 h 8"/>
                <a:gd name="T6" fmla="*/ 7 w 14"/>
                <a:gd name="T7" fmla="*/ 8 h 8"/>
                <a:gd name="T8" fmla="*/ 0 w 14"/>
                <a:gd name="T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" h="8">
                  <a:moveTo>
                    <a:pt x="0" y="0"/>
                  </a:moveTo>
                  <a:lnTo>
                    <a:pt x="0" y="0"/>
                  </a:lnTo>
                  <a:lnTo>
                    <a:pt x="14" y="4"/>
                  </a:lnTo>
                  <a:lnTo>
                    <a:pt x="7" y="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13">
              <a:extLst>
                <a:ext uri="{FF2B5EF4-FFF2-40B4-BE49-F238E27FC236}">
                  <a16:creationId xmlns:a16="http://schemas.microsoft.com/office/drawing/2014/main" id="{67B48291-7F16-4D81-ABAA-EA33DC3E6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8" y="1083"/>
              <a:ext cx="498" cy="288"/>
            </a:xfrm>
            <a:custGeom>
              <a:avLst/>
              <a:gdLst>
                <a:gd name="T0" fmla="*/ 0 w 498"/>
                <a:gd name="T1" fmla="*/ 279 h 288"/>
                <a:gd name="T2" fmla="*/ 7 w 498"/>
                <a:gd name="T3" fmla="*/ 288 h 288"/>
                <a:gd name="T4" fmla="*/ 498 w 498"/>
                <a:gd name="T5" fmla="*/ 8 h 288"/>
                <a:gd name="T6" fmla="*/ 491 w 498"/>
                <a:gd name="T7" fmla="*/ 0 h 288"/>
                <a:gd name="T8" fmla="*/ 0 w 498"/>
                <a:gd name="T9" fmla="*/ 279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98" h="288">
                  <a:moveTo>
                    <a:pt x="0" y="279"/>
                  </a:moveTo>
                  <a:lnTo>
                    <a:pt x="7" y="288"/>
                  </a:lnTo>
                  <a:lnTo>
                    <a:pt x="498" y="8"/>
                  </a:lnTo>
                  <a:lnTo>
                    <a:pt x="491" y="0"/>
                  </a:lnTo>
                  <a:lnTo>
                    <a:pt x="0" y="27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214">
              <a:extLst>
                <a:ext uri="{FF2B5EF4-FFF2-40B4-BE49-F238E27FC236}">
                  <a16:creationId xmlns:a16="http://schemas.microsoft.com/office/drawing/2014/main" id="{87C47D80-2D01-4621-AA26-15CDC60958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2" y="1083"/>
              <a:ext cx="1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15">
              <a:extLst>
                <a:ext uri="{FF2B5EF4-FFF2-40B4-BE49-F238E27FC236}">
                  <a16:creationId xmlns:a16="http://schemas.microsoft.com/office/drawing/2014/main" id="{5706B10D-54B3-4E32-9269-0A8D39CC4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2" y="1388"/>
              <a:ext cx="14" cy="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Rectangle 216">
              <a:extLst>
                <a:ext uri="{FF2B5EF4-FFF2-40B4-BE49-F238E27FC236}">
                  <a16:creationId xmlns:a16="http://schemas.microsoft.com/office/drawing/2014/main" id="{31A95A48-DAA7-4336-BDD8-25A6563EF8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2" y="1087"/>
              <a:ext cx="14" cy="301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Oval 217">
              <a:extLst>
                <a:ext uri="{FF2B5EF4-FFF2-40B4-BE49-F238E27FC236}">
                  <a16:creationId xmlns:a16="http://schemas.microsoft.com/office/drawing/2014/main" id="{F8323DAB-5682-43C6-A1E9-592FA2967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" y="1035"/>
              <a:ext cx="173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Oval 218">
              <a:extLst>
                <a:ext uri="{FF2B5EF4-FFF2-40B4-BE49-F238E27FC236}">
                  <a16:creationId xmlns:a16="http://schemas.microsoft.com/office/drawing/2014/main" id="{4CC6AF65-E801-4EB0-A9B1-60AF49F4F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" y="1040"/>
              <a:ext cx="173" cy="98"/>
            </a:xfrm>
            <a:prstGeom prst="ellipse">
              <a:avLst/>
            </a:prstGeom>
            <a:noFill/>
            <a:ln w="4445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Oval 219">
              <a:extLst>
                <a:ext uri="{FF2B5EF4-FFF2-40B4-BE49-F238E27FC236}">
                  <a16:creationId xmlns:a16="http://schemas.microsoft.com/office/drawing/2014/main" id="{60C81C64-1A50-41C7-BED0-2EBDDF89A2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4" y="1035"/>
              <a:ext cx="166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Oval 220">
              <a:extLst>
                <a:ext uri="{FF2B5EF4-FFF2-40B4-BE49-F238E27FC236}">
                  <a16:creationId xmlns:a16="http://schemas.microsoft.com/office/drawing/2014/main" id="{00FC822D-15BC-4305-849C-87DF636D5C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4" y="1037"/>
              <a:ext cx="166" cy="104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Oval 221">
              <a:extLst>
                <a:ext uri="{FF2B5EF4-FFF2-40B4-BE49-F238E27FC236}">
                  <a16:creationId xmlns:a16="http://schemas.microsoft.com/office/drawing/2014/main" id="{DCF4325E-D467-420A-AC5D-D0B8CC3A32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5" y="1035"/>
              <a:ext cx="166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Oval 222">
              <a:extLst>
                <a:ext uri="{FF2B5EF4-FFF2-40B4-BE49-F238E27FC236}">
                  <a16:creationId xmlns:a16="http://schemas.microsoft.com/office/drawing/2014/main" id="{D150A3B1-AE37-47EB-A574-E8C76A9606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5" y="1037"/>
              <a:ext cx="166" cy="104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Oval 223">
              <a:extLst>
                <a:ext uri="{FF2B5EF4-FFF2-40B4-BE49-F238E27FC236}">
                  <a16:creationId xmlns:a16="http://schemas.microsoft.com/office/drawing/2014/main" id="{B87029B5-A536-4643-AADD-11EC4E22C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6" y="1035"/>
              <a:ext cx="173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Oval 224">
              <a:extLst>
                <a:ext uri="{FF2B5EF4-FFF2-40B4-BE49-F238E27FC236}">
                  <a16:creationId xmlns:a16="http://schemas.microsoft.com/office/drawing/2014/main" id="{3BEE44B2-7CFD-4586-86FC-9CCCDF62D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6" y="1037"/>
              <a:ext cx="173" cy="104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225">
              <a:extLst>
                <a:ext uri="{FF2B5EF4-FFF2-40B4-BE49-F238E27FC236}">
                  <a16:creationId xmlns:a16="http://schemas.microsoft.com/office/drawing/2014/main" id="{DFA27F25-302A-4DDD-8CB5-B1E0A66349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" y="1314"/>
              <a:ext cx="173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Oval 226">
              <a:extLst>
                <a:ext uri="{FF2B5EF4-FFF2-40B4-BE49-F238E27FC236}">
                  <a16:creationId xmlns:a16="http://schemas.microsoft.com/office/drawing/2014/main" id="{D2E36CE7-9BD6-44A7-B04B-EB6482E25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" y="1316"/>
              <a:ext cx="173" cy="104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Oval 227">
              <a:extLst>
                <a:ext uri="{FF2B5EF4-FFF2-40B4-BE49-F238E27FC236}">
                  <a16:creationId xmlns:a16="http://schemas.microsoft.com/office/drawing/2014/main" id="{E77BCE57-F238-4B94-AB2C-366A2ED72F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4" y="1314"/>
              <a:ext cx="166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Oval 228">
              <a:extLst>
                <a:ext uri="{FF2B5EF4-FFF2-40B4-BE49-F238E27FC236}">
                  <a16:creationId xmlns:a16="http://schemas.microsoft.com/office/drawing/2014/main" id="{5F06B70A-3BAF-4393-BD4A-E1D73E7EE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4" y="1316"/>
              <a:ext cx="166" cy="104"/>
            </a:xfrm>
            <a:prstGeom prst="ellipse">
              <a:avLst/>
            </a:prstGeom>
            <a:noFill/>
            <a:ln w="22225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Oval 229">
              <a:extLst>
                <a:ext uri="{FF2B5EF4-FFF2-40B4-BE49-F238E27FC236}">
                  <a16:creationId xmlns:a16="http://schemas.microsoft.com/office/drawing/2014/main" id="{E4E44096-FB7E-4B04-8DAD-0E68FF96D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5" y="1314"/>
              <a:ext cx="166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Oval 230">
              <a:extLst>
                <a:ext uri="{FF2B5EF4-FFF2-40B4-BE49-F238E27FC236}">
                  <a16:creationId xmlns:a16="http://schemas.microsoft.com/office/drawing/2014/main" id="{3A1840A2-F485-4E5E-95F1-9535B78BF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5" y="1316"/>
              <a:ext cx="166" cy="104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Oval 231">
              <a:extLst>
                <a:ext uri="{FF2B5EF4-FFF2-40B4-BE49-F238E27FC236}">
                  <a16:creationId xmlns:a16="http://schemas.microsoft.com/office/drawing/2014/main" id="{5CB3D2D4-AF03-4897-B33D-76B2D0195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6" y="1314"/>
              <a:ext cx="173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Oval 232">
              <a:extLst>
                <a:ext uri="{FF2B5EF4-FFF2-40B4-BE49-F238E27FC236}">
                  <a16:creationId xmlns:a16="http://schemas.microsoft.com/office/drawing/2014/main" id="{C4BC718B-A7AC-403C-8A2A-C1A1EAAD0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6" y="1316"/>
              <a:ext cx="173" cy="104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Oval 233">
              <a:extLst>
                <a:ext uri="{FF2B5EF4-FFF2-40B4-BE49-F238E27FC236}">
                  <a16:creationId xmlns:a16="http://schemas.microsoft.com/office/drawing/2014/main" id="{C0328F19-6F46-4342-BE2F-09CAC7557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" y="1610"/>
              <a:ext cx="173" cy="11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Oval 234">
              <a:extLst>
                <a:ext uri="{FF2B5EF4-FFF2-40B4-BE49-F238E27FC236}">
                  <a16:creationId xmlns:a16="http://schemas.microsoft.com/office/drawing/2014/main" id="{EC2F7D13-BDAA-461C-A0B3-DC5B76912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" y="1613"/>
              <a:ext cx="173" cy="104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Oval 235">
              <a:extLst>
                <a:ext uri="{FF2B5EF4-FFF2-40B4-BE49-F238E27FC236}">
                  <a16:creationId xmlns:a16="http://schemas.microsoft.com/office/drawing/2014/main" id="{2B1228EE-BCB7-4D5E-B1BF-59A82A2E4B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4" y="1606"/>
              <a:ext cx="166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236">
              <a:extLst>
                <a:ext uri="{FF2B5EF4-FFF2-40B4-BE49-F238E27FC236}">
                  <a16:creationId xmlns:a16="http://schemas.microsoft.com/office/drawing/2014/main" id="{AA64275E-5A99-4B5F-B266-3FCDAEDBE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4" y="1609"/>
              <a:ext cx="166" cy="104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Oval 237">
              <a:extLst>
                <a:ext uri="{FF2B5EF4-FFF2-40B4-BE49-F238E27FC236}">
                  <a16:creationId xmlns:a16="http://schemas.microsoft.com/office/drawing/2014/main" id="{82F73507-6A1F-496E-9CE6-F2B7F36AB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5" y="1606"/>
              <a:ext cx="166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Oval 238">
              <a:extLst>
                <a:ext uri="{FF2B5EF4-FFF2-40B4-BE49-F238E27FC236}">
                  <a16:creationId xmlns:a16="http://schemas.microsoft.com/office/drawing/2014/main" id="{82D104F2-6994-466A-B8ED-C64DDF94C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5" y="1609"/>
              <a:ext cx="166" cy="104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Oval 239">
              <a:extLst>
                <a:ext uri="{FF2B5EF4-FFF2-40B4-BE49-F238E27FC236}">
                  <a16:creationId xmlns:a16="http://schemas.microsoft.com/office/drawing/2014/main" id="{A7C53A42-A6C9-4064-A5A1-3DC6F3AFF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6" y="1606"/>
              <a:ext cx="173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Oval 240">
              <a:extLst>
                <a:ext uri="{FF2B5EF4-FFF2-40B4-BE49-F238E27FC236}">
                  <a16:creationId xmlns:a16="http://schemas.microsoft.com/office/drawing/2014/main" id="{C79C6FD2-5487-4A79-863E-9F3D4EEE3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6" y="1609"/>
              <a:ext cx="173" cy="104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Oval 241">
              <a:extLst>
                <a:ext uri="{FF2B5EF4-FFF2-40B4-BE49-F238E27FC236}">
                  <a16:creationId xmlns:a16="http://schemas.microsoft.com/office/drawing/2014/main" id="{1E1B24DA-8E4B-4C1B-B2F6-C561ABE64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3" y="1872"/>
              <a:ext cx="166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Oval 242">
              <a:extLst>
                <a:ext uri="{FF2B5EF4-FFF2-40B4-BE49-F238E27FC236}">
                  <a16:creationId xmlns:a16="http://schemas.microsoft.com/office/drawing/2014/main" id="{23BA5233-7EC7-4AAB-95DE-C96AE4F8B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3" y="1875"/>
              <a:ext cx="166" cy="104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Oval 243">
              <a:extLst>
                <a:ext uri="{FF2B5EF4-FFF2-40B4-BE49-F238E27FC236}">
                  <a16:creationId xmlns:a16="http://schemas.microsoft.com/office/drawing/2014/main" id="{49AE68FA-D003-44DA-AE29-912C15723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4" y="1872"/>
              <a:ext cx="166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Oval 244">
              <a:extLst>
                <a:ext uri="{FF2B5EF4-FFF2-40B4-BE49-F238E27FC236}">
                  <a16:creationId xmlns:a16="http://schemas.microsoft.com/office/drawing/2014/main" id="{F5EC7633-ECB9-40AB-A71F-0AE63105C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4" y="1875"/>
              <a:ext cx="166" cy="104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Oval 245">
              <a:extLst>
                <a:ext uri="{FF2B5EF4-FFF2-40B4-BE49-F238E27FC236}">
                  <a16:creationId xmlns:a16="http://schemas.microsoft.com/office/drawing/2014/main" id="{A6739FC9-D114-44BF-99A7-E3396153A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5" y="1872"/>
              <a:ext cx="173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Oval 246">
              <a:extLst>
                <a:ext uri="{FF2B5EF4-FFF2-40B4-BE49-F238E27FC236}">
                  <a16:creationId xmlns:a16="http://schemas.microsoft.com/office/drawing/2014/main" id="{706C2361-947E-4A78-90BB-A15FBF6CF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5" y="1875"/>
              <a:ext cx="173" cy="104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Oval 247">
              <a:extLst>
                <a:ext uri="{FF2B5EF4-FFF2-40B4-BE49-F238E27FC236}">
                  <a16:creationId xmlns:a16="http://schemas.microsoft.com/office/drawing/2014/main" id="{104B418D-3D7C-4AD0-A1F9-070C4F386C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3" y="1872"/>
              <a:ext cx="166" cy="10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Oval 248">
              <a:extLst>
                <a:ext uri="{FF2B5EF4-FFF2-40B4-BE49-F238E27FC236}">
                  <a16:creationId xmlns:a16="http://schemas.microsoft.com/office/drawing/2014/main" id="{B2CE6834-D092-4E8D-B0CA-88ADAD786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3" y="1875"/>
              <a:ext cx="166" cy="104"/>
            </a:xfrm>
            <a:prstGeom prst="ellipse">
              <a:avLst/>
            </a:prstGeom>
            <a:noFill/>
            <a:ln w="22225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Rectangle 249">
              <a:extLst>
                <a:ext uri="{FF2B5EF4-FFF2-40B4-BE49-F238E27FC236}">
                  <a16:creationId xmlns:a16="http://schemas.microsoft.com/office/drawing/2014/main" id="{EEFC476D-5E66-40FE-98AD-6D847467E8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8" y="1899"/>
              <a:ext cx="152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panose="02020603050405020304" pitchFamily="18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" name="Rectangle 250">
              <a:extLst>
                <a:ext uri="{FF2B5EF4-FFF2-40B4-BE49-F238E27FC236}">
                  <a16:creationId xmlns:a16="http://schemas.microsoft.com/office/drawing/2014/main" id="{98A4444A-0E42-403A-AC23-28B91CF582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1899"/>
              <a:ext cx="131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panose="02020603050405020304" pitchFamily="18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1" name="Rectangle 251">
              <a:extLst>
                <a:ext uri="{FF2B5EF4-FFF2-40B4-BE49-F238E27FC236}">
                  <a16:creationId xmlns:a16="http://schemas.microsoft.com/office/drawing/2014/main" id="{12F0318D-997C-4ED0-969F-63AC2D2900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4" y="1899"/>
              <a:ext cx="131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panose="02020603050405020304" pitchFamily="18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2" name="Rectangle 252">
              <a:extLst>
                <a:ext uri="{FF2B5EF4-FFF2-40B4-BE49-F238E27FC236}">
                  <a16:creationId xmlns:a16="http://schemas.microsoft.com/office/drawing/2014/main" id="{DF8612A8-637E-4127-805D-96BC4087E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2" y="1899"/>
              <a:ext cx="118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panose="02020603050405020304" pitchFamily="18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" name="Rectangle 253">
              <a:extLst>
                <a:ext uri="{FF2B5EF4-FFF2-40B4-BE49-F238E27FC236}">
                  <a16:creationId xmlns:a16="http://schemas.microsoft.com/office/drawing/2014/main" id="{7AD94DEB-5A67-4683-AA1F-013784AEE4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5" y="1633"/>
              <a:ext cx="83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panose="02020603050405020304" pitchFamily="18" charset="0"/>
                </a:rPr>
                <a:t>I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4" name="Rectangle 254">
              <a:extLst>
                <a:ext uri="{FF2B5EF4-FFF2-40B4-BE49-F238E27FC236}">
                  <a16:creationId xmlns:a16="http://schemas.microsoft.com/office/drawing/2014/main" id="{928A7D67-364C-45E0-9D41-75D1A0ACD0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6" y="1633"/>
              <a:ext cx="97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panose="02020603050405020304" pitchFamily="18" charset="0"/>
                </a:rPr>
                <a:t>J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5" name="Rectangle 255">
              <a:extLst>
                <a:ext uri="{FF2B5EF4-FFF2-40B4-BE49-F238E27FC236}">
                  <a16:creationId xmlns:a16="http://schemas.microsoft.com/office/drawing/2014/main" id="{6E418211-C028-4691-9B5D-BF7D1F9D9D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7" y="1633"/>
              <a:ext cx="131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panose="02020603050405020304" pitchFamily="18" charset="0"/>
                </a:rPr>
                <a:t>K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6" name="Rectangle 256">
              <a:extLst>
                <a:ext uri="{FF2B5EF4-FFF2-40B4-BE49-F238E27FC236}">
                  <a16:creationId xmlns:a16="http://schemas.microsoft.com/office/drawing/2014/main" id="{0AE99660-F2C1-4DC6-BF2C-F2CE926861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2" y="1633"/>
              <a:ext cx="118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panose="02020603050405020304" pitchFamily="18" charset="0"/>
                </a:rPr>
                <a:t>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7" name="Rectangle 257">
              <a:extLst>
                <a:ext uri="{FF2B5EF4-FFF2-40B4-BE49-F238E27FC236}">
                  <a16:creationId xmlns:a16="http://schemas.microsoft.com/office/drawing/2014/main" id="{AB3568CC-BFB5-4DAC-869E-AF6616D98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1" y="1340"/>
              <a:ext cx="118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" panose="02020603050405020304" pitchFamily="18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" name="Rectangle 258">
              <a:extLst>
                <a:ext uri="{FF2B5EF4-FFF2-40B4-BE49-F238E27FC236}">
                  <a16:creationId xmlns:a16="http://schemas.microsoft.com/office/drawing/2014/main" id="{2DB71602-6629-4D1D-9E42-65867BBC74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1340"/>
              <a:ext cx="111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" panose="02020603050405020304" pitchFamily="18" charset="0"/>
                </a:rPr>
                <a:t>F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9" name="Rectangle 259">
              <a:extLst>
                <a:ext uri="{FF2B5EF4-FFF2-40B4-BE49-F238E27FC236}">
                  <a16:creationId xmlns:a16="http://schemas.microsoft.com/office/drawing/2014/main" id="{6F7A19DA-8F93-4ABB-9853-6AC4BE694E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7" y="1340"/>
              <a:ext cx="131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panose="02020603050405020304" pitchFamily="18" charset="0"/>
                </a:rPr>
                <a:t>G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0" name="Rectangle 260">
              <a:extLst>
                <a:ext uri="{FF2B5EF4-FFF2-40B4-BE49-F238E27FC236}">
                  <a16:creationId xmlns:a16="http://schemas.microsoft.com/office/drawing/2014/main" id="{53DC0743-6B90-4A77-B36E-A9910FDB2F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5" y="1340"/>
              <a:ext cx="131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panose="02020603050405020304" pitchFamily="18" charset="0"/>
                </a:rPr>
                <a:t>H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1" name="Rectangle 261">
              <a:extLst>
                <a:ext uri="{FF2B5EF4-FFF2-40B4-BE49-F238E27FC236}">
                  <a16:creationId xmlns:a16="http://schemas.microsoft.com/office/drawing/2014/main" id="{D8DCB556-075A-4E29-937F-DB2DF7CD1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4" y="1061"/>
              <a:ext cx="12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" panose="02020603050405020304" pitchFamily="18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" name="Rectangle 262">
              <a:extLst>
                <a:ext uri="{FF2B5EF4-FFF2-40B4-BE49-F238E27FC236}">
                  <a16:creationId xmlns:a16="http://schemas.microsoft.com/office/drawing/2014/main" id="{71064BD2-40D1-4106-9ABA-E17AB0816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2" y="1061"/>
              <a:ext cx="12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" panose="02020603050405020304" pitchFamily="18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3" name="Rectangle 263">
              <a:extLst>
                <a:ext uri="{FF2B5EF4-FFF2-40B4-BE49-F238E27FC236}">
                  <a16:creationId xmlns:a16="http://schemas.microsoft.com/office/drawing/2014/main" id="{0A177F0A-59B9-49A7-94B8-EE3B3ED60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4" y="1061"/>
              <a:ext cx="125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panose="02020603050405020304" pitchFamily="18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4" name="Rectangle 264">
              <a:extLst>
                <a:ext uri="{FF2B5EF4-FFF2-40B4-BE49-F238E27FC236}">
                  <a16:creationId xmlns:a16="http://schemas.microsoft.com/office/drawing/2014/main" id="{F5451EEA-E467-4023-9701-DBA1F9DE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5" y="1061"/>
              <a:ext cx="131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Times" panose="02020603050405020304" pitchFamily="18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5" name="Rectangle 265">
              <a:extLst>
                <a:ext uri="{FF2B5EF4-FFF2-40B4-BE49-F238E27FC236}">
                  <a16:creationId xmlns:a16="http://schemas.microsoft.com/office/drawing/2014/main" id="{5AEE3BEF-1770-49A2-A54A-C02AD5449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1" y="887"/>
              <a:ext cx="111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" panose="02020603050405020304" pitchFamily="18" charset="0"/>
                </a:rPr>
                <a:t>0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6" name="Rectangle 266">
              <a:extLst>
                <a:ext uri="{FF2B5EF4-FFF2-40B4-BE49-F238E27FC236}">
                  <a16:creationId xmlns:a16="http://schemas.microsoft.com/office/drawing/2014/main" id="{FAFA37E4-A060-4209-9892-E0562CA947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887"/>
              <a:ext cx="111" cy="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900" b="0" i="0" u="none" strike="noStrike" cap="none" normalizeH="0" baseline="0">
                  <a:ln>
                    <a:noFill/>
                  </a:ln>
                  <a:solidFill>
                    <a:srgbClr val="0000FF"/>
                  </a:solidFill>
                  <a:effectLst/>
                  <a:latin typeface="Times" panose="02020603050405020304" pitchFamily="18" charset="0"/>
                </a:rPr>
                <a:t>1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87" name="Arrow: Right 286">
            <a:extLst>
              <a:ext uri="{FF2B5EF4-FFF2-40B4-BE49-F238E27FC236}">
                <a16:creationId xmlns:a16="http://schemas.microsoft.com/office/drawing/2014/main" id="{A598E5FD-4223-4406-A412-5B8B63CD5E50}"/>
              </a:ext>
            </a:extLst>
          </p:cNvPr>
          <p:cNvSpPr/>
          <p:nvPr/>
        </p:nvSpPr>
        <p:spPr>
          <a:xfrm>
            <a:off x="4227953" y="2081788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8" name="Arrow: Right 287">
            <a:extLst>
              <a:ext uri="{FF2B5EF4-FFF2-40B4-BE49-F238E27FC236}">
                <a16:creationId xmlns:a16="http://schemas.microsoft.com/office/drawing/2014/main" id="{AE575042-503B-4DC6-957A-8A5965BE733F}"/>
              </a:ext>
            </a:extLst>
          </p:cNvPr>
          <p:cNvSpPr/>
          <p:nvPr/>
        </p:nvSpPr>
        <p:spPr>
          <a:xfrm>
            <a:off x="7825599" y="2096947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9" name="Arrow: Right 288">
            <a:extLst>
              <a:ext uri="{FF2B5EF4-FFF2-40B4-BE49-F238E27FC236}">
                <a16:creationId xmlns:a16="http://schemas.microsoft.com/office/drawing/2014/main" id="{5B6F2543-9F78-4575-A821-7C56AEF75370}"/>
              </a:ext>
            </a:extLst>
          </p:cNvPr>
          <p:cNvSpPr/>
          <p:nvPr/>
        </p:nvSpPr>
        <p:spPr>
          <a:xfrm>
            <a:off x="399943" y="4415160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0" name="Arrow: Right 289">
            <a:extLst>
              <a:ext uri="{FF2B5EF4-FFF2-40B4-BE49-F238E27FC236}">
                <a16:creationId xmlns:a16="http://schemas.microsoft.com/office/drawing/2014/main" id="{B457848D-4F28-4D43-96F1-59A4D3D80998}"/>
              </a:ext>
            </a:extLst>
          </p:cNvPr>
          <p:cNvSpPr/>
          <p:nvPr/>
        </p:nvSpPr>
        <p:spPr>
          <a:xfrm>
            <a:off x="4243348" y="4426677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1" name="Arrow: Right 290">
            <a:extLst>
              <a:ext uri="{FF2B5EF4-FFF2-40B4-BE49-F238E27FC236}">
                <a16:creationId xmlns:a16="http://schemas.microsoft.com/office/drawing/2014/main" id="{12087C89-CB71-481F-9613-8009A4276CE6}"/>
              </a:ext>
            </a:extLst>
          </p:cNvPr>
          <p:cNvSpPr/>
          <p:nvPr/>
        </p:nvSpPr>
        <p:spPr>
          <a:xfrm>
            <a:off x="7673543" y="4407044"/>
            <a:ext cx="438257" cy="312069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6184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AE7FEF-8DBF-4C45-A601-94C6EF3C3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BFS calculates the </a:t>
            </a:r>
            <a:r>
              <a:rPr lang="en-US" altLang="en-US" b="1" i="1" dirty="0">
                <a:solidFill>
                  <a:schemeClr val="tx2"/>
                </a:solidFill>
              </a:rPr>
              <a:t>shortest-path along with its distance</a:t>
            </a:r>
            <a:r>
              <a:rPr lang="en-US" altLang="en-US" b="1" dirty="0"/>
              <a:t> </a:t>
            </a:r>
            <a:r>
              <a:rPr lang="en-US" altLang="en-US" dirty="0"/>
              <a:t>to the </a:t>
            </a:r>
            <a:r>
              <a:rPr lang="en-US" altLang="en-US" b="1" dirty="0"/>
              <a:t>source node</a:t>
            </a:r>
          </a:p>
          <a:p>
            <a:pPr lvl="1" eaLnBrk="1" hangingPunct="1"/>
            <a:r>
              <a:rPr lang="en-US" altLang="en-US" dirty="0"/>
              <a:t>Shortest-path distance </a:t>
            </a:r>
            <a:r>
              <a:rPr lang="en-US" altLang="en-US" dirty="0">
                <a:sym typeface="Symbol" panose="05050102010706020507" pitchFamily="18" charset="2"/>
              </a:rPr>
              <a:t>(</a:t>
            </a:r>
            <a:r>
              <a:rPr lang="en-US" altLang="en-US" dirty="0" err="1">
                <a:sym typeface="Symbol" panose="05050102010706020507" pitchFamily="18" charset="2"/>
              </a:rPr>
              <a:t>s,v</a:t>
            </a:r>
            <a:r>
              <a:rPr lang="en-US" altLang="en-US" dirty="0">
                <a:sym typeface="Symbol" panose="05050102010706020507" pitchFamily="18" charset="2"/>
              </a:rPr>
              <a:t>) </a:t>
            </a:r>
            <a:r>
              <a:rPr lang="en-US" altLang="en-US" dirty="0"/>
              <a:t>= minimum number of edges from s to v, or </a:t>
            </a:r>
            <a:r>
              <a:rPr lang="en-US" altLang="en-US" dirty="0">
                <a:sym typeface="Symbol" panose="05050102010706020507" pitchFamily="18" charset="2"/>
              </a:rPr>
              <a:t> if v not reachable from s</a:t>
            </a:r>
            <a:endParaRPr lang="en-US" altLang="en-US" dirty="0"/>
          </a:p>
          <a:p>
            <a:pPr eaLnBrk="1" hangingPunct="1"/>
            <a:r>
              <a:rPr lang="en-US" altLang="en-US" dirty="0">
                <a:sym typeface="Symbol" panose="05050102010706020507" pitchFamily="18" charset="2"/>
              </a:rPr>
              <a:t>BFS builds </a:t>
            </a:r>
            <a:r>
              <a:rPr lang="en-US" altLang="en-US" b="1" i="1" dirty="0">
                <a:solidFill>
                  <a:schemeClr val="tx2"/>
                </a:solidFill>
                <a:sym typeface="Symbol" panose="05050102010706020507" pitchFamily="18" charset="2"/>
              </a:rPr>
              <a:t>breadth-first tree</a:t>
            </a:r>
            <a:r>
              <a:rPr lang="en-US" altLang="en-US" dirty="0">
                <a:sym typeface="Symbol" panose="05050102010706020507" pitchFamily="18" charset="2"/>
              </a:rPr>
              <a:t>, in which paths to root represent shortest paths in G</a:t>
            </a:r>
          </a:p>
          <a:p>
            <a:pPr lvl="1" eaLnBrk="1" hangingPunct="1"/>
            <a:r>
              <a:rPr lang="en-US" altLang="en-US" dirty="0">
                <a:sym typeface="Symbol" panose="05050102010706020507" pitchFamily="18" charset="2"/>
              </a:rPr>
              <a:t>Thus can use BFS to calculate shortest path from one vertex to another in </a:t>
            </a:r>
            <a:r>
              <a:rPr lang="en-US" altLang="en-US" b="1" dirty="0">
                <a:sym typeface="Symbol" panose="05050102010706020507" pitchFamily="18" charset="2"/>
              </a:rPr>
              <a:t>O(V+E)</a:t>
            </a:r>
            <a:r>
              <a:rPr lang="en-US" altLang="en-US" dirty="0">
                <a:sym typeface="Symbol" panose="05050102010706020507" pitchFamily="18" charset="2"/>
              </a:rPr>
              <a:t> time in an unweighted tree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70C9A-DC47-4F9D-AF41-49A7BBA17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CAB07-7B75-4ECA-A41F-70EC21C4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59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849DAF-822B-4A14-A7AD-D70777C31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Breadth-First Search: Properties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94381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AE7FEF-8DBF-4C45-A601-94C6EF3C3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70C9A-DC47-4F9D-AF41-49A7BBA17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BCAB07-7B75-4ECA-A41F-70EC21C46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9849DAF-822B-4A14-A7AD-D70777C31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 us Formulate the BFS Pseudocode</a:t>
            </a:r>
          </a:p>
        </p:txBody>
      </p:sp>
      <p:pic>
        <p:nvPicPr>
          <p:cNvPr id="7" name="Picture 7" descr="BFS">
            <a:extLst>
              <a:ext uri="{FF2B5EF4-FFF2-40B4-BE49-F238E27FC236}">
                <a16:creationId xmlns:a16="http://schemas.microsoft.com/office/drawing/2014/main" id="{021F7BA6-D15A-4CF2-80B2-9E52079A5D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483" y="887390"/>
            <a:ext cx="4786117" cy="5630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9017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88191-F27F-4163-8236-7755D973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order traversal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E0DD0-A846-4D16-97A1-03B228E41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5B185-05C6-40BF-BA81-91000D56B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D7398-2436-40AF-B672-1962CCE0C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5204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10B3DE-C093-4E68-8A7C-45B386AD4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BFS from the root</a:t>
            </a:r>
          </a:p>
          <a:p>
            <a:r>
              <a:rPr lang="en-US" dirty="0"/>
              <a:t>Print the node when you color it black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DC1E3-1173-4070-B33F-7D7A77EDD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AC643E-DB2C-4AEB-9B7F-30FA3241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2B5BCE6-31E2-4D46-B744-E74CB585C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Level order traversal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0EE0AD-6F42-4B25-9F4F-A2ED8BF35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502" y="2731770"/>
            <a:ext cx="661987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10316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88191-F27F-4163-8236-7755D973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E0DD0-A846-4D16-97A1-03B228E41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E5B185-05C6-40BF-BA81-91000D56B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D7398-2436-40AF-B672-1962CCE0C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60645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374BB8-F318-425F-B5C3-435C519C4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7909"/>
            <a:ext cx="4114800" cy="4949054"/>
          </a:xfrm>
        </p:spPr>
        <p:txBody>
          <a:bodyPr>
            <a:normAutofit/>
          </a:bodyPr>
          <a:lstStyle/>
          <a:p>
            <a:r>
              <a:rPr lang="en-US" dirty="0"/>
              <a:t>We can simply replace the </a:t>
            </a:r>
            <a:r>
              <a:rPr lang="en-US" b="1" dirty="0"/>
              <a:t>queue</a:t>
            </a:r>
            <a:r>
              <a:rPr lang="en-US" dirty="0"/>
              <a:t> with a </a:t>
            </a:r>
            <a:r>
              <a:rPr lang="en-US" b="1" dirty="0"/>
              <a:t>stack</a:t>
            </a:r>
            <a:r>
              <a:rPr lang="en-US" dirty="0"/>
              <a:t>.</a:t>
            </a:r>
          </a:p>
          <a:p>
            <a:r>
              <a:rPr lang="en-US" dirty="0"/>
              <a:t>However, this time we want to work with two other attributes:</a:t>
            </a:r>
          </a:p>
          <a:p>
            <a:pPr lvl="1"/>
            <a:r>
              <a:rPr lang="en-US" dirty="0"/>
              <a:t>Discovery Time</a:t>
            </a:r>
          </a:p>
          <a:p>
            <a:pPr lvl="1"/>
            <a:r>
              <a:rPr lang="en-US" dirty="0"/>
              <a:t>Finish Time</a:t>
            </a:r>
          </a:p>
          <a:p>
            <a:r>
              <a:rPr lang="en-US" dirty="0"/>
              <a:t>Hence we are using the recursive version.</a:t>
            </a:r>
          </a:p>
          <a:p>
            <a:pPr lvl="1"/>
            <a:r>
              <a:rPr lang="en-US" dirty="0"/>
              <a:t>You will understand this after the simulation.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598C1B-143E-4E0B-A569-9CA60386D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D1A536-70E1-4C7C-9D0C-B4C23B4AE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8A00AC3-B48F-4CE9-BDDD-0F66AA52E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 First Search</a:t>
            </a:r>
          </a:p>
        </p:txBody>
      </p:sp>
      <p:pic>
        <p:nvPicPr>
          <p:cNvPr id="7" name="Picture 7" descr="BFS">
            <a:extLst>
              <a:ext uri="{FF2B5EF4-FFF2-40B4-BE49-F238E27FC236}">
                <a16:creationId xmlns:a16="http://schemas.microsoft.com/office/drawing/2014/main" id="{5C949D7F-17F7-48A6-A1C8-2B532EF07B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0990" y="972232"/>
            <a:ext cx="4786117" cy="5630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8500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6C14AF-4EB9-4F08-86C4-D6394189EA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/>
            <a:r>
              <a:rPr lang="en-US" altLang="en-US" sz="2400" b="1" dirty="0"/>
              <a:t>Depth-first search is another strategy for exploring a graph</a:t>
            </a:r>
          </a:p>
          <a:p>
            <a:pPr lvl="1" eaLnBrk="1" hangingPunct="1"/>
            <a:r>
              <a:rPr lang="en-US" altLang="en-US" sz="2000" dirty="0"/>
              <a:t>Explore “deeper” in the graph whenever possible</a:t>
            </a:r>
          </a:p>
          <a:p>
            <a:pPr lvl="1" eaLnBrk="1" hangingPunct="1"/>
            <a:r>
              <a:rPr lang="en-US" altLang="en-US" sz="2000" dirty="0"/>
              <a:t>Edges are explored out of the </a:t>
            </a:r>
            <a:r>
              <a:rPr lang="en-US" altLang="en-US" sz="2000" b="1" dirty="0"/>
              <a:t>most recently discovered </a:t>
            </a:r>
            <a:r>
              <a:rPr lang="en-US" altLang="en-US" sz="2000" dirty="0"/>
              <a:t>vertex </a:t>
            </a:r>
            <a:r>
              <a:rPr lang="en-US" altLang="en-US" sz="2000" i="1" dirty="0"/>
              <a:t>v</a:t>
            </a:r>
            <a:r>
              <a:rPr lang="en-US" altLang="en-US" sz="2000" dirty="0"/>
              <a:t> that still has unexplored edges</a:t>
            </a:r>
          </a:p>
          <a:p>
            <a:pPr lvl="1" eaLnBrk="1" hangingPunct="1"/>
            <a:r>
              <a:rPr lang="en-US" altLang="en-US" sz="2000" dirty="0"/>
              <a:t>When all of </a:t>
            </a:r>
            <a:r>
              <a:rPr lang="en-US" altLang="en-US" sz="2000" i="1" dirty="0"/>
              <a:t>v</a:t>
            </a:r>
            <a:r>
              <a:rPr lang="en-US" altLang="en-US" sz="2000" dirty="0"/>
              <a:t>’s edges have been explored, </a:t>
            </a:r>
            <a:r>
              <a:rPr lang="en-US" altLang="en-US" sz="2000" b="1" dirty="0"/>
              <a:t>backtrack</a:t>
            </a:r>
            <a:r>
              <a:rPr lang="en-US" altLang="en-US" sz="2000" dirty="0"/>
              <a:t> to the vertex from which </a:t>
            </a:r>
            <a:r>
              <a:rPr lang="en-US" altLang="en-US" sz="2000" i="1" dirty="0"/>
              <a:t>v</a:t>
            </a:r>
            <a:r>
              <a:rPr lang="en-US" altLang="en-US" sz="2000" dirty="0"/>
              <a:t> was discovered </a:t>
            </a:r>
            <a:r>
              <a:rPr lang="en-US" altLang="en-US" sz="2000" b="1" dirty="0"/>
              <a:t>(Recursion is used here)</a:t>
            </a:r>
          </a:p>
          <a:p>
            <a:pPr eaLnBrk="1" hangingPunct="1"/>
            <a:r>
              <a:rPr lang="en-US" altLang="en-US" sz="2400" b="1" dirty="0"/>
              <a:t>Vertex Colors:</a:t>
            </a:r>
          </a:p>
          <a:p>
            <a:pPr lvl="1" eaLnBrk="1" hangingPunct="1"/>
            <a:r>
              <a:rPr lang="en-US" altLang="en-US" sz="2000" dirty="0"/>
              <a:t>Vertices initially colored white</a:t>
            </a:r>
          </a:p>
          <a:p>
            <a:pPr lvl="1" eaLnBrk="1" hangingPunct="1"/>
            <a:r>
              <a:rPr lang="en-US" altLang="en-US" sz="2000" dirty="0"/>
              <a:t>Then colored grey when discovered</a:t>
            </a:r>
          </a:p>
          <a:p>
            <a:pPr lvl="1" eaLnBrk="1" hangingPunct="1"/>
            <a:r>
              <a:rPr lang="en-US" altLang="en-US" sz="2000" dirty="0"/>
              <a:t>Then black when finished</a:t>
            </a:r>
          </a:p>
          <a:p>
            <a:pPr eaLnBrk="1" hangingPunct="1"/>
            <a:r>
              <a:rPr lang="en-US" altLang="en-US" sz="2400" b="1" dirty="0"/>
              <a:t>Times</a:t>
            </a:r>
          </a:p>
          <a:p>
            <a:pPr lvl="1"/>
            <a:r>
              <a:rPr lang="en-US" dirty="0"/>
              <a:t>Discovery Time (d)</a:t>
            </a:r>
          </a:p>
          <a:p>
            <a:pPr lvl="1"/>
            <a:r>
              <a:rPr lang="en-US" dirty="0"/>
              <a:t>Returning Time / Exploration Completion Time (f)</a:t>
            </a:r>
          </a:p>
          <a:p>
            <a:r>
              <a:rPr lang="en-US" sz="2600" b="1" dirty="0"/>
              <a:t>Running time</a:t>
            </a:r>
          </a:p>
          <a:p>
            <a:pPr lvl="1"/>
            <a:r>
              <a:rPr lang="en-US" sz="2200" dirty="0"/>
              <a:t>running time of DFS = O(V+E)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31C8D7-06DB-4457-B812-B9921F9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DF7BC-1859-42C6-82C0-E8ED27B22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E7DFCAE-9D29-4FE6-BD46-26CBEE3AF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Depth-First Search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4334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CF47A4-135D-4462-9195-EF9F74BC0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two functions: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B627E-87AC-4D88-A589-0287D1F66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331DF-D007-40DA-A983-F60E5C6E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790D175-59D2-4841-89E7-8073AD40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04ECBB8-F0FD-4F34-A49E-A20330AD7F5C}"/>
              </a:ext>
            </a:extLst>
          </p:cNvPr>
          <p:cNvSpPr txBox="1">
            <a:spLocks noChangeArrowheads="1"/>
          </p:cNvSpPr>
          <p:nvPr/>
        </p:nvSpPr>
        <p:spPr>
          <a:xfrm>
            <a:off x="1363980" y="1868806"/>
            <a:ext cx="4038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DFS(G)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for each vertex u </a:t>
            </a: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 G-&gt;V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{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u-&gt;color = WHITE;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}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time = 0;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for each vertex </a:t>
            </a:r>
            <a:r>
              <a:rPr lang="en-US" altLang="en-US" sz="1800" b="1" dirty="0">
                <a:latin typeface="Courier New" panose="02070309020205020404" pitchFamily="49" charset="0"/>
              </a:rPr>
              <a:t>u </a:t>
            </a: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 G-&gt;V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{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if (u-&gt;color == WHITE)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</a:t>
            </a:r>
            <a:r>
              <a:rPr lang="en-US" altLang="en-US" sz="18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DFS_Visit</a:t>
            </a: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(u);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}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  <a:endParaRPr lang="en-US" alt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643E731-081C-4B2A-9675-568972F80FBB}"/>
              </a:ext>
            </a:extLst>
          </p:cNvPr>
          <p:cNvSpPr txBox="1">
            <a:spLocks noChangeArrowheads="1"/>
          </p:cNvSpPr>
          <p:nvPr/>
        </p:nvSpPr>
        <p:spPr>
          <a:xfrm>
            <a:off x="6591300" y="1757363"/>
            <a:ext cx="4038600" cy="4343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300" b="1" dirty="0" err="1">
                <a:latin typeface="Courier New" panose="02070309020205020404" pitchFamily="49" charset="0"/>
              </a:rPr>
              <a:t>DFS_Visit</a:t>
            </a:r>
            <a:r>
              <a:rPr lang="en-US" altLang="en-US" sz="1300" b="1" dirty="0">
                <a:latin typeface="Courier New" panose="02070309020205020404" pitchFamily="49" charset="0"/>
              </a:rPr>
              <a:t>(u)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{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   u-&gt;color = GREY;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   time = time+1;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   u-&gt;d = time;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   for each v </a:t>
            </a: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 u-&gt;Adj[]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{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if (v-&gt;color == WHITE)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</a:t>
            </a:r>
            <a:r>
              <a:rPr lang="en-US" altLang="en-US" sz="15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DFS_Visit</a:t>
            </a: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(v);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}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u-&gt;color = BLACK;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time = time+1;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u-&gt;f = time;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EF6148B8-74D1-4464-B64F-982B0F5730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8360" y="1681163"/>
            <a:ext cx="0" cy="449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41944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CF47A4-135D-4462-9195-EF9F74BC0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two functions: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B627E-87AC-4D88-A589-0287D1F66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331DF-D007-40DA-A983-F60E5C6E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790D175-59D2-4841-89E7-8073AD40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04ECBB8-F0FD-4F34-A49E-A20330AD7F5C}"/>
              </a:ext>
            </a:extLst>
          </p:cNvPr>
          <p:cNvSpPr txBox="1">
            <a:spLocks noChangeArrowheads="1"/>
          </p:cNvSpPr>
          <p:nvPr/>
        </p:nvSpPr>
        <p:spPr>
          <a:xfrm>
            <a:off x="1363980" y="1868806"/>
            <a:ext cx="4038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DFS(G)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for each vertex u </a:t>
            </a: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 G-&gt;V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{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u-&gt;color = WHITE;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}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time = 0;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for each vertex </a:t>
            </a:r>
            <a:r>
              <a:rPr lang="en-US" altLang="en-US" sz="1800" b="1" dirty="0">
                <a:latin typeface="Courier New" panose="02070309020205020404" pitchFamily="49" charset="0"/>
              </a:rPr>
              <a:t>u </a:t>
            </a: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 G-&gt;V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{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if (u-&gt;color == WHITE)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</a:t>
            </a:r>
            <a:r>
              <a:rPr lang="en-US" altLang="en-US" sz="18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DFS_Visit</a:t>
            </a: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(u);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}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  <a:endParaRPr lang="en-US" alt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643E731-081C-4B2A-9675-568972F80FBB}"/>
              </a:ext>
            </a:extLst>
          </p:cNvPr>
          <p:cNvSpPr txBox="1">
            <a:spLocks noChangeArrowheads="1"/>
          </p:cNvSpPr>
          <p:nvPr/>
        </p:nvSpPr>
        <p:spPr>
          <a:xfrm>
            <a:off x="6591300" y="1757363"/>
            <a:ext cx="4038600" cy="4343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300" b="1" dirty="0" err="1">
                <a:latin typeface="Courier New" panose="02070309020205020404" pitchFamily="49" charset="0"/>
              </a:rPr>
              <a:t>DFS_Visit</a:t>
            </a:r>
            <a:r>
              <a:rPr lang="en-US" altLang="en-US" sz="1300" b="1" dirty="0">
                <a:latin typeface="Courier New" panose="02070309020205020404" pitchFamily="49" charset="0"/>
              </a:rPr>
              <a:t>(u)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{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   u-&gt;color = GREY;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   time = time+1;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   u-&gt;d = time;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   for each v </a:t>
            </a: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 u-&gt;Adj[]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{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if (v-&gt;color == WHITE)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</a:t>
            </a:r>
            <a:r>
              <a:rPr lang="en-US" altLang="en-US" sz="15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DFS_Visit</a:t>
            </a: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(v);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}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u-&gt;color = BLACK;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time = time+1;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u-&gt;f = time;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EF6148B8-74D1-4464-B64F-982B0F5730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8360" y="1681163"/>
            <a:ext cx="0" cy="449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D0BEEB-5129-4C6C-A162-8722E188C6E9}"/>
              </a:ext>
            </a:extLst>
          </p:cNvPr>
          <p:cNvSpPr/>
          <p:nvPr/>
        </p:nvSpPr>
        <p:spPr>
          <a:xfrm>
            <a:off x="563881" y="5786624"/>
            <a:ext cx="4144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Initialization</a:t>
            </a:r>
          </a:p>
          <a:p>
            <a:pPr algn="ctr"/>
            <a:r>
              <a:rPr lang="en-US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2.Ensures that visiting done for all vertices</a:t>
            </a:r>
            <a:endParaRPr lang="en-US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EB4C0F0-D53C-4340-9FFF-73E02238743E}"/>
                  </a:ext>
                </a:extLst>
              </p14:cNvPr>
              <p14:cNvContentPartPr/>
              <p14:nvPr/>
            </p14:nvContentPartPr>
            <p14:xfrm>
              <a:off x="1804680" y="1125360"/>
              <a:ext cx="9075960" cy="3564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EB4C0F0-D53C-4340-9FFF-73E0223874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95320" y="1116000"/>
                <a:ext cx="9094680" cy="3583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42265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CF47A4-135D-4462-9195-EF9F74BC0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two functions: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B627E-87AC-4D88-A589-0287D1F66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331DF-D007-40DA-A983-F60E5C6E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790D175-59D2-4841-89E7-8073AD40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04ECBB8-F0FD-4F34-A49E-A20330AD7F5C}"/>
              </a:ext>
            </a:extLst>
          </p:cNvPr>
          <p:cNvSpPr txBox="1">
            <a:spLocks noChangeArrowheads="1"/>
          </p:cNvSpPr>
          <p:nvPr/>
        </p:nvSpPr>
        <p:spPr>
          <a:xfrm>
            <a:off x="1363980" y="1868806"/>
            <a:ext cx="4038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DFS(G)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for each vertex u </a:t>
            </a: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 G-&gt;V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{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u-&gt;color = WHITE;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}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time = 0;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for each vertex </a:t>
            </a:r>
            <a:r>
              <a:rPr lang="en-US" altLang="en-US" sz="1800" b="1" dirty="0">
                <a:latin typeface="Courier New" panose="02070309020205020404" pitchFamily="49" charset="0"/>
              </a:rPr>
              <a:t>u </a:t>
            </a: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 G-&gt;V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{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if (u-&gt;color == WHITE)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</a:t>
            </a:r>
            <a:r>
              <a:rPr lang="en-US" altLang="en-US" sz="18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DFS_Visit</a:t>
            </a: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(u);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}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  <a:endParaRPr lang="en-US" alt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643E731-081C-4B2A-9675-568972F80FBB}"/>
              </a:ext>
            </a:extLst>
          </p:cNvPr>
          <p:cNvSpPr txBox="1">
            <a:spLocks noChangeArrowheads="1"/>
          </p:cNvSpPr>
          <p:nvPr/>
        </p:nvSpPr>
        <p:spPr>
          <a:xfrm>
            <a:off x="6591300" y="1757363"/>
            <a:ext cx="4038600" cy="4343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300" b="1" dirty="0" err="1">
                <a:latin typeface="Courier New" panose="02070309020205020404" pitchFamily="49" charset="0"/>
              </a:rPr>
              <a:t>DFS_Visit</a:t>
            </a:r>
            <a:r>
              <a:rPr lang="en-US" altLang="en-US" sz="1300" b="1" dirty="0">
                <a:latin typeface="Courier New" panose="02070309020205020404" pitchFamily="49" charset="0"/>
              </a:rPr>
              <a:t>(u)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{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   u-&gt;color = GREY;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   time = time+1;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   u-&gt;d = time;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   for each v </a:t>
            </a: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 u-&gt;Adj[]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{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if (v-&gt;color == WHITE)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</a:t>
            </a:r>
            <a:r>
              <a:rPr lang="en-US" altLang="en-US" sz="15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DFS_Visit</a:t>
            </a: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(v);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}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u-&gt;color = BLACK;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time = time+1;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u-&gt;f = time;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EF6148B8-74D1-4464-B64F-982B0F5730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8360" y="1681163"/>
            <a:ext cx="0" cy="449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D0BEEB-5129-4C6C-A162-8722E188C6E9}"/>
              </a:ext>
            </a:extLst>
          </p:cNvPr>
          <p:cNvSpPr/>
          <p:nvPr/>
        </p:nvSpPr>
        <p:spPr>
          <a:xfrm>
            <a:off x="563881" y="5786624"/>
            <a:ext cx="4144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Initialization</a:t>
            </a:r>
          </a:p>
          <a:p>
            <a:r>
              <a:rPr lang="en-US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2.Ensures that visiting done for all vertices</a:t>
            </a:r>
            <a:endParaRPr lang="en-US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09AC9F-4445-4143-AF84-AF10627A2EF3}"/>
              </a:ext>
            </a:extLst>
          </p:cNvPr>
          <p:cNvSpPr/>
          <p:nvPr/>
        </p:nvSpPr>
        <p:spPr>
          <a:xfrm>
            <a:off x="9326880" y="1868806"/>
            <a:ext cx="2865120" cy="203132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342900" indent="-342900">
              <a:buAutoNum type="arabicPeriod"/>
            </a:pPr>
            <a:r>
              <a:rPr lang="en-US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Visits a vertex</a:t>
            </a:r>
          </a:p>
          <a:p>
            <a:pPr marL="342900" indent="-342900">
              <a:buAutoNum type="arabicPeriod"/>
            </a:pPr>
            <a:r>
              <a:rPr lang="en-US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Updates its color and discovery time</a:t>
            </a:r>
          </a:p>
          <a:p>
            <a:pPr marL="342900" indent="-342900">
              <a:buAutoNum type="arabicPeriod"/>
            </a:pPr>
            <a:r>
              <a:rPr lang="en-US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Recursively</a:t>
            </a:r>
            <a:r>
              <a:rPr lang="en-US" b="0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visits the white neighbors</a:t>
            </a:r>
          </a:p>
          <a:p>
            <a:pPr marL="342900" indent="-342900">
              <a:buAutoNum type="arabicPeriod"/>
            </a:pPr>
            <a:r>
              <a:rPr lang="en-US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Updates the color and closure time</a:t>
            </a:r>
            <a:endParaRPr lang="en-US" b="0" cap="none" spc="0" dirty="0">
              <a:ln w="0"/>
              <a:solidFill>
                <a:schemeClr val="accent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6541F17-D620-4935-9A90-98F2B470950D}"/>
                  </a:ext>
                </a:extLst>
              </p14:cNvPr>
              <p14:cNvContentPartPr/>
              <p14:nvPr/>
            </p14:nvContentPartPr>
            <p14:xfrm>
              <a:off x="1716480" y="2314080"/>
              <a:ext cx="7889040" cy="3743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6541F17-D620-4935-9A90-98F2B47095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7120" y="2304720"/>
                <a:ext cx="7907760" cy="376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74582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73DD-A2F7-4F40-B571-4B7A660C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46E2-C0F4-47C5-AB8F-D8187C29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DB98-8840-46B9-BEEB-6C6CF9EC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69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CC1DEA-F9B7-4300-AF4D-5AFF955B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657E2A1-163E-4942-A541-19E47278F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208" y="1420194"/>
            <a:ext cx="7931583" cy="401761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EF296BA3-7F74-4219-BA47-593DB72C9E53}"/>
              </a:ext>
            </a:extLst>
          </p:cNvPr>
          <p:cNvSpPr txBox="1"/>
          <p:nvPr/>
        </p:nvSpPr>
        <p:spPr>
          <a:xfrm rot="19788119">
            <a:off x="3599666" y="1961495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BF5A1F5-E3A0-49B8-9A46-294FF248B471}"/>
                  </a:ext>
                </a:extLst>
              </p14:cNvPr>
              <p14:cNvContentPartPr/>
              <p14:nvPr/>
            </p14:nvContentPartPr>
            <p14:xfrm>
              <a:off x="1658520" y="1898280"/>
              <a:ext cx="8271360" cy="3506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BF5A1F5-E3A0-49B8-9A46-294FF248B4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9160" y="1888920"/>
                <a:ext cx="8290080" cy="352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728473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73DD-A2F7-4F40-B571-4B7A660C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46E2-C0F4-47C5-AB8F-D8187C29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DB98-8840-46B9-BEEB-6C6CF9EC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CC1DEA-F9B7-4300-AF4D-5AFF955B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64331A-80EB-47C0-B680-53457C57B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84" y="1417145"/>
            <a:ext cx="8023031" cy="402370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ED67402-FCEC-49CE-91B7-DD8FC2CB3938}"/>
              </a:ext>
            </a:extLst>
          </p:cNvPr>
          <p:cNvSpPr txBox="1"/>
          <p:nvPr/>
        </p:nvSpPr>
        <p:spPr>
          <a:xfrm rot="19788119">
            <a:off x="3599666" y="1961495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DB710C-0E25-4CF3-8D75-AA45B3597F6D}"/>
              </a:ext>
            </a:extLst>
          </p:cNvPr>
          <p:cNvSpPr txBox="1"/>
          <p:nvPr/>
        </p:nvSpPr>
        <p:spPr>
          <a:xfrm rot="19788119">
            <a:off x="1543445" y="3203263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BA16A03-C639-49C8-B860-480C4D61EB32}"/>
                  </a:ext>
                </a:extLst>
              </p14:cNvPr>
              <p14:cNvContentPartPr/>
              <p14:nvPr/>
            </p14:nvContentPartPr>
            <p14:xfrm>
              <a:off x="1778760" y="2081160"/>
              <a:ext cx="5108040" cy="26470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BA16A03-C639-49C8-B860-480C4D61EB3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69400" y="2071800"/>
                <a:ext cx="5126760" cy="266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631244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73DD-A2F7-4F40-B571-4B7A660C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46E2-C0F4-47C5-AB8F-D8187C29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DB98-8840-46B9-BEEB-6C6CF9EC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CC1DEA-F9B7-4300-AF4D-5AFF955B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75FE3323-3B7A-46C2-ACA7-CB450CDE3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84" y="1417145"/>
            <a:ext cx="8023031" cy="402370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A08AFDA-1D25-453F-8359-37F19F81C610}"/>
              </a:ext>
            </a:extLst>
          </p:cNvPr>
          <p:cNvSpPr txBox="1"/>
          <p:nvPr/>
        </p:nvSpPr>
        <p:spPr>
          <a:xfrm rot="19788119">
            <a:off x="1542267" y="3302615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55134A7-2BC1-4AEF-AC75-DC62E0035637}"/>
              </a:ext>
            </a:extLst>
          </p:cNvPr>
          <p:cNvSpPr txBox="1"/>
          <p:nvPr/>
        </p:nvSpPr>
        <p:spPr>
          <a:xfrm rot="19788119">
            <a:off x="3599666" y="1961495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142FE4A-4043-4157-9362-FC371C06C280}"/>
                  </a:ext>
                </a:extLst>
              </p14:cNvPr>
              <p14:cNvContentPartPr/>
              <p14:nvPr/>
            </p14:nvContentPartPr>
            <p14:xfrm>
              <a:off x="3245400" y="4234320"/>
              <a:ext cx="3477240" cy="955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142FE4A-4043-4157-9362-FC371C06C2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36040" y="4224960"/>
                <a:ext cx="3495960" cy="97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71877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73DD-A2F7-4F40-B571-4B7A660C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46E2-C0F4-47C5-AB8F-D8187C29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DB98-8840-46B9-BEEB-6C6CF9EC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CC1DEA-F9B7-4300-AF4D-5AFF955B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487E72-6554-4BC1-B061-D53AF3422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84" y="1690581"/>
            <a:ext cx="8023031" cy="402370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07C0E06-DA20-496F-9B06-B009451C99E5}"/>
              </a:ext>
            </a:extLst>
          </p:cNvPr>
          <p:cNvSpPr txBox="1"/>
          <p:nvPr/>
        </p:nvSpPr>
        <p:spPr>
          <a:xfrm rot="19788119">
            <a:off x="2796539" y="4831541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312B7B-A7DC-425F-A114-0635BD191294}"/>
              </a:ext>
            </a:extLst>
          </p:cNvPr>
          <p:cNvSpPr txBox="1"/>
          <p:nvPr/>
        </p:nvSpPr>
        <p:spPr>
          <a:xfrm rot="19788119">
            <a:off x="3599666" y="1961495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B29D4B6-1BD0-4FE7-BB5E-0D4D0661F154}"/>
              </a:ext>
            </a:extLst>
          </p:cNvPr>
          <p:cNvSpPr txBox="1"/>
          <p:nvPr/>
        </p:nvSpPr>
        <p:spPr>
          <a:xfrm rot="19788119">
            <a:off x="1587985" y="3545591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</p:spTree>
    <p:extLst>
      <p:ext uri="{BB962C8B-B14F-4D97-AF65-F5344CB8AC3E}">
        <p14:creationId xmlns:p14="http://schemas.microsoft.com/office/powerpoint/2010/main" val="395423715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73DD-A2F7-4F40-B571-4B7A660C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46E2-C0F4-47C5-AB8F-D8187C29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DB98-8840-46B9-BEEB-6C6CF9EC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CC1DEA-F9B7-4300-AF4D-5AFF955B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B992CFB-D09D-4395-9083-BC974650E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84" y="1417145"/>
            <a:ext cx="8023031" cy="402370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A6E6C93-6F4A-492D-BFB3-B6F75B76466F}"/>
              </a:ext>
            </a:extLst>
          </p:cNvPr>
          <p:cNvSpPr txBox="1"/>
          <p:nvPr/>
        </p:nvSpPr>
        <p:spPr>
          <a:xfrm rot="19788119">
            <a:off x="3599666" y="1961495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06E79E-ADDD-4502-8DF2-CC399DB57C1B}"/>
              </a:ext>
            </a:extLst>
          </p:cNvPr>
          <p:cNvSpPr txBox="1"/>
          <p:nvPr/>
        </p:nvSpPr>
        <p:spPr>
          <a:xfrm rot="19788119">
            <a:off x="1543444" y="3203265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24F5F91-4047-493B-A41F-EFAF4B4E59DD}"/>
                  </a:ext>
                </a:extLst>
              </p14:cNvPr>
              <p14:cNvContentPartPr/>
              <p14:nvPr/>
            </p14:nvContentPartPr>
            <p14:xfrm>
              <a:off x="2333520" y="3631320"/>
              <a:ext cx="288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24F5F91-4047-493B-A41F-EFAF4B4E59D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24160" y="3621960"/>
                <a:ext cx="2160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46597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73DD-A2F7-4F40-B571-4B7A660C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46E2-C0F4-47C5-AB8F-D8187C29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DB98-8840-46B9-BEEB-6C6CF9EC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CC1DEA-F9B7-4300-AF4D-5AFF955B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BD1BFD3E-3ED1-46B8-8563-81EF57F92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84" y="1417145"/>
            <a:ext cx="8023031" cy="4023709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CA94FE72-24C8-44B6-BC01-F64F94B65680}"/>
              </a:ext>
            </a:extLst>
          </p:cNvPr>
          <p:cNvSpPr txBox="1"/>
          <p:nvPr/>
        </p:nvSpPr>
        <p:spPr>
          <a:xfrm rot="19788119">
            <a:off x="3599666" y="1961495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94752CC-5A00-4EA0-AC5F-4528F19A027A}"/>
              </a:ext>
            </a:extLst>
          </p:cNvPr>
          <p:cNvSpPr txBox="1"/>
          <p:nvPr/>
        </p:nvSpPr>
        <p:spPr>
          <a:xfrm rot="19788119">
            <a:off x="1543444" y="3203265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FB4B022-0D85-4A4C-81FB-A2FBF8D06CE8}"/>
              </a:ext>
            </a:extLst>
          </p:cNvPr>
          <p:cNvSpPr txBox="1"/>
          <p:nvPr/>
        </p:nvSpPr>
        <p:spPr>
          <a:xfrm rot="19788119">
            <a:off x="5536323" y="4305531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D300B72-B221-4EA4-9D95-96CB1933B7F3}"/>
                  </a:ext>
                </a:extLst>
              </p14:cNvPr>
              <p14:cNvContentPartPr/>
              <p14:nvPr/>
            </p14:nvContentPartPr>
            <p14:xfrm>
              <a:off x="6293520" y="4858920"/>
              <a:ext cx="315360" cy="312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D300B72-B221-4EA4-9D95-96CB1933B7F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84160" y="4849560"/>
                <a:ext cx="334080" cy="33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012679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73DD-A2F7-4F40-B571-4B7A660C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46E2-C0F4-47C5-AB8F-D8187C29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DB98-8840-46B9-BEEB-6C6CF9EC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CC1DEA-F9B7-4300-AF4D-5AFF955B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DF1914-5CC3-4C4E-BC0E-E4038CBF8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84" y="1690581"/>
            <a:ext cx="8023031" cy="402370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1F5A990-4CDE-42CE-AA61-A9695B8966B5}"/>
              </a:ext>
            </a:extLst>
          </p:cNvPr>
          <p:cNvSpPr txBox="1"/>
          <p:nvPr/>
        </p:nvSpPr>
        <p:spPr>
          <a:xfrm rot="19788119">
            <a:off x="3599666" y="1961495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3C7CE35-3CF4-4DAE-9BF7-187E56DA9E5D}"/>
              </a:ext>
            </a:extLst>
          </p:cNvPr>
          <p:cNvSpPr txBox="1"/>
          <p:nvPr/>
        </p:nvSpPr>
        <p:spPr>
          <a:xfrm rot="19788119">
            <a:off x="1543444" y="3203265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</p:spTree>
    <p:extLst>
      <p:ext uri="{BB962C8B-B14F-4D97-AF65-F5344CB8AC3E}">
        <p14:creationId xmlns:p14="http://schemas.microsoft.com/office/powerpoint/2010/main" val="20898051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73DD-A2F7-4F40-B571-4B7A660C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46E2-C0F4-47C5-AB8F-D8187C29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DB98-8840-46B9-BEEB-6C6CF9EC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CC1DEA-F9B7-4300-AF4D-5AFF955B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757DA0C-C054-4791-8503-55BEF167A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84" y="1690581"/>
            <a:ext cx="8023031" cy="402370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AB45477-DDC0-4654-AEB5-E3CCED1BADEB}"/>
              </a:ext>
            </a:extLst>
          </p:cNvPr>
          <p:cNvSpPr txBox="1"/>
          <p:nvPr/>
        </p:nvSpPr>
        <p:spPr>
          <a:xfrm rot="19788119">
            <a:off x="3599666" y="1961495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p:sp>
        <p:nvSpPr>
          <p:cNvPr id="36" name="Oval 4">
            <a:extLst>
              <a:ext uri="{FF2B5EF4-FFF2-40B4-BE49-F238E27FC236}">
                <a16:creationId xmlns:a16="http://schemas.microsoft.com/office/drawing/2014/main" id="{5F0B31C3-21B9-4F5B-BC96-C8DA53C7E9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6688" y="2645665"/>
            <a:ext cx="1078992" cy="68884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dirty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</p:spTree>
    <p:extLst>
      <p:ext uri="{BB962C8B-B14F-4D97-AF65-F5344CB8AC3E}">
        <p14:creationId xmlns:p14="http://schemas.microsoft.com/office/powerpoint/2010/main" val="96312410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73DD-A2F7-4F40-B571-4B7A660C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46E2-C0F4-47C5-AB8F-D8187C29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DB98-8840-46B9-BEEB-6C6CF9EC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CC1DEA-F9B7-4300-AF4D-5AFF955B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757DA0C-C054-4791-8503-55BEF167A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84" y="1690581"/>
            <a:ext cx="8023031" cy="402370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AB45477-DDC0-4654-AEB5-E3CCED1BADEB}"/>
              </a:ext>
            </a:extLst>
          </p:cNvPr>
          <p:cNvSpPr txBox="1"/>
          <p:nvPr/>
        </p:nvSpPr>
        <p:spPr>
          <a:xfrm rot="19788119">
            <a:off x="3599666" y="1961495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3437D8-FC1E-41F0-9943-D3477D4D12D5}"/>
              </a:ext>
            </a:extLst>
          </p:cNvPr>
          <p:cNvSpPr txBox="1"/>
          <p:nvPr/>
        </p:nvSpPr>
        <p:spPr>
          <a:xfrm rot="19788119">
            <a:off x="5655885" y="2197426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</p:spTree>
    <p:extLst>
      <p:ext uri="{BB962C8B-B14F-4D97-AF65-F5344CB8AC3E}">
        <p14:creationId xmlns:p14="http://schemas.microsoft.com/office/powerpoint/2010/main" val="393770416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73DD-A2F7-4F40-B571-4B7A660C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46E2-C0F4-47C5-AB8F-D8187C29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DB98-8840-46B9-BEEB-6C6CF9EC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CC1DEA-F9B7-4300-AF4D-5AFF955B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F4DB45-7BA9-4424-92AA-A74B85965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84" y="1417145"/>
            <a:ext cx="8023031" cy="402370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BB6B2145-1A0C-4303-9281-30E27FEB957B}"/>
              </a:ext>
            </a:extLst>
          </p:cNvPr>
          <p:cNvSpPr txBox="1"/>
          <p:nvPr/>
        </p:nvSpPr>
        <p:spPr>
          <a:xfrm rot="19788119">
            <a:off x="3599666" y="1961495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C2D228-4C93-49A7-A39D-50D2B0073B4D}"/>
              </a:ext>
            </a:extLst>
          </p:cNvPr>
          <p:cNvSpPr txBox="1"/>
          <p:nvPr/>
        </p:nvSpPr>
        <p:spPr>
          <a:xfrm rot="19788119">
            <a:off x="5655885" y="2197426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8BAFB1-4EEF-4508-87E0-41C224CD1D1F}"/>
              </a:ext>
            </a:extLst>
          </p:cNvPr>
          <p:cNvSpPr txBox="1"/>
          <p:nvPr/>
        </p:nvSpPr>
        <p:spPr>
          <a:xfrm rot="19788119">
            <a:off x="7145992" y="3167389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</p:spTree>
    <p:extLst>
      <p:ext uri="{BB962C8B-B14F-4D97-AF65-F5344CB8AC3E}">
        <p14:creationId xmlns:p14="http://schemas.microsoft.com/office/powerpoint/2010/main" val="272386508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73DD-A2F7-4F40-B571-4B7A660C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46E2-C0F4-47C5-AB8F-D8187C29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DB98-8840-46B9-BEEB-6C6CF9EC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79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CC1DEA-F9B7-4300-AF4D-5AFF955B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F4DB45-7BA9-4424-92AA-A74B859655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84" y="1417145"/>
            <a:ext cx="8023031" cy="40237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002CD7-8963-44AC-8E5D-57C9A705900B}"/>
              </a:ext>
            </a:extLst>
          </p:cNvPr>
          <p:cNvSpPr txBox="1"/>
          <p:nvPr/>
        </p:nvSpPr>
        <p:spPr>
          <a:xfrm rot="19788119">
            <a:off x="3599666" y="1961495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6D5E2D-D0C2-4E1C-AC04-8B553A6E5954}"/>
              </a:ext>
            </a:extLst>
          </p:cNvPr>
          <p:cNvSpPr txBox="1"/>
          <p:nvPr/>
        </p:nvSpPr>
        <p:spPr>
          <a:xfrm rot="19788119">
            <a:off x="5655885" y="2197426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2EC392-D410-45D7-92DC-7FCCA32BD9E3}"/>
              </a:ext>
            </a:extLst>
          </p:cNvPr>
          <p:cNvSpPr txBox="1"/>
          <p:nvPr/>
        </p:nvSpPr>
        <p:spPr>
          <a:xfrm rot="19788119">
            <a:off x="7145992" y="3167389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</p:spTree>
    <p:extLst>
      <p:ext uri="{BB962C8B-B14F-4D97-AF65-F5344CB8AC3E}">
        <p14:creationId xmlns:p14="http://schemas.microsoft.com/office/powerpoint/2010/main" val="365568209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73DD-A2F7-4F40-B571-4B7A660C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46E2-C0F4-47C5-AB8F-D8187C29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DB98-8840-46B9-BEEB-6C6CF9EC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CC1DEA-F9B7-4300-AF4D-5AFF955B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46D0555B-68C4-40D3-A3DE-779C13545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84" y="1417145"/>
            <a:ext cx="8023031" cy="402370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35399BA-D451-4CC4-8A12-797109AE2E3B}"/>
              </a:ext>
            </a:extLst>
          </p:cNvPr>
          <p:cNvSpPr txBox="1"/>
          <p:nvPr/>
        </p:nvSpPr>
        <p:spPr>
          <a:xfrm rot="19788119">
            <a:off x="3412871" y="1776420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BB1460-DC76-416A-BD60-A04597E8997C}"/>
              </a:ext>
            </a:extLst>
          </p:cNvPr>
          <p:cNvSpPr txBox="1"/>
          <p:nvPr/>
        </p:nvSpPr>
        <p:spPr>
          <a:xfrm rot="19788119">
            <a:off x="5662074" y="2029786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</p:spTree>
    <p:extLst>
      <p:ext uri="{BB962C8B-B14F-4D97-AF65-F5344CB8AC3E}">
        <p14:creationId xmlns:p14="http://schemas.microsoft.com/office/powerpoint/2010/main" val="43223738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73DD-A2F7-4F40-B571-4B7A660C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46E2-C0F4-47C5-AB8F-D8187C29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DB98-8840-46B9-BEEB-6C6CF9EC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CC1DEA-F9B7-4300-AF4D-5AFF955B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94EC8F-C7CD-470A-8E22-C5967274C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84" y="1417145"/>
            <a:ext cx="8023031" cy="402370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534EEF1-7069-460F-97CF-D7C25495DA9D}"/>
              </a:ext>
            </a:extLst>
          </p:cNvPr>
          <p:cNvSpPr txBox="1"/>
          <p:nvPr/>
        </p:nvSpPr>
        <p:spPr>
          <a:xfrm rot="19788119">
            <a:off x="3412871" y="1776420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</p:spTree>
    <p:extLst>
      <p:ext uri="{BB962C8B-B14F-4D97-AF65-F5344CB8AC3E}">
        <p14:creationId xmlns:p14="http://schemas.microsoft.com/office/powerpoint/2010/main" val="301501964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73DD-A2F7-4F40-B571-4B7A660C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46E2-C0F4-47C5-AB8F-D8187C29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DB98-8840-46B9-BEEB-6C6CF9EC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CC1DEA-F9B7-4300-AF4D-5AFF955B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A9B19B5F-DC24-4FE9-8B20-84FC198DD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84" y="1417145"/>
            <a:ext cx="8023031" cy="402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01371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CF47A4-135D-4462-9195-EF9F74BC0B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Recall these</a:t>
            </a:r>
            <a:r>
              <a:rPr lang="en-US" dirty="0"/>
              <a:t> two functions: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B627E-87AC-4D88-A589-0287D1F66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331DF-D007-40DA-A983-F60E5C6E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790D175-59D2-4841-89E7-8073AD40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04ECBB8-F0FD-4F34-A49E-A20330AD7F5C}"/>
              </a:ext>
            </a:extLst>
          </p:cNvPr>
          <p:cNvSpPr txBox="1">
            <a:spLocks noChangeArrowheads="1"/>
          </p:cNvSpPr>
          <p:nvPr/>
        </p:nvSpPr>
        <p:spPr>
          <a:xfrm>
            <a:off x="1363980" y="1868806"/>
            <a:ext cx="4038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75000"/>
              <a:buFont typeface="Monotype Sorts" pitchFamily="2" charset="2"/>
              <a:buChar char="l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marR="0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SzPct val="65000"/>
              <a:buFont typeface="Monotype Sorts" pitchFamily="2" charset="2"/>
              <a:buChar char="n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u"/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SzPct val="65000"/>
              <a:buFont typeface="Monotype Sorts" pitchFamily="2" charset="2"/>
              <a:buChar char="]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Tx/>
              <a:buChar char="–"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DFS(G)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for each vertex u </a:t>
            </a: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 G-&gt;V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{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u-&gt;color = WHITE;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}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time = 0;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for each vertex </a:t>
            </a:r>
            <a:r>
              <a:rPr lang="en-US" altLang="en-US" sz="1800" b="1" dirty="0">
                <a:latin typeface="Courier New" panose="02070309020205020404" pitchFamily="49" charset="0"/>
              </a:rPr>
              <a:t>u </a:t>
            </a: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 G-&gt;V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{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if (u-&gt;color == WHITE)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</a:t>
            </a:r>
            <a:r>
              <a:rPr lang="en-US" altLang="en-US" sz="18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DFS_Visit</a:t>
            </a: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(u);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   }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  <a:endParaRPr lang="en-US" alt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643E731-081C-4B2A-9675-568972F80FBB}"/>
              </a:ext>
            </a:extLst>
          </p:cNvPr>
          <p:cNvSpPr txBox="1">
            <a:spLocks noChangeArrowheads="1"/>
          </p:cNvSpPr>
          <p:nvPr/>
        </p:nvSpPr>
        <p:spPr>
          <a:xfrm>
            <a:off x="6591300" y="1757363"/>
            <a:ext cx="4038600" cy="43434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pitchFamily="2" charset="2"/>
              <a:buNone/>
            </a:pPr>
            <a:r>
              <a:rPr lang="en-US" altLang="en-US" sz="1300" b="1" dirty="0" err="1">
                <a:latin typeface="Courier New" panose="02070309020205020404" pitchFamily="49" charset="0"/>
              </a:rPr>
              <a:t>DFS_Visit</a:t>
            </a:r>
            <a:r>
              <a:rPr lang="en-US" altLang="en-US" sz="1300" b="1" dirty="0">
                <a:latin typeface="Courier New" panose="02070309020205020404" pitchFamily="49" charset="0"/>
              </a:rPr>
              <a:t>(u)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{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   u-&gt;color = GREY;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   time = time+1;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   u-&gt;d = time;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300" b="1" dirty="0">
                <a:latin typeface="Courier New" panose="02070309020205020404" pitchFamily="49" charset="0"/>
              </a:rPr>
              <a:t>   for each v </a:t>
            </a: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 u-&gt;Adj[]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{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if (v-&gt;color == WHITE)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      </a:t>
            </a:r>
            <a:r>
              <a:rPr lang="en-US" altLang="en-US" sz="1500" b="1" dirty="0" err="1">
                <a:latin typeface="Courier New" panose="02070309020205020404" pitchFamily="49" charset="0"/>
                <a:sym typeface="Symbol" panose="05050102010706020507" pitchFamily="18" charset="2"/>
              </a:rPr>
              <a:t>DFS_Visit</a:t>
            </a: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(v);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}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u-&gt;color = BLACK;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time = time+1;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   u-&gt;f = time;</a:t>
            </a:r>
          </a:p>
          <a:p>
            <a:pPr>
              <a:buFont typeface="Monotype Sorts" pitchFamily="2" charset="2"/>
              <a:buNone/>
            </a:pPr>
            <a:r>
              <a:rPr lang="en-US" altLang="en-US" sz="1500" b="1" dirty="0">
                <a:latin typeface="Courier New" panose="02070309020205020404" pitchFamily="49" charset="0"/>
                <a:sym typeface="Symbol" panose="05050102010706020507" pitchFamily="18" charset="2"/>
              </a:rPr>
              <a:t>}</a:t>
            </a:r>
          </a:p>
        </p:txBody>
      </p:sp>
      <p:sp>
        <p:nvSpPr>
          <p:cNvPr id="10" name="Line 5">
            <a:extLst>
              <a:ext uri="{FF2B5EF4-FFF2-40B4-BE49-F238E27FC236}">
                <a16:creationId xmlns:a16="http://schemas.microsoft.com/office/drawing/2014/main" id="{EF6148B8-74D1-4464-B64F-982B0F5730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8360" y="1681163"/>
            <a:ext cx="0" cy="449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AF61BE9-90B7-4583-ADC5-E7E3D408D6AC}"/>
                  </a:ext>
                </a:extLst>
              </p14:cNvPr>
              <p14:cNvContentPartPr/>
              <p14:nvPr/>
            </p14:nvContentPartPr>
            <p14:xfrm>
              <a:off x="1337760" y="1596240"/>
              <a:ext cx="8760600" cy="48250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AF61BE9-90B7-4583-ADC5-E7E3D408D6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28400" y="1586880"/>
                <a:ext cx="8779320" cy="48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5596727-1247-4D4C-94C9-DB1C0D55CE52}"/>
                  </a:ext>
                </a:extLst>
              </p14:cNvPr>
              <p14:cNvContentPartPr/>
              <p14:nvPr/>
            </p14:nvContentPartPr>
            <p14:xfrm>
              <a:off x="6913800" y="2312280"/>
              <a:ext cx="1644120" cy="896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5596727-1247-4D4C-94C9-DB1C0D55CE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04440" y="2302920"/>
                <a:ext cx="1662840" cy="91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C33F797-080E-4344-8D84-7635AC52803F}"/>
                  </a:ext>
                </a:extLst>
              </p14:cNvPr>
              <p14:cNvContentPartPr/>
              <p14:nvPr/>
            </p14:nvContentPartPr>
            <p14:xfrm>
              <a:off x="7049520" y="2420280"/>
              <a:ext cx="2743560" cy="3442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C33F797-080E-4344-8D84-7635AC52803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40160" y="2410920"/>
                <a:ext cx="2762280" cy="346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903810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73DD-A2F7-4F40-B571-4B7A660C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46E2-C0F4-47C5-AB8F-D8187C29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DB98-8840-46B9-BEEB-6C6CF9EC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CC1DEA-F9B7-4300-AF4D-5AFF955B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20CEA3-5B73-4878-BE02-C38C9F10F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84" y="1417145"/>
            <a:ext cx="8023031" cy="402370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85E1A447-EA0A-49EB-8983-BE2860874E8F}"/>
              </a:ext>
            </a:extLst>
          </p:cNvPr>
          <p:cNvSpPr txBox="1"/>
          <p:nvPr/>
        </p:nvSpPr>
        <p:spPr>
          <a:xfrm rot="19788119">
            <a:off x="8178475" y="1898339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</p:spTree>
    <p:extLst>
      <p:ext uri="{BB962C8B-B14F-4D97-AF65-F5344CB8AC3E}">
        <p14:creationId xmlns:p14="http://schemas.microsoft.com/office/powerpoint/2010/main" val="256232367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73DD-A2F7-4F40-B571-4B7A660C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46E2-C0F4-47C5-AB8F-D8187C29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DB98-8840-46B9-BEEB-6C6CF9EC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CC1DEA-F9B7-4300-AF4D-5AFF955B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F00FC7A-13E7-4548-9FDE-9B8BD5D54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84" y="1417145"/>
            <a:ext cx="8023031" cy="402370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51389C2-AD02-4025-9E48-37AE27F9E3C0}"/>
              </a:ext>
            </a:extLst>
          </p:cNvPr>
          <p:cNvSpPr txBox="1"/>
          <p:nvPr/>
        </p:nvSpPr>
        <p:spPr>
          <a:xfrm rot="19788119">
            <a:off x="8178475" y="1898339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D8521B2-3A33-467B-86E6-17FDC57E770F}"/>
              </a:ext>
            </a:extLst>
          </p:cNvPr>
          <p:cNvSpPr txBox="1"/>
          <p:nvPr/>
        </p:nvSpPr>
        <p:spPr>
          <a:xfrm rot="19788119">
            <a:off x="8635676" y="4095432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</p:spTree>
    <p:extLst>
      <p:ext uri="{BB962C8B-B14F-4D97-AF65-F5344CB8AC3E}">
        <p14:creationId xmlns:p14="http://schemas.microsoft.com/office/powerpoint/2010/main" val="227380134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73DD-A2F7-4F40-B571-4B7A660C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46E2-C0F4-47C5-AB8F-D8187C29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DB98-8840-46B9-BEEB-6C6CF9EC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CC1DEA-F9B7-4300-AF4D-5AFF955B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6EA5D7-5A5A-4C60-A8E1-C75D1057C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484" y="1417145"/>
            <a:ext cx="8023031" cy="402370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56BE278-8995-4DBD-BBCD-9843E9058B1E}"/>
              </a:ext>
            </a:extLst>
          </p:cNvPr>
          <p:cNvSpPr txBox="1"/>
          <p:nvPr/>
        </p:nvSpPr>
        <p:spPr>
          <a:xfrm rot="19788119">
            <a:off x="8178475" y="1898339"/>
            <a:ext cx="1569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cap="none" spc="0" dirty="0">
                <a:ln w="0"/>
                <a:solidFill>
                  <a:schemeClr val="accent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DFS Visit</a:t>
            </a:r>
          </a:p>
        </p:txBody>
      </p:sp>
    </p:spTree>
    <p:extLst>
      <p:ext uri="{BB962C8B-B14F-4D97-AF65-F5344CB8AC3E}">
        <p14:creationId xmlns:p14="http://schemas.microsoft.com/office/powerpoint/2010/main" val="5571765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2D73DD-A2F7-4F40-B571-4B7A660CD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146E2-C0F4-47C5-AB8F-D8187C29D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FEDB98-8840-46B9-BEEB-6C6CF9ECC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5CC1DEA-F9B7-4300-AF4D-5AFF955B5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DFS Simulation</a:t>
            </a:r>
          </a:p>
        </p:txBody>
      </p:sp>
      <p:sp>
        <p:nvSpPr>
          <p:cNvPr id="8" name="Oval 3">
            <a:extLst>
              <a:ext uri="{FF2B5EF4-FFF2-40B4-BE49-F238E27FC236}">
                <a16:creationId xmlns:a16="http://schemas.microsoft.com/office/drawing/2014/main" id="{841B96D3-2CDB-4822-AE37-6823B1F0A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4280" y="246888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accent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9" name="Oval 4">
            <a:extLst>
              <a:ext uri="{FF2B5EF4-FFF2-40B4-BE49-F238E27FC236}">
                <a16:creationId xmlns:a16="http://schemas.microsoft.com/office/drawing/2014/main" id="{8C4A96CF-2288-4472-AA8E-4EF1CF521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1280" y="246888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accent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10" name="Oval 5">
            <a:extLst>
              <a:ext uri="{FF2B5EF4-FFF2-40B4-BE49-F238E27FC236}">
                <a16:creationId xmlns:a16="http://schemas.microsoft.com/office/drawing/2014/main" id="{B4A6BFB2-1B5F-4412-A8E7-87E59F578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8280" y="246888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accent1"/>
                </a:solidFill>
                <a:latin typeface="Courier New" panose="02070309020205020404" pitchFamily="49" charset="0"/>
              </a:rPr>
              <a:t>13|16</a:t>
            </a:r>
          </a:p>
        </p:txBody>
      </p:sp>
      <p:sp>
        <p:nvSpPr>
          <p:cNvPr id="11" name="Oval 6">
            <a:extLst>
              <a:ext uri="{FF2B5EF4-FFF2-40B4-BE49-F238E27FC236}">
                <a16:creationId xmlns:a16="http://schemas.microsoft.com/office/drawing/2014/main" id="{75B7A08F-CA8C-4ACE-990B-D860EB8D6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98280" y="483108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accent1"/>
                </a:solidFill>
                <a:latin typeface="Courier New" panose="02070309020205020404" pitchFamily="49" charset="0"/>
              </a:rPr>
              <a:t>14|15</a:t>
            </a:r>
          </a:p>
        </p:txBody>
      </p:sp>
      <p:sp>
        <p:nvSpPr>
          <p:cNvPr id="12" name="Oval 7">
            <a:extLst>
              <a:ext uri="{FF2B5EF4-FFF2-40B4-BE49-F238E27FC236}">
                <a16:creationId xmlns:a16="http://schemas.microsoft.com/office/drawing/2014/main" id="{E604B42D-9D64-45E2-997E-5D7D8A71BB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1280" y="483108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13" name="Oval 8">
            <a:extLst>
              <a:ext uri="{FF2B5EF4-FFF2-40B4-BE49-F238E27FC236}">
                <a16:creationId xmlns:a16="http://schemas.microsoft.com/office/drawing/2014/main" id="{A8F31DA6-B609-4A33-845E-A58A329B3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4280" y="483108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14" name="Oval 9">
            <a:extLst>
              <a:ext uri="{FF2B5EF4-FFF2-40B4-BE49-F238E27FC236}">
                <a16:creationId xmlns:a16="http://schemas.microsoft.com/office/drawing/2014/main" id="{38DB11E8-AC89-4EBE-84FA-3B45786FE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8880" y="361188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15" name="Oval 10">
            <a:extLst>
              <a:ext uri="{FF2B5EF4-FFF2-40B4-BE49-F238E27FC236}">
                <a16:creationId xmlns:a16="http://schemas.microsoft.com/office/drawing/2014/main" id="{61BF9A67-697B-4398-B0A6-584845343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2880" y="361188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solidFill>
                  <a:schemeClr val="accent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16" name="AutoShape 11">
            <a:extLst>
              <a:ext uri="{FF2B5EF4-FFF2-40B4-BE49-F238E27FC236}">
                <a16:creationId xmlns:a16="http://schemas.microsoft.com/office/drawing/2014/main" id="{62E2C117-79BD-4DAE-A533-0F114D3CFDFC}"/>
              </a:ext>
            </a:extLst>
          </p:cNvPr>
          <p:cNvCxnSpPr>
            <a:cxnSpLocks noChangeShapeType="1"/>
            <a:stCxn id="8" idx="3"/>
            <a:endCxn id="14" idx="7"/>
          </p:cNvCxnSpPr>
          <p:nvPr/>
        </p:nvCxnSpPr>
        <p:spPr bwMode="auto">
          <a:xfrm flipH="1">
            <a:off x="3380105" y="306895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AutoShape 12">
            <a:extLst>
              <a:ext uri="{FF2B5EF4-FFF2-40B4-BE49-F238E27FC236}">
                <a16:creationId xmlns:a16="http://schemas.microsoft.com/office/drawing/2014/main" id="{52F27CCD-EF14-4040-ADA5-F4BADDFE53F8}"/>
              </a:ext>
            </a:extLst>
          </p:cNvPr>
          <p:cNvCxnSpPr>
            <a:cxnSpLocks noChangeShapeType="1"/>
            <a:stCxn id="14" idx="5"/>
            <a:endCxn id="13" idx="1"/>
          </p:cNvCxnSpPr>
          <p:nvPr/>
        </p:nvCxnSpPr>
        <p:spPr bwMode="auto">
          <a:xfrm>
            <a:off x="3380105" y="421195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AutoShape 13">
            <a:extLst>
              <a:ext uri="{FF2B5EF4-FFF2-40B4-BE49-F238E27FC236}">
                <a16:creationId xmlns:a16="http://schemas.microsoft.com/office/drawing/2014/main" id="{C6E5A3BB-AA29-4D3B-9CE0-B3C59B986039}"/>
              </a:ext>
            </a:extLst>
          </p:cNvPr>
          <p:cNvCxnSpPr>
            <a:cxnSpLocks noChangeShapeType="1"/>
            <a:stCxn id="14" idx="6"/>
            <a:endCxn id="12" idx="1"/>
          </p:cNvCxnSpPr>
          <p:nvPr/>
        </p:nvCxnSpPr>
        <p:spPr bwMode="auto">
          <a:xfrm>
            <a:off x="3549968" y="395478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" name="AutoShape 14">
            <a:extLst>
              <a:ext uri="{FF2B5EF4-FFF2-40B4-BE49-F238E27FC236}">
                <a16:creationId xmlns:a16="http://schemas.microsoft.com/office/drawing/2014/main" id="{69C1249B-5E9B-4B23-B113-276B054EECA5}"/>
              </a:ext>
            </a:extLst>
          </p:cNvPr>
          <p:cNvCxnSpPr>
            <a:cxnSpLocks noChangeShapeType="1"/>
            <a:stCxn id="12" idx="2"/>
            <a:endCxn id="13" idx="6"/>
          </p:cNvCxnSpPr>
          <p:nvPr/>
        </p:nvCxnSpPr>
        <p:spPr bwMode="auto">
          <a:xfrm flipH="1">
            <a:off x="4845368" y="517398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AutoShape 15">
            <a:extLst>
              <a:ext uri="{FF2B5EF4-FFF2-40B4-BE49-F238E27FC236}">
                <a16:creationId xmlns:a16="http://schemas.microsoft.com/office/drawing/2014/main" id="{5BA6B8D5-964D-45EF-A9F1-691DC93BA615}"/>
              </a:ext>
            </a:extLst>
          </p:cNvPr>
          <p:cNvCxnSpPr>
            <a:cxnSpLocks noChangeShapeType="1"/>
            <a:stCxn id="13" idx="0"/>
            <a:endCxn id="8" idx="4"/>
          </p:cNvCxnSpPr>
          <p:nvPr/>
        </p:nvCxnSpPr>
        <p:spPr bwMode="auto">
          <a:xfrm flipV="1">
            <a:off x="4297680" y="316896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AutoShape 16">
            <a:extLst>
              <a:ext uri="{FF2B5EF4-FFF2-40B4-BE49-F238E27FC236}">
                <a16:creationId xmlns:a16="http://schemas.microsoft.com/office/drawing/2014/main" id="{60CA1046-3AD4-4321-9B8E-41726FB955FB}"/>
              </a:ext>
            </a:extLst>
          </p:cNvPr>
          <p:cNvCxnSpPr>
            <a:cxnSpLocks noChangeShapeType="1"/>
            <a:stCxn id="8" idx="5"/>
            <a:endCxn id="12" idx="1"/>
          </p:cNvCxnSpPr>
          <p:nvPr/>
        </p:nvCxnSpPr>
        <p:spPr bwMode="auto">
          <a:xfrm>
            <a:off x="4675505" y="306895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7">
            <a:extLst>
              <a:ext uri="{FF2B5EF4-FFF2-40B4-BE49-F238E27FC236}">
                <a16:creationId xmlns:a16="http://schemas.microsoft.com/office/drawing/2014/main" id="{9D58F1EB-5705-4F2D-91C9-374D1EFBB645}"/>
              </a:ext>
            </a:extLst>
          </p:cNvPr>
          <p:cNvCxnSpPr>
            <a:cxnSpLocks noChangeShapeType="1"/>
            <a:stCxn id="9" idx="4"/>
            <a:endCxn id="12" idx="0"/>
          </p:cNvCxnSpPr>
          <p:nvPr/>
        </p:nvCxnSpPr>
        <p:spPr bwMode="auto">
          <a:xfrm>
            <a:off x="6964680" y="316896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AutoShape 18">
            <a:extLst>
              <a:ext uri="{FF2B5EF4-FFF2-40B4-BE49-F238E27FC236}">
                <a16:creationId xmlns:a16="http://schemas.microsoft.com/office/drawing/2014/main" id="{AC865E7E-758F-49CD-B30F-4658321A9592}"/>
              </a:ext>
            </a:extLst>
          </p:cNvPr>
          <p:cNvCxnSpPr>
            <a:cxnSpLocks noChangeShapeType="1"/>
            <a:stCxn id="8" idx="6"/>
            <a:endCxn id="9" idx="2"/>
          </p:cNvCxnSpPr>
          <p:nvPr/>
        </p:nvCxnSpPr>
        <p:spPr bwMode="auto">
          <a:xfrm>
            <a:off x="4845368" y="281178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AutoShape 19">
            <a:extLst>
              <a:ext uri="{FF2B5EF4-FFF2-40B4-BE49-F238E27FC236}">
                <a16:creationId xmlns:a16="http://schemas.microsoft.com/office/drawing/2014/main" id="{509163DB-5C84-4D61-84AA-F088935D5F4A}"/>
              </a:ext>
            </a:extLst>
          </p:cNvPr>
          <p:cNvCxnSpPr>
            <a:cxnSpLocks noChangeShapeType="1"/>
            <a:stCxn id="10" idx="2"/>
            <a:endCxn id="9" idx="6"/>
          </p:cNvCxnSpPr>
          <p:nvPr/>
        </p:nvCxnSpPr>
        <p:spPr bwMode="auto">
          <a:xfrm flipH="1">
            <a:off x="7512368" y="281178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AutoShape 20">
            <a:extLst>
              <a:ext uri="{FF2B5EF4-FFF2-40B4-BE49-F238E27FC236}">
                <a16:creationId xmlns:a16="http://schemas.microsoft.com/office/drawing/2014/main" id="{8C8687CE-980C-446A-9706-20760A2BCC10}"/>
              </a:ext>
            </a:extLst>
          </p:cNvPr>
          <p:cNvCxnSpPr>
            <a:cxnSpLocks noChangeShapeType="1"/>
            <a:stCxn id="9" idx="5"/>
            <a:endCxn id="15" idx="1"/>
          </p:cNvCxnSpPr>
          <p:nvPr/>
        </p:nvCxnSpPr>
        <p:spPr bwMode="auto">
          <a:xfrm>
            <a:off x="7342505" y="306895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AutoShape 21">
            <a:extLst>
              <a:ext uri="{FF2B5EF4-FFF2-40B4-BE49-F238E27FC236}">
                <a16:creationId xmlns:a16="http://schemas.microsoft.com/office/drawing/2014/main" id="{FC476ECE-6036-40EC-A080-E0C2EF44EFEF}"/>
              </a:ext>
            </a:extLst>
          </p:cNvPr>
          <p:cNvCxnSpPr>
            <a:cxnSpLocks noChangeShapeType="1"/>
            <a:stCxn id="10" idx="3"/>
            <a:endCxn id="15" idx="7"/>
          </p:cNvCxnSpPr>
          <p:nvPr/>
        </p:nvCxnSpPr>
        <p:spPr bwMode="auto">
          <a:xfrm flipH="1">
            <a:off x="8714105" y="306895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AutoShape 22">
            <a:extLst>
              <a:ext uri="{FF2B5EF4-FFF2-40B4-BE49-F238E27FC236}">
                <a16:creationId xmlns:a16="http://schemas.microsoft.com/office/drawing/2014/main" id="{7262A32A-A1FC-4D30-BDAC-14E120323F02}"/>
              </a:ext>
            </a:extLst>
          </p:cNvPr>
          <p:cNvCxnSpPr>
            <a:cxnSpLocks noChangeShapeType="1"/>
            <a:stCxn id="10" idx="4"/>
            <a:endCxn id="11" idx="0"/>
          </p:cNvCxnSpPr>
          <p:nvPr/>
        </p:nvCxnSpPr>
        <p:spPr bwMode="auto">
          <a:xfrm>
            <a:off x="9631680" y="3168968"/>
            <a:ext cx="0" cy="16478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23">
            <a:extLst>
              <a:ext uri="{FF2B5EF4-FFF2-40B4-BE49-F238E27FC236}">
                <a16:creationId xmlns:a16="http://schemas.microsoft.com/office/drawing/2014/main" id="{7B3661E5-9E49-465B-8311-EE84E4C9D22F}"/>
              </a:ext>
            </a:extLst>
          </p:cNvPr>
          <p:cNvCxnSpPr>
            <a:cxnSpLocks noChangeShapeType="1"/>
            <a:stCxn id="11" idx="2"/>
            <a:endCxn id="12" idx="6"/>
          </p:cNvCxnSpPr>
          <p:nvPr/>
        </p:nvCxnSpPr>
        <p:spPr bwMode="auto">
          <a:xfrm flipH="1">
            <a:off x="7512368" y="517398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AutoShape 24">
            <a:extLst>
              <a:ext uri="{FF2B5EF4-FFF2-40B4-BE49-F238E27FC236}">
                <a16:creationId xmlns:a16="http://schemas.microsoft.com/office/drawing/2014/main" id="{FDD9BCFD-E8C2-4EE4-A8D4-5EC714F7C802}"/>
              </a:ext>
            </a:extLst>
          </p:cNvPr>
          <p:cNvCxnSpPr>
            <a:cxnSpLocks noChangeShapeType="1"/>
            <a:stCxn id="15" idx="3"/>
            <a:endCxn id="12" idx="7"/>
          </p:cNvCxnSpPr>
          <p:nvPr/>
        </p:nvCxnSpPr>
        <p:spPr bwMode="auto">
          <a:xfrm flipH="1">
            <a:off x="7342505" y="421195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Line 25">
            <a:extLst>
              <a:ext uri="{FF2B5EF4-FFF2-40B4-BE49-F238E27FC236}">
                <a16:creationId xmlns:a16="http://schemas.microsoft.com/office/drawing/2014/main" id="{9F6240B5-E300-4816-B795-E1B5C86F5C6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97480" y="224028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" name="Text Box 26">
            <a:extLst>
              <a:ext uri="{FF2B5EF4-FFF2-40B4-BE49-F238E27FC236}">
                <a16:creationId xmlns:a16="http://schemas.microsoft.com/office/drawing/2014/main" id="{EA0494E8-57FC-439F-BD75-E211F38E3A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6480" y="1554480"/>
            <a:ext cx="8747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i="1">
                <a:solidFill>
                  <a:schemeClr val="accent1"/>
                </a:solidFill>
              </a:rPr>
              <a:t>source</a:t>
            </a:r>
            <a:br>
              <a:rPr lang="en-US" altLang="en-US" sz="2000" b="1" i="1">
                <a:solidFill>
                  <a:schemeClr val="accent1"/>
                </a:solidFill>
              </a:rPr>
            </a:br>
            <a:r>
              <a:rPr lang="en-US" altLang="en-US" sz="2000" b="1" i="1">
                <a:solidFill>
                  <a:schemeClr val="accent1"/>
                </a:solidFill>
              </a:rPr>
              <a:t>vertex</a:t>
            </a:r>
          </a:p>
        </p:txBody>
      </p:sp>
      <p:sp>
        <p:nvSpPr>
          <p:cNvPr id="32" name="Oval 27">
            <a:extLst>
              <a:ext uri="{FF2B5EF4-FFF2-40B4-BE49-F238E27FC236}">
                <a16:creationId xmlns:a16="http://schemas.microsoft.com/office/drawing/2014/main" id="{1802DBF5-15F0-4B17-A638-0B1BC7D66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4280" y="1935480"/>
            <a:ext cx="1066800" cy="685800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accent1"/>
              </a:buClr>
              <a:buSzPct val="75000"/>
              <a:buFont typeface="Monotype Sorts" pitchFamily="2" charset="2"/>
              <a:buChar char="l"/>
              <a:defRPr sz="26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n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u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 i="1"/>
              <a:t>d      f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0D8EC6D-A9DC-405F-8D81-2B0DC4DAE48D}"/>
                  </a:ext>
                </a:extLst>
              </p14:cNvPr>
              <p14:cNvContentPartPr/>
              <p14:nvPr/>
            </p14:nvContentPartPr>
            <p14:xfrm>
              <a:off x="3954960" y="1641240"/>
              <a:ext cx="1079280" cy="782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0D8EC6D-A9DC-405F-8D81-2B0DC4DAE48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45600" y="1631880"/>
                <a:ext cx="1098000" cy="80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182435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929F5A-697C-4568-8323-84F0B5D62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Could we achieve the same result using a stack based implementation?</a:t>
            </a:r>
          </a:p>
          <a:p>
            <a:pPr lvl="1"/>
            <a:r>
              <a:rPr lang="en-US" dirty="0"/>
              <a:t>Let us try both approaches with this graph</a:t>
            </a:r>
          </a:p>
          <a:p>
            <a:pPr lvl="1"/>
            <a:r>
              <a:rPr lang="en-US" dirty="0"/>
              <a:t>Attributes:</a:t>
            </a:r>
            <a:endParaRPr lang="en-US" sz="1800" dirty="0"/>
          </a:p>
          <a:p>
            <a:pPr lvl="2"/>
            <a:r>
              <a:rPr lang="en-US" sz="1600" dirty="0"/>
              <a:t>Discovery Time (Time when vertex is colored grey)</a:t>
            </a:r>
          </a:p>
          <a:p>
            <a:pPr lvl="2"/>
            <a:r>
              <a:rPr lang="en-US" sz="1600" dirty="0"/>
              <a:t>Finish Time (Time when vertex is colored black)</a:t>
            </a:r>
          </a:p>
          <a:p>
            <a:pPr lvl="2"/>
            <a:r>
              <a:rPr lang="en-US" sz="1600" dirty="0"/>
              <a:t>Color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8E5042-C49B-41FD-BF5B-7E87F74E3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AF1452-0564-4A6D-B3ED-FD053FE94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4A26922-119B-40AF-88D8-5A0A0584D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DFS Simulation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08CDEE-090E-4DD1-822A-0DD9ACA383CC}"/>
              </a:ext>
            </a:extLst>
          </p:cNvPr>
          <p:cNvSpPr/>
          <p:nvPr/>
        </p:nvSpPr>
        <p:spPr>
          <a:xfrm>
            <a:off x="7880022" y="2517074"/>
            <a:ext cx="546755" cy="5467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173C507-D8A1-482B-B9AC-AFA9441A8DFD}"/>
              </a:ext>
            </a:extLst>
          </p:cNvPr>
          <p:cNvSpPr/>
          <p:nvPr/>
        </p:nvSpPr>
        <p:spPr>
          <a:xfrm>
            <a:off x="6816365" y="3216229"/>
            <a:ext cx="546755" cy="5467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9D01E1D-EA67-4A97-BD69-4E708F931D5B}"/>
              </a:ext>
            </a:extLst>
          </p:cNvPr>
          <p:cNvSpPr/>
          <p:nvPr/>
        </p:nvSpPr>
        <p:spPr>
          <a:xfrm>
            <a:off x="6101499" y="4339591"/>
            <a:ext cx="546755" cy="5467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A7488FA-0A3D-4299-A638-B803A9D7E48F}"/>
              </a:ext>
            </a:extLst>
          </p:cNvPr>
          <p:cNvSpPr/>
          <p:nvPr/>
        </p:nvSpPr>
        <p:spPr>
          <a:xfrm>
            <a:off x="6026869" y="5630208"/>
            <a:ext cx="546755" cy="5467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13236B7-E7CF-4430-AA45-0AF383F7EC4A}"/>
              </a:ext>
            </a:extLst>
          </p:cNvPr>
          <p:cNvCxnSpPr>
            <a:cxnSpLocks/>
            <a:stCxn id="7" idx="2"/>
            <a:endCxn id="8" idx="7"/>
          </p:cNvCxnSpPr>
          <p:nvPr/>
        </p:nvCxnSpPr>
        <p:spPr>
          <a:xfrm flipH="1">
            <a:off x="7283050" y="2790452"/>
            <a:ext cx="596972" cy="5058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DB3567-2333-4F43-AC83-13CE2FC4A245}"/>
              </a:ext>
            </a:extLst>
          </p:cNvPr>
          <p:cNvCxnSpPr>
            <a:cxnSpLocks/>
            <a:stCxn id="9" idx="0"/>
            <a:endCxn id="8" idx="3"/>
          </p:cNvCxnSpPr>
          <p:nvPr/>
        </p:nvCxnSpPr>
        <p:spPr>
          <a:xfrm flipV="1">
            <a:off x="6374877" y="3682914"/>
            <a:ext cx="521558" cy="656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3701816-CDB3-4222-9794-78144A446EA3}"/>
              </a:ext>
            </a:extLst>
          </p:cNvPr>
          <p:cNvCxnSpPr>
            <a:cxnSpLocks/>
            <a:stCxn id="10" idx="0"/>
            <a:endCxn id="9" idx="4"/>
          </p:cNvCxnSpPr>
          <p:nvPr/>
        </p:nvCxnSpPr>
        <p:spPr>
          <a:xfrm flipV="1">
            <a:off x="6300247" y="4886346"/>
            <a:ext cx="74630" cy="7438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0943438A-CA87-4935-899E-6E20E73F4339}"/>
              </a:ext>
            </a:extLst>
          </p:cNvPr>
          <p:cNvSpPr/>
          <p:nvPr/>
        </p:nvSpPr>
        <p:spPr>
          <a:xfrm>
            <a:off x="8755204" y="3216228"/>
            <a:ext cx="546755" cy="5467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11762D-6A30-4224-ADCF-218B2A787840}"/>
              </a:ext>
            </a:extLst>
          </p:cNvPr>
          <p:cNvCxnSpPr>
            <a:cxnSpLocks/>
            <a:stCxn id="7" idx="6"/>
            <a:endCxn id="19" idx="0"/>
          </p:cNvCxnSpPr>
          <p:nvPr/>
        </p:nvCxnSpPr>
        <p:spPr>
          <a:xfrm>
            <a:off x="8426777" y="2790452"/>
            <a:ext cx="601805" cy="425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BF497DC-18EA-442C-8BFA-A745037A6E4B}"/>
              </a:ext>
            </a:extLst>
          </p:cNvPr>
          <p:cNvCxnSpPr>
            <a:cxnSpLocks/>
            <a:stCxn id="19" idx="5"/>
            <a:endCxn id="28" idx="0"/>
          </p:cNvCxnSpPr>
          <p:nvPr/>
        </p:nvCxnSpPr>
        <p:spPr>
          <a:xfrm>
            <a:off x="9221889" y="3682913"/>
            <a:ext cx="323595" cy="6566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52AAC3A-E1A6-4A32-9DD3-84ABBC1788FF}"/>
              </a:ext>
            </a:extLst>
          </p:cNvPr>
          <p:cNvSpPr/>
          <p:nvPr/>
        </p:nvSpPr>
        <p:spPr>
          <a:xfrm>
            <a:off x="9272106" y="4339591"/>
            <a:ext cx="546755" cy="5467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F35EC9F-504A-487D-B0ED-B38AD35D9512}"/>
              </a:ext>
            </a:extLst>
          </p:cNvPr>
          <p:cNvSpPr/>
          <p:nvPr/>
        </p:nvSpPr>
        <p:spPr>
          <a:xfrm>
            <a:off x="9530164" y="5630207"/>
            <a:ext cx="546755" cy="54675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7E02EFE-45DB-41B7-AD08-42210B9E8CCB}"/>
              </a:ext>
            </a:extLst>
          </p:cNvPr>
          <p:cNvCxnSpPr>
            <a:cxnSpLocks/>
            <a:stCxn id="33" idx="0"/>
            <a:endCxn id="28" idx="5"/>
          </p:cNvCxnSpPr>
          <p:nvPr/>
        </p:nvCxnSpPr>
        <p:spPr>
          <a:xfrm flipH="1" flipV="1">
            <a:off x="9738791" y="4806276"/>
            <a:ext cx="64751" cy="8239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419295D-0C27-4AF5-B327-DB52105EB26C}"/>
                  </a:ext>
                </a:extLst>
              </p14:cNvPr>
              <p14:cNvContentPartPr/>
              <p14:nvPr/>
            </p14:nvContentPartPr>
            <p14:xfrm>
              <a:off x="5589360" y="675360"/>
              <a:ext cx="5681880" cy="5093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419295D-0C27-4AF5-B327-DB52105EB2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80000" y="666000"/>
                <a:ext cx="5700600" cy="511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1707307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E69A6-DF22-4EF2-A822-79AE50D5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acyclic graph and topological sorting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D0AF9-4976-4052-8A30-45898E46B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469F2-C436-4F16-BD11-11748C28F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1FCB3-B1B4-435A-8E44-055279EA6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89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15757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92CB3-623F-423A-9B50-217942572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directed acyclic graph or DAG is a directed graph with no directed cycles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493FC-9DB8-418F-9FF2-03DFD0E3E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A29DBE-367B-4C85-B38E-65A0DF038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4FC6A35-3736-463B-92E0-18A8C7EE2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Acyclic Graphs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AADF0B-59F6-4486-86BF-271199C7D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5736" y="2058156"/>
            <a:ext cx="8700527" cy="384645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E6CC2B1-C98A-47D1-A837-23B1DB35DAD8}"/>
                  </a:ext>
                </a:extLst>
              </p14:cNvPr>
              <p14:cNvContentPartPr/>
              <p14:nvPr/>
            </p14:nvContentPartPr>
            <p14:xfrm>
              <a:off x="290160" y="569520"/>
              <a:ext cx="11103480" cy="4705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E6CC2B1-C98A-47D1-A837-23B1DB35DAD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0800" y="560160"/>
                <a:ext cx="11122200" cy="472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77520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C4E3CC-5A9B-49D3-836A-C8D058BFF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topological sort of a Directed Acyclic Graph  G = (V, E) is a linear ordering of all its vertices such that if G contains an edge (</a:t>
            </a:r>
            <a:r>
              <a:rPr lang="en-US" dirty="0" err="1"/>
              <a:t>u,v</a:t>
            </a:r>
            <a:r>
              <a:rPr lang="en-US" dirty="0"/>
              <a:t>) then u appears before  in the ordering. </a:t>
            </a:r>
          </a:p>
          <a:p>
            <a:r>
              <a:rPr lang="en-US" dirty="0"/>
              <a:t>If the </a:t>
            </a:r>
            <a:r>
              <a:rPr lang="en-US" b="1" dirty="0"/>
              <a:t>graph contains a cycle</a:t>
            </a:r>
            <a:r>
              <a:rPr lang="en-US" dirty="0"/>
              <a:t>, then </a:t>
            </a:r>
            <a:r>
              <a:rPr lang="en-US" b="1" dirty="0"/>
              <a:t>no linear ordering is possible</a:t>
            </a:r>
            <a:r>
              <a:rPr lang="en-US" dirty="0"/>
              <a:t>. </a:t>
            </a:r>
          </a:p>
          <a:p>
            <a:r>
              <a:rPr lang="en-US" dirty="0"/>
              <a:t>We can view a topological sort of a graph as an ordering of its vertices along a horizontal line so that all directed edges go from left to right. </a:t>
            </a:r>
          </a:p>
          <a:p>
            <a:r>
              <a:rPr lang="en-US" dirty="0"/>
              <a:t>Topological sorting is thus </a:t>
            </a:r>
            <a:r>
              <a:rPr lang="en-US" b="1" dirty="0"/>
              <a:t>different from the usual kind of “sorting” </a:t>
            </a:r>
            <a:r>
              <a:rPr lang="en-US" dirty="0"/>
              <a:t>we studied earlier.</a:t>
            </a:r>
          </a:p>
          <a:p>
            <a:r>
              <a:rPr lang="en-US" dirty="0"/>
              <a:t>It is useful for sorting events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6EBD66-178B-4EC1-8C85-98F861AFD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96337F-F959-4421-B5C9-AC0EDCA44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6952F2-F6A3-4B00-8A29-DFCB8BE00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47D39D1-F32B-4991-B14B-5B2BF312DF97}"/>
                  </a:ext>
                </a:extLst>
              </p14:cNvPr>
              <p14:cNvContentPartPr/>
              <p14:nvPr/>
            </p14:nvContentPartPr>
            <p14:xfrm>
              <a:off x="1502640" y="156960"/>
              <a:ext cx="8925840" cy="4794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47D39D1-F32B-4991-B14B-5B2BF312DF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3280" y="147600"/>
                <a:ext cx="8944560" cy="481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097088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579170-E9B9-4603-ADB8-DB46829D5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Reference: </a:t>
            </a:r>
            <a:r>
              <a:rPr lang="en-US" b="1" dirty="0" err="1"/>
              <a:t>Cormen</a:t>
            </a:r>
            <a:r>
              <a:rPr lang="en-US" b="1" dirty="0"/>
              <a:t> et. al., Introduction to Algorithms, Figure 22.7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D36A2D-D1AC-453D-B694-FE2C1F65E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3224D-F0F2-4FB7-B2EA-64427EC07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95D07F-A6BD-4CE0-935C-43F61DAC3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3AE0DD6-C5C7-4538-97C0-4D2FA47FB688}"/>
              </a:ext>
            </a:extLst>
          </p:cNvPr>
          <p:cNvGrpSpPr/>
          <p:nvPr/>
        </p:nvGrpSpPr>
        <p:grpSpPr>
          <a:xfrm>
            <a:off x="2923193" y="1889760"/>
            <a:ext cx="6345613" cy="3078480"/>
            <a:chOff x="2923193" y="1889760"/>
            <a:chExt cx="6345613" cy="307848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799BFAD-2966-4EFD-92C1-382A4BACE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3193" y="1889760"/>
              <a:ext cx="6345613" cy="307848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E43A4C-4FF7-441A-A2DE-D2B94571EF26}"/>
                </a:ext>
              </a:extLst>
            </p:cNvPr>
            <p:cNvSpPr/>
            <p:nvPr/>
          </p:nvSpPr>
          <p:spPr>
            <a:xfrm>
              <a:off x="2923193" y="2203280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E4FED6-93DB-4999-BA99-9C5C9D08B30D}"/>
                </a:ext>
              </a:extLst>
            </p:cNvPr>
            <p:cNvSpPr/>
            <p:nvPr/>
          </p:nvSpPr>
          <p:spPr>
            <a:xfrm>
              <a:off x="3225626" y="2837311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141A96A-D80D-4970-B86E-B452891F36C2}"/>
                </a:ext>
              </a:extLst>
            </p:cNvPr>
            <p:cNvSpPr/>
            <p:nvPr/>
          </p:nvSpPr>
          <p:spPr>
            <a:xfrm>
              <a:off x="3278966" y="3539923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ABEB006-E713-45F6-B140-BDC88AC76989}"/>
                </a:ext>
              </a:extLst>
            </p:cNvPr>
            <p:cNvSpPr/>
            <p:nvPr/>
          </p:nvSpPr>
          <p:spPr>
            <a:xfrm>
              <a:off x="5915486" y="3157822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E25BCAD-2638-4000-A01A-8AAEFEDF94A9}"/>
                </a:ext>
              </a:extLst>
            </p:cNvPr>
            <p:cNvSpPr/>
            <p:nvPr/>
          </p:nvSpPr>
          <p:spPr>
            <a:xfrm>
              <a:off x="5846906" y="3860679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E38CDF2-47FC-4ACF-9C47-6DA0B31D9AF9}"/>
                </a:ext>
              </a:extLst>
            </p:cNvPr>
            <p:cNvSpPr/>
            <p:nvPr/>
          </p:nvSpPr>
          <p:spPr>
            <a:xfrm>
              <a:off x="5907865" y="4522530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FD23DB-013A-4CA3-9620-7E4826AC672B}"/>
                </a:ext>
              </a:extLst>
            </p:cNvPr>
            <p:cNvSpPr/>
            <p:nvPr/>
          </p:nvSpPr>
          <p:spPr>
            <a:xfrm>
              <a:off x="7241364" y="2206983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7D18B8B-D2D5-42AF-A9DB-A1F3FE32C632}"/>
                </a:ext>
              </a:extLst>
            </p:cNvPr>
            <p:cNvSpPr/>
            <p:nvPr/>
          </p:nvSpPr>
          <p:spPr>
            <a:xfrm>
              <a:off x="7241364" y="2837311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154C04F-FA6B-4780-B532-A9E8EAA4194C}"/>
                </a:ext>
              </a:extLst>
            </p:cNvPr>
            <p:cNvSpPr/>
            <p:nvPr/>
          </p:nvSpPr>
          <p:spPr>
            <a:xfrm>
              <a:off x="8610600" y="2516800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D004C28-FD58-4973-BE1A-1D384AD38D57}"/>
              </a:ext>
            </a:extLst>
          </p:cNvPr>
          <p:cNvSpPr/>
          <p:nvPr/>
        </p:nvSpPr>
        <p:spPr>
          <a:xfrm>
            <a:off x="1944351" y="5253378"/>
            <a:ext cx="7942302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can you store th</a:t>
            </a:r>
            <a:r>
              <a:rPr lang="en-US" sz="3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 attributes of these</a:t>
            </a:r>
          </a:p>
          <a:p>
            <a:pPr algn="ctr"/>
            <a:r>
              <a:rPr lang="en-US" sz="3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Vertices without a vertex number?</a:t>
            </a:r>
            <a:endParaRPr lang="en-US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B9E24-9619-4E7A-8DE2-96D691318DCF}"/>
                  </a:ext>
                </a:extLst>
              </p14:cNvPr>
              <p14:cNvContentPartPr/>
              <p14:nvPr/>
            </p14:nvContentPartPr>
            <p14:xfrm>
              <a:off x="3717720" y="1927080"/>
              <a:ext cx="7741800" cy="2752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B9E24-9619-4E7A-8DE2-96D691318DC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08360" y="1917720"/>
                <a:ext cx="7760520" cy="277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91753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579170-E9B9-4603-ADB8-DB46829D5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Reference: </a:t>
            </a:r>
            <a:r>
              <a:rPr lang="en-US" b="1" dirty="0" err="1"/>
              <a:t>Cormen</a:t>
            </a:r>
            <a:r>
              <a:rPr lang="en-US" b="1" dirty="0"/>
              <a:t> et. al., Introduction to Algorithms, Figure 22.7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D36A2D-D1AC-453D-B694-FE2C1F65E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3224D-F0F2-4FB7-B2EA-64427EC07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95D07F-A6BD-4CE0-935C-43F61DAC3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3AE0DD6-C5C7-4538-97C0-4D2FA47FB688}"/>
              </a:ext>
            </a:extLst>
          </p:cNvPr>
          <p:cNvGrpSpPr/>
          <p:nvPr/>
        </p:nvGrpSpPr>
        <p:grpSpPr>
          <a:xfrm>
            <a:off x="2923193" y="1889760"/>
            <a:ext cx="6345613" cy="3078480"/>
            <a:chOff x="2923193" y="1889760"/>
            <a:chExt cx="6345613" cy="307848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799BFAD-2966-4EFD-92C1-382A4BACE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23193" y="1889760"/>
              <a:ext cx="6345613" cy="3078480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E43A4C-4FF7-441A-A2DE-D2B94571EF26}"/>
                </a:ext>
              </a:extLst>
            </p:cNvPr>
            <p:cNvSpPr/>
            <p:nvPr/>
          </p:nvSpPr>
          <p:spPr>
            <a:xfrm>
              <a:off x="2923193" y="2203280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E4FED6-93DB-4999-BA99-9C5C9D08B30D}"/>
                </a:ext>
              </a:extLst>
            </p:cNvPr>
            <p:cNvSpPr/>
            <p:nvPr/>
          </p:nvSpPr>
          <p:spPr>
            <a:xfrm>
              <a:off x="3225626" y="2837311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141A96A-D80D-4970-B86E-B452891F36C2}"/>
                </a:ext>
              </a:extLst>
            </p:cNvPr>
            <p:cNvSpPr/>
            <p:nvPr/>
          </p:nvSpPr>
          <p:spPr>
            <a:xfrm>
              <a:off x="3278966" y="3539923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ABEB006-E713-45F6-B140-BDC88AC76989}"/>
                </a:ext>
              </a:extLst>
            </p:cNvPr>
            <p:cNvSpPr/>
            <p:nvPr/>
          </p:nvSpPr>
          <p:spPr>
            <a:xfrm>
              <a:off x="5915486" y="3157822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E25BCAD-2638-4000-A01A-8AAEFEDF94A9}"/>
                </a:ext>
              </a:extLst>
            </p:cNvPr>
            <p:cNvSpPr/>
            <p:nvPr/>
          </p:nvSpPr>
          <p:spPr>
            <a:xfrm>
              <a:off x="5846906" y="3860679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E38CDF2-47FC-4ACF-9C47-6DA0B31D9AF9}"/>
                </a:ext>
              </a:extLst>
            </p:cNvPr>
            <p:cNvSpPr/>
            <p:nvPr/>
          </p:nvSpPr>
          <p:spPr>
            <a:xfrm>
              <a:off x="5907865" y="4522530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FD23DB-013A-4CA3-9620-7E4826AC672B}"/>
                </a:ext>
              </a:extLst>
            </p:cNvPr>
            <p:cNvSpPr/>
            <p:nvPr/>
          </p:nvSpPr>
          <p:spPr>
            <a:xfrm>
              <a:off x="7241364" y="2206983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7D18B8B-D2D5-42AF-A9DB-A1F3FE32C632}"/>
                </a:ext>
              </a:extLst>
            </p:cNvPr>
            <p:cNvSpPr/>
            <p:nvPr/>
          </p:nvSpPr>
          <p:spPr>
            <a:xfrm>
              <a:off x="7241364" y="2837311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154C04F-FA6B-4780-B532-A9E8EAA4194C}"/>
                </a:ext>
              </a:extLst>
            </p:cNvPr>
            <p:cNvSpPr/>
            <p:nvPr/>
          </p:nvSpPr>
          <p:spPr>
            <a:xfrm>
              <a:off x="8610600" y="2516800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D004C28-FD58-4973-BE1A-1D384AD38D57}"/>
              </a:ext>
            </a:extLst>
          </p:cNvPr>
          <p:cNvSpPr/>
          <p:nvPr/>
        </p:nvSpPr>
        <p:spPr>
          <a:xfrm>
            <a:off x="3106704" y="5253378"/>
            <a:ext cx="561756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can you sor</a:t>
            </a:r>
            <a:r>
              <a:rPr lang="en-US" sz="3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 this graph?</a:t>
            </a:r>
            <a:endParaRPr lang="en-US" sz="36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0428530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579170-E9B9-4603-ADB8-DB46829D5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Reference: </a:t>
            </a:r>
            <a:r>
              <a:rPr lang="en-US" b="1" dirty="0" err="1"/>
              <a:t>Cormen</a:t>
            </a:r>
            <a:r>
              <a:rPr lang="en-US" b="1" dirty="0"/>
              <a:t> et. al., Introduction to Algorithms, Figure 22.7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D36A2D-D1AC-453D-B694-FE2C1F65E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3224D-F0F2-4FB7-B2EA-64427EC07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95D07F-A6BD-4CE0-935C-43F61DAC3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99BFAD-2966-4EFD-92C1-382A4BACE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193" y="1889760"/>
            <a:ext cx="6345613" cy="3078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CE43A4C-4FF7-441A-A2DE-D2B94571EF26}"/>
              </a:ext>
            </a:extLst>
          </p:cNvPr>
          <p:cNvSpPr/>
          <p:nvPr/>
        </p:nvSpPr>
        <p:spPr>
          <a:xfrm>
            <a:off x="2923193" y="2203280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E4FED6-93DB-4999-BA99-9C5C9D08B30D}"/>
              </a:ext>
            </a:extLst>
          </p:cNvPr>
          <p:cNvSpPr/>
          <p:nvPr/>
        </p:nvSpPr>
        <p:spPr>
          <a:xfrm>
            <a:off x="3225626" y="2837311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41A96A-D80D-4970-B86E-B452891F36C2}"/>
              </a:ext>
            </a:extLst>
          </p:cNvPr>
          <p:cNvSpPr/>
          <p:nvPr/>
        </p:nvSpPr>
        <p:spPr>
          <a:xfrm>
            <a:off x="3278966" y="3539923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BEB006-E713-45F6-B140-BDC88AC76989}"/>
              </a:ext>
            </a:extLst>
          </p:cNvPr>
          <p:cNvSpPr/>
          <p:nvPr/>
        </p:nvSpPr>
        <p:spPr>
          <a:xfrm>
            <a:off x="5915486" y="3157822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25BCAD-2638-4000-A01A-8AAEFEDF94A9}"/>
              </a:ext>
            </a:extLst>
          </p:cNvPr>
          <p:cNvSpPr/>
          <p:nvPr/>
        </p:nvSpPr>
        <p:spPr>
          <a:xfrm>
            <a:off x="5846906" y="3860679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38CDF2-47FC-4ACF-9C47-6DA0B31D9AF9}"/>
              </a:ext>
            </a:extLst>
          </p:cNvPr>
          <p:cNvSpPr/>
          <p:nvPr/>
        </p:nvSpPr>
        <p:spPr>
          <a:xfrm>
            <a:off x="5907865" y="4522530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D23DB-013A-4CA3-9620-7E4826AC672B}"/>
              </a:ext>
            </a:extLst>
          </p:cNvPr>
          <p:cNvSpPr/>
          <p:nvPr/>
        </p:nvSpPr>
        <p:spPr>
          <a:xfrm>
            <a:off x="7241364" y="2206983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D18B8B-D2D5-42AF-A9DB-A1F3FE32C632}"/>
              </a:ext>
            </a:extLst>
          </p:cNvPr>
          <p:cNvSpPr/>
          <p:nvPr/>
        </p:nvSpPr>
        <p:spPr>
          <a:xfrm>
            <a:off x="7241364" y="2837311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54C04F-FA6B-4780-B532-A9E8EAA4194C}"/>
              </a:ext>
            </a:extLst>
          </p:cNvPr>
          <p:cNvSpPr/>
          <p:nvPr/>
        </p:nvSpPr>
        <p:spPr>
          <a:xfrm>
            <a:off x="8610600" y="2516800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FD5986F-AEC5-4147-A0EC-A609BDC88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179" y="5128496"/>
            <a:ext cx="9691188" cy="1459891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4AAD073-FE59-4889-9510-C16833DA4337}"/>
              </a:ext>
            </a:extLst>
          </p:cNvPr>
          <p:cNvCxnSpPr>
            <a:cxnSpLocks/>
          </p:cNvCxnSpPr>
          <p:nvPr/>
        </p:nvCxnSpPr>
        <p:spPr>
          <a:xfrm>
            <a:off x="0" y="5128496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1721E90-2D7F-4FC8-AC3F-E1BFE4F6E514}"/>
              </a:ext>
            </a:extLst>
          </p:cNvPr>
          <p:cNvSpPr/>
          <p:nvPr/>
        </p:nvSpPr>
        <p:spPr>
          <a:xfrm>
            <a:off x="1907366" y="6107621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BC9C9F-6ECC-4E2E-8919-62B86CFF2B52}"/>
              </a:ext>
            </a:extLst>
          </p:cNvPr>
          <p:cNvSpPr/>
          <p:nvPr/>
        </p:nvSpPr>
        <p:spPr>
          <a:xfrm>
            <a:off x="3047999" y="6096836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CFC48C-5037-4EB9-B51C-DE363D0C6697}"/>
              </a:ext>
            </a:extLst>
          </p:cNvPr>
          <p:cNvSpPr/>
          <p:nvPr/>
        </p:nvSpPr>
        <p:spPr>
          <a:xfrm>
            <a:off x="4491066" y="6085832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97731-2954-47E8-8171-9EA32A111FBA}"/>
              </a:ext>
            </a:extLst>
          </p:cNvPr>
          <p:cNvSpPr/>
          <p:nvPr/>
        </p:nvSpPr>
        <p:spPr>
          <a:xfrm>
            <a:off x="5447502" y="6103239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896C86-3084-4E76-9D4A-1072869CFCF9}"/>
              </a:ext>
            </a:extLst>
          </p:cNvPr>
          <p:cNvSpPr/>
          <p:nvPr/>
        </p:nvSpPr>
        <p:spPr>
          <a:xfrm>
            <a:off x="6588135" y="6129098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8B1B9B-CE6C-4DEB-A599-5C71D44AC19B}"/>
              </a:ext>
            </a:extLst>
          </p:cNvPr>
          <p:cNvSpPr/>
          <p:nvPr/>
        </p:nvSpPr>
        <p:spPr>
          <a:xfrm>
            <a:off x="7658547" y="6103239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79C955-ABB0-4399-926B-9F16F77EDAD1}"/>
              </a:ext>
            </a:extLst>
          </p:cNvPr>
          <p:cNvSpPr/>
          <p:nvPr/>
        </p:nvSpPr>
        <p:spPr>
          <a:xfrm>
            <a:off x="8407545" y="6127629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081752-8E4F-4596-8AD7-4B5D5EFA3FF3}"/>
              </a:ext>
            </a:extLst>
          </p:cNvPr>
          <p:cNvSpPr/>
          <p:nvPr/>
        </p:nvSpPr>
        <p:spPr>
          <a:xfrm>
            <a:off x="9268806" y="6118942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729DE84-3761-4A73-8E91-C75AEBFDE393}"/>
              </a:ext>
            </a:extLst>
          </p:cNvPr>
          <p:cNvSpPr/>
          <p:nvPr/>
        </p:nvSpPr>
        <p:spPr>
          <a:xfrm>
            <a:off x="10226955" y="6114018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5475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579170-E9B9-4603-ADB8-DB46829D5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Reference: </a:t>
            </a:r>
            <a:r>
              <a:rPr lang="en-US" b="1" dirty="0" err="1"/>
              <a:t>Cormen</a:t>
            </a:r>
            <a:r>
              <a:rPr lang="en-US" b="1" dirty="0"/>
              <a:t> et. al., Introduction to Algorithms, Figure 22.7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D36A2D-D1AC-453D-B694-FE2C1F65E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53224D-F0F2-4FB7-B2EA-64427EC07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095D07F-A6BD-4CE0-935C-43F61DAC3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99BFAD-2966-4EFD-92C1-382A4BACE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3193" y="1889760"/>
            <a:ext cx="6345613" cy="307848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CE43A4C-4FF7-441A-A2DE-D2B94571EF26}"/>
              </a:ext>
            </a:extLst>
          </p:cNvPr>
          <p:cNvSpPr/>
          <p:nvPr/>
        </p:nvSpPr>
        <p:spPr>
          <a:xfrm>
            <a:off x="2923193" y="2203280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E4FED6-93DB-4999-BA99-9C5C9D08B30D}"/>
              </a:ext>
            </a:extLst>
          </p:cNvPr>
          <p:cNvSpPr/>
          <p:nvPr/>
        </p:nvSpPr>
        <p:spPr>
          <a:xfrm>
            <a:off x="3225626" y="2837311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41A96A-D80D-4970-B86E-B452891F36C2}"/>
              </a:ext>
            </a:extLst>
          </p:cNvPr>
          <p:cNvSpPr/>
          <p:nvPr/>
        </p:nvSpPr>
        <p:spPr>
          <a:xfrm>
            <a:off x="3278966" y="3539923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BEB006-E713-45F6-B140-BDC88AC76989}"/>
              </a:ext>
            </a:extLst>
          </p:cNvPr>
          <p:cNvSpPr/>
          <p:nvPr/>
        </p:nvSpPr>
        <p:spPr>
          <a:xfrm>
            <a:off x="5915486" y="3157822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25BCAD-2638-4000-A01A-8AAEFEDF94A9}"/>
              </a:ext>
            </a:extLst>
          </p:cNvPr>
          <p:cNvSpPr/>
          <p:nvPr/>
        </p:nvSpPr>
        <p:spPr>
          <a:xfrm>
            <a:off x="5846906" y="3860679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38CDF2-47FC-4ACF-9C47-6DA0B31D9AF9}"/>
              </a:ext>
            </a:extLst>
          </p:cNvPr>
          <p:cNvSpPr/>
          <p:nvPr/>
        </p:nvSpPr>
        <p:spPr>
          <a:xfrm>
            <a:off x="5907865" y="4522530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FD23DB-013A-4CA3-9620-7E4826AC672B}"/>
              </a:ext>
            </a:extLst>
          </p:cNvPr>
          <p:cNvSpPr/>
          <p:nvPr/>
        </p:nvSpPr>
        <p:spPr>
          <a:xfrm>
            <a:off x="7241364" y="2206983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D18B8B-D2D5-42AF-A9DB-A1F3FE32C632}"/>
              </a:ext>
            </a:extLst>
          </p:cNvPr>
          <p:cNvSpPr/>
          <p:nvPr/>
        </p:nvSpPr>
        <p:spPr>
          <a:xfrm>
            <a:off x="7241364" y="2837311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54C04F-FA6B-4780-B532-A9E8EAA4194C}"/>
              </a:ext>
            </a:extLst>
          </p:cNvPr>
          <p:cNvSpPr/>
          <p:nvPr/>
        </p:nvSpPr>
        <p:spPr>
          <a:xfrm>
            <a:off x="8610600" y="2516800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4AAD073-FE59-4889-9510-C16833DA4337}"/>
              </a:ext>
            </a:extLst>
          </p:cNvPr>
          <p:cNvCxnSpPr>
            <a:cxnSpLocks/>
          </p:cNvCxnSpPr>
          <p:nvPr/>
        </p:nvCxnSpPr>
        <p:spPr>
          <a:xfrm>
            <a:off x="0" y="5128496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31721E90-2D7F-4FC8-AC3F-E1BFE4F6E514}"/>
              </a:ext>
            </a:extLst>
          </p:cNvPr>
          <p:cNvSpPr/>
          <p:nvPr/>
        </p:nvSpPr>
        <p:spPr>
          <a:xfrm>
            <a:off x="1907366" y="6107621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BC9C9F-6ECC-4E2E-8919-62B86CFF2B52}"/>
              </a:ext>
            </a:extLst>
          </p:cNvPr>
          <p:cNvSpPr/>
          <p:nvPr/>
        </p:nvSpPr>
        <p:spPr>
          <a:xfrm>
            <a:off x="3047999" y="6096836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BCFC48C-5037-4EB9-B51C-DE363D0C6697}"/>
              </a:ext>
            </a:extLst>
          </p:cNvPr>
          <p:cNvSpPr/>
          <p:nvPr/>
        </p:nvSpPr>
        <p:spPr>
          <a:xfrm>
            <a:off x="4491066" y="6085832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97731-2954-47E8-8171-9EA32A111FBA}"/>
              </a:ext>
            </a:extLst>
          </p:cNvPr>
          <p:cNvSpPr/>
          <p:nvPr/>
        </p:nvSpPr>
        <p:spPr>
          <a:xfrm>
            <a:off x="5447502" y="6103239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896C86-3084-4E76-9D4A-1072869CFCF9}"/>
              </a:ext>
            </a:extLst>
          </p:cNvPr>
          <p:cNvSpPr/>
          <p:nvPr/>
        </p:nvSpPr>
        <p:spPr>
          <a:xfrm>
            <a:off x="6588135" y="6129098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8B1B9B-CE6C-4DEB-A599-5C71D44AC19B}"/>
              </a:ext>
            </a:extLst>
          </p:cNvPr>
          <p:cNvSpPr/>
          <p:nvPr/>
        </p:nvSpPr>
        <p:spPr>
          <a:xfrm>
            <a:off x="7658547" y="6103239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79C955-ABB0-4399-926B-9F16F77EDAD1}"/>
              </a:ext>
            </a:extLst>
          </p:cNvPr>
          <p:cNvSpPr/>
          <p:nvPr/>
        </p:nvSpPr>
        <p:spPr>
          <a:xfrm>
            <a:off x="8407545" y="6127629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081752-8E4F-4596-8AD7-4B5D5EFA3FF3}"/>
              </a:ext>
            </a:extLst>
          </p:cNvPr>
          <p:cNvSpPr/>
          <p:nvPr/>
        </p:nvSpPr>
        <p:spPr>
          <a:xfrm>
            <a:off x="9268806" y="6118942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729DE84-3761-4A73-8E91-C75AEBFDE393}"/>
              </a:ext>
            </a:extLst>
          </p:cNvPr>
          <p:cNvSpPr/>
          <p:nvPr/>
        </p:nvSpPr>
        <p:spPr>
          <a:xfrm>
            <a:off x="10226955" y="6114018"/>
            <a:ext cx="604867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C49E95C-EC87-4ACA-87F2-F8EA1843D874}"/>
              </a:ext>
            </a:extLst>
          </p:cNvPr>
          <p:cNvSpPr/>
          <p:nvPr/>
        </p:nvSpPr>
        <p:spPr>
          <a:xfrm>
            <a:off x="138926" y="5589552"/>
            <a:ext cx="985520" cy="345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8CC98AA-1070-4191-A4CB-6F69B04D841B}"/>
              </a:ext>
            </a:extLst>
          </p:cNvPr>
          <p:cNvSpPr/>
          <p:nvPr/>
        </p:nvSpPr>
        <p:spPr>
          <a:xfrm>
            <a:off x="1458827" y="5589552"/>
            <a:ext cx="1173826" cy="345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Undershorts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373DE01-C9DF-486A-8CF8-CA376ADFEE6E}"/>
              </a:ext>
            </a:extLst>
          </p:cNvPr>
          <p:cNvSpPr/>
          <p:nvPr/>
        </p:nvSpPr>
        <p:spPr>
          <a:xfrm>
            <a:off x="3012754" y="5589552"/>
            <a:ext cx="985520" cy="345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Pants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EA72B6D-59A1-4C4F-ACF4-11C3C540F59B}"/>
              </a:ext>
            </a:extLst>
          </p:cNvPr>
          <p:cNvSpPr/>
          <p:nvPr/>
        </p:nvSpPr>
        <p:spPr>
          <a:xfrm>
            <a:off x="4378375" y="5589552"/>
            <a:ext cx="985520" cy="345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Shoes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6951B7BF-22D1-4426-A448-1C8E3F5E8750}"/>
              </a:ext>
            </a:extLst>
          </p:cNvPr>
          <p:cNvSpPr/>
          <p:nvPr/>
        </p:nvSpPr>
        <p:spPr>
          <a:xfrm>
            <a:off x="5743996" y="5589552"/>
            <a:ext cx="985520" cy="345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Watch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13C8276D-6EE5-4A33-811E-0056353C2AD9}"/>
              </a:ext>
            </a:extLst>
          </p:cNvPr>
          <p:cNvSpPr/>
          <p:nvPr/>
        </p:nvSpPr>
        <p:spPr>
          <a:xfrm>
            <a:off x="7109617" y="5589552"/>
            <a:ext cx="985520" cy="345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Shirt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8D1CA32-E854-48FA-A5E3-79363B3B7198}"/>
              </a:ext>
            </a:extLst>
          </p:cNvPr>
          <p:cNvSpPr/>
          <p:nvPr/>
        </p:nvSpPr>
        <p:spPr>
          <a:xfrm>
            <a:off x="8475238" y="5589552"/>
            <a:ext cx="985520" cy="345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Belt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75734DB-8F2E-46C6-9465-C1B49C32CE29}"/>
              </a:ext>
            </a:extLst>
          </p:cNvPr>
          <p:cNvSpPr/>
          <p:nvPr/>
        </p:nvSpPr>
        <p:spPr>
          <a:xfrm>
            <a:off x="9840859" y="5589552"/>
            <a:ext cx="985520" cy="345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Tie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6026119E-AA5E-4041-9E0A-13133F100B19}"/>
              </a:ext>
            </a:extLst>
          </p:cNvPr>
          <p:cNvSpPr/>
          <p:nvPr/>
        </p:nvSpPr>
        <p:spPr>
          <a:xfrm>
            <a:off x="11147286" y="5589552"/>
            <a:ext cx="985520" cy="34594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Jacket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CAB1430-2DB1-4122-A932-6DA8DA0C8547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38926" y="5288753"/>
            <a:ext cx="492760" cy="30079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DAA67C6-71A5-40BF-8635-AA2F4A396629}"/>
              </a:ext>
            </a:extLst>
          </p:cNvPr>
          <p:cNvCxnSpPr>
            <a:cxnSpLocks/>
            <a:stCxn id="7" idx="3"/>
            <a:endCxn id="32" idx="1"/>
          </p:cNvCxnSpPr>
          <p:nvPr/>
        </p:nvCxnSpPr>
        <p:spPr>
          <a:xfrm>
            <a:off x="1124446" y="5762527"/>
            <a:ext cx="33438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6AC290F-B613-41EA-9423-9E2F229D23CE}"/>
              </a:ext>
            </a:extLst>
          </p:cNvPr>
          <p:cNvCxnSpPr>
            <a:cxnSpLocks/>
            <a:stCxn id="32" idx="3"/>
            <a:endCxn id="33" idx="1"/>
          </p:cNvCxnSpPr>
          <p:nvPr/>
        </p:nvCxnSpPr>
        <p:spPr>
          <a:xfrm>
            <a:off x="2632653" y="5762527"/>
            <a:ext cx="3801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683D8E9-1953-4401-A73C-63C57CB0C894}"/>
              </a:ext>
            </a:extLst>
          </p:cNvPr>
          <p:cNvCxnSpPr>
            <a:cxnSpLocks/>
            <a:stCxn id="33" idx="3"/>
            <a:endCxn id="34" idx="1"/>
          </p:cNvCxnSpPr>
          <p:nvPr/>
        </p:nvCxnSpPr>
        <p:spPr>
          <a:xfrm>
            <a:off x="3998274" y="5762527"/>
            <a:ext cx="3801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75A417B7-EA15-46A1-B308-B128852F277D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>
            <a:off x="5363895" y="5762527"/>
            <a:ext cx="3801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42675275-8D6F-4D81-92E4-8B6661CA2E7A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>
            <a:off x="6729516" y="5762527"/>
            <a:ext cx="3801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1DC8F4B-AEB8-4265-A3A0-4552DFFB0F92}"/>
              </a:ext>
            </a:extLst>
          </p:cNvPr>
          <p:cNvCxnSpPr>
            <a:cxnSpLocks/>
            <a:stCxn id="36" idx="3"/>
            <a:endCxn id="37" idx="1"/>
          </p:cNvCxnSpPr>
          <p:nvPr/>
        </p:nvCxnSpPr>
        <p:spPr>
          <a:xfrm>
            <a:off x="8095137" y="5762527"/>
            <a:ext cx="3801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677A373-F3D7-44B5-9066-A1A453FF8A80}"/>
              </a:ext>
            </a:extLst>
          </p:cNvPr>
          <p:cNvCxnSpPr>
            <a:cxnSpLocks/>
            <a:stCxn id="37" idx="3"/>
            <a:endCxn id="38" idx="1"/>
          </p:cNvCxnSpPr>
          <p:nvPr/>
        </p:nvCxnSpPr>
        <p:spPr>
          <a:xfrm>
            <a:off x="9460758" y="5762527"/>
            <a:ext cx="38010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5C977BC-3ADE-44CF-9A49-DB0DEFA384B3}"/>
              </a:ext>
            </a:extLst>
          </p:cNvPr>
          <p:cNvCxnSpPr>
            <a:cxnSpLocks/>
            <a:stCxn id="38" idx="3"/>
            <a:endCxn id="39" idx="1"/>
          </p:cNvCxnSpPr>
          <p:nvPr/>
        </p:nvCxnSpPr>
        <p:spPr>
          <a:xfrm>
            <a:off x="10826379" y="5762527"/>
            <a:ext cx="32090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11537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5D2EB6-7ADC-428F-B420-2B649C86B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0" dirty="0"/>
              <a:t>Why do we need Directed</a:t>
            </a:r>
            <a:r>
              <a:rPr lang="en-US" sz="2800" dirty="0"/>
              <a:t> </a:t>
            </a:r>
            <a:r>
              <a:rPr lang="en-US" sz="2800" u="sng" dirty="0"/>
              <a:t>Acyclic</a:t>
            </a:r>
            <a:r>
              <a:rPr lang="en-US" sz="2800" b="0" dirty="0"/>
              <a:t> Graphs for Topological Sorting to work?</a:t>
            </a:r>
            <a:endParaRPr lang="en-US" dirty="0"/>
          </a:p>
          <a:p>
            <a:pPr lvl="1"/>
            <a:r>
              <a:rPr lang="en-US" b="1" dirty="0"/>
              <a:t>Circular Dependency </a:t>
            </a:r>
            <a:r>
              <a:rPr lang="en-US" dirty="0"/>
              <a:t>would arise instead of </a:t>
            </a:r>
            <a:r>
              <a:rPr lang="en-US" b="1" dirty="0"/>
              <a:t>linear dependency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1E149C-EE57-43F1-82B9-F284E6F7E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D2D240-3800-4BC7-A2A6-89165A436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71875EC-9F98-470E-87E9-B5499C026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Topological Sort</a:t>
            </a:r>
            <a:endParaRPr lang="en-US" sz="2800" b="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BDFA468-A359-4743-9A9B-4E14535B963B}"/>
                  </a:ext>
                </a:extLst>
              </p14:cNvPr>
              <p14:cNvContentPartPr/>
              <p14:nvPr/>
            </p14:nvContentPartPr>
            <p14:xfrm>
              <a:off x="3262320" y="1693440"/>
              <a:ext cx="6795000" cy="3093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BDFA468-A359-4743-9A9B-4E14535B96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52960" y="1684080"/>
                <a:ext cx="6813720" cy="311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608801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B8C4DA-80D7-4D02-AAB3-948383F7D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FF699-378E-41B7-B8F1-889FFB7D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00F2CBD-DC6F-4FA1-AAAA-A7083550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 - Algorithm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E2D494-3920-42B5-A462-6D61E1F2C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812" y="1342707"/>
            <a:ext cx="8445618" cy="178657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CE52BA8-DFF4-4203-83C9-9F0031B86A51}"/>
              </a:ext>
            </a:extLst>
          </p:cNvPr>
          <p:cNvSpPr/>
          <p:nvPr/>
        </p:nvSpPr>
        <p:spPr>
          <a:xfrm>
            <a:off x="5983280" y="5889209"/>
            <a:ext cx="133024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DEEC35-8410-4B5D-9D2C-77473CEC86BC}"/>
              </a:ext>
            </a:extLst>
          </p:cNvPr>
          <p:cNvSpPr/>
          <p:nvPr/>
        </p:nvSpPr>
        <p:spPr>
          <a:xfrm>
            <a:off x="6176010" y="5889209"/>
            <a:ext cx="153611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DAD233C-B14E-469F-8E63-F495B4F25B61}"/>
              </a:ext>
            </a:extLst>
          </p:cNvPr>
          <p:cNvGrpSpPr/>
          <p:nvPr/>
        </p:nvGrpSpPr>
        <p:grpSpPr>
          <a:xfrm>
            <a:off x="3003203" y="3129280"/>
            <a:ext cx="6345613" cy="3078480"/>
            <a:chOff x="2923193" y="1889760"/>
            <a:chExt cx="6345613" cy="3078480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C85F9DF9-23CD-4B32-9A8C-B44DC5135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23193" y="1889760"/>
              <a:ext cx="6345613" cy="3078480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F301510-8B96-4BB0-A8CA-40AC171A1A6E}"/>
                </a:ext>
              </a:extLst>
            </p:cNvPr>
            <p:cNvSpPr/>
            <p:nvPr/>
          </p:nvSpPr>
          <p:spPr>
            <a:xfrm>
              <a:off x="2923193" y="2203280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1A3DCCD-CA14-4577-8630-47F1F8599E08}"/>
                </a:ext>
              </a:extLst>
            </p:cNvPr>
            <p:cNvSpPr/>
            <p:nvPr/>
          </p:nvSpPr>
          <p:spPr>
            <a:xfrm>
              <a:off x="3225626" y="2837311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70891F0-B88C-4692-B3AE-6D30567D4C19}"/>
                </a:ext>
              </a:extLst>
            </p:cNvPr>
            <p:cNvSpPr/>
            <p:nvPr/>
          </p:nvSpPr>
          <p:spPr>
            <a:xfrm>
              <a:off x="3278966" y="3539923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2FB7ACD-5D54-4CE9-919B-EC3E5A9979B9}"/>
                </a:ext>
              </a:extLst>
            </p:cNvPr>
            <p:cNvSpPr/>
            <p:nvPr/>
          </p:nvSpPr>
          <p:spPr>
            <a:xfrm>
              <a:off x="5915486" y="3157822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BC1A813-6C53-47AD-93B0-583A07C2D4F1}"/>
                </a:ext>
              </a:extLst>
            </p:cNvPr>
            <p:cNvSpPr/>
            <p:nvPr/>
          </p:nvSpPr>
          <p:spPr>
            <a:xfrm>
              <a:off x="5846906" y="3860679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9C9EFAA-452B-4852-A033-C70F8E315A2E}"/>
                </a:ext>
              </a:extLst>
            </p:cNvPr>
            <p:cNvSpPr/>
            <p:nvPr/>
          </p:nvSpPr>
          <p:spPr>
            <a:xfrm>
              <a:off x="5907865" y="4522530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D3EE8D1-9AA0-47F7-BCF9-7136727DD2C4}"/>
                </a:ext>
              </a:extLst>
            </p:cNvPr>
            <p:cNvSpPr/>
            <p:nvPr/>
          </p:nvSpPr>
          <p:spPr>
            <a:xfrm>
              <a:off x="7241364" y="2206983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DA805AB-9447-4C3E-A739-D83D97B875C4}"/>
                </a:ext>
              </a:extLst>
            </p:cNvPr>
            <p:cNvSpPr/>
            <p:nvPr/>
          </p:nvSpPr>
          <p:spPr>
            <a:xfrm>
              <a:off x="7241364" y="2837311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683CFD4-7BCE-433C-A552-B968B36A92B2}"/>
                </a:ext>
              </a:extLst>
            </p:cNvPr>
            <p:cNvSpPr/>
            <p:nvPr/>
          </p:nvSpPr>
          <p:spPr>
            <a:xfrm>
              <a:off x="8610600" y="2516800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F422CF3-2E83-4AF6-9C6C-747073F7D9B5}"/>
                  </a:ext>
                </a:extLst>
              </p14:cNvPr>
              <p14:cNvContentPartPr/>
              <p14:nvPr/>
            </p14:nvContentPartPr>
            <p14:xfrm>
              <a:off x="4941720" y="2436120"/>
              <a:ext cx="405360" cy="241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F422CF3-2E83-4AF6-9C6C-747073F7D9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32360" y="2426760"/>
                <a:ext cx="42408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18764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B8C4DA-80D7-4D02-AAB3-948383F7D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FF699-378E-41B7-B8F1-889FFB7D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00F2CBD-DC6F-4FA1-AAAA-A7083550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 - Algorithm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E2D494-3920-42B5-A462-6D61E1F2C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812" y="1342707"/>
            <a:ext cx="8445618" cy="178657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CE52BA8-DFF4-4203-83C9-9F0031B86A51}"/>
              </a:ext>
            </a:extLst>
          </p:cNvPr>
          <p:cNvSpPr/>
          <p:nvPr/>
        </p:nvSpPr>
        <p:spPr>
          <a:xfrm>
            <a:off x="5983280" y="5889209"/>
            <a:ext cx="133024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DEEC35-8410-4B5D-9D2C-77473CEC86BC}"/>
              </a:ext>
            </a:extLst>
          </p:cNvPr>
          <p:cNvSpPr/>
          <p:nvPr/>
        </p:nvSpPr>
        <p:spPr>
          <a:xfrm>
            <a:off x="6176010" y="5889209"/>
            <a:ext cx="153611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5DAD233C-B14E-469F-8E63-F495B4F25B61}"/>
              </a:ext>
            </a:extLst>
          </p:cNvPr>
          <p:cNvGrpSpPr/>
          <p:nvPr/>
        </p:nvGrpSpPr>
        <p:grpSpPr>
          <a:xfrm>
            <a:off x="589283" y="3393474"/>
            <a:ext cx="3241033" cy="2495735"/>
            <a:chOff x="2923193" y="1889760"/>
            <a:chExt cx="6345613" cy="3078480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C85F9DF9-23CD-4B32-9A8C-B44DC5135E5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23193" y="1889760"/>
              <a:ext cx="6345613" cy="3078480"/>
            </a:xfrm>
            <a:prstGeom prst="rect">
              <a:avLst/>
            </a:prstGeom>
          </p:spPr>
        </p:pic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BF301510-8B96-4BB0-A8CA-40AC171A1A6E}"/>
                </a:ext>
              </a:extLst>
            </p:cNvPr>
            <p:cNvSpPr/>
            <p:nvPr/>
          </p:nvSpPr>
          <p:spPr>
            <a:xfrm>
              <a:off x="2923193" y="2203280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1A3DCCD-CA14-4577-8630-47F1F8599E08}"/>
                </a:ext>
              </a:extLst>
            </p:cNvPr>
            <p:cNvSpPr/>
            <p:nvPr/>
          </p:nvSpPr>
          <p:spPr>
            <a:xfrm>
              <a:off x="3225626" y="2837311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70891F0-B88C-4692-B3AE-6D30567D4C19}"/>
                </a:ext>
              </a:extLst>
            </p:cNvPr>
            <p:cNvSpPr/>
            <p:nvPr/>
          </p:nvSpPr>
          <p:spPr>
            <a:xfrm>
              <a:off x="3278966" y="3539923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2FB7ACD-5D54-4CE9-919B-EC3E5A9979B9}"/>
                </a:ext>
              </a:extLst>
            </p:cNvPr>
            <p:cNvSpPr/>
            <p:nvPr/>
          </p:nvSpPr>
          <p:spPr>
            <a:xfrm>
              <a:off x="5915486" y="3157822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BC1A813-6C53-47AD-93B0-583A07C2D4F1}"/>
                </a:ext>
              </a:extLst>
            </p:cNvPr>
            <p:cNvSpPr/>
            <p:nvPr/>
          </p:nvSpPr>
          <p:spPr>
            <a:xfrm>
              <a:off x="5846906" y="3860679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9C9EFAA-452B-4852-A033-C70F8E315A2E}"/>
                </a:ext>
              </a:extLst>
            </p:cNvPr>
            <p:cNvSpPr/>
            <p:nvPr/>
          </p:nvSpPr>
          <p:spPr>
            <a:xfrm>
              <a:off x="5907865" y="4522530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D3EE8D1-9AA0-47F7-BCF9-7136727DD2C4}"/>
                </a:ext>
              </a:extLst>
            </p:cNvPr>
            <p:cNvSpPr/>
            <p:nvPr/>
          </p:nvSpPr>
          <p:spPr>
            <a:xfrm>
              <a:off x="7241364" y="2206983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DA805AB-9447-4C3E-A739-D83D97B875C4}"/>
                </a:ext>
              </a:extLst>
            </p:cNvPr>
            <p:cNvSpPr/>
            <p:nvPr/>
          </p:nvSpPr>
          <p:spPr>
            <a:xfrm>
              <a:off x="7241364" y="2837311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683CFD4-7BCE-433C-A552-B968B36A92B2}"/>
                </a:ext>
              </a:extLst>
            </p:cNvPr>
            <p:cNvSpPr/>
            <p:nvPr/>
          </p:nvSpPr>
          <p:spPr>
            <a:xfrm>
              <a:off x="8610600" y="2516800"/>
              <a:ext cx="604867" cy="320511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F422CF3-2E83-4AF6-9C6C-747073F7D9B5}"/>
                  </a:ext>
                </a:extLst>
              </p14:cNvPr>
              <p14:cNvContentPartPr/>
              <p14:nvPr/>
            </p14:nvContentPartPr>
            <p14:xfrm>
              <a:off x="4941720" y="2436120"/>
              <a:ext cx="405360" cy="241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F422CF3-2E83-4AF6-9C6C-747073F7D9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32360" y="2426760"/>
                <a:ext cx="42408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7FF1ABB-7F41-4D65-A10E-AED1666D7E06}"/>
                  </a:ext>
                </a:extLst>
              </p14:cNvPr>
              <p14:cNvContentPartPr/>
              <p14:nvPr/>
            </p14:nvContentPartPr>
            <p14:xfrm>
              <a:off x="161280" y="1873080"/>
              <a:ext cx="11612520" cy="4619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7FF1ABB-7F41-4D65-A10E-AED1666D7E0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1920" y="1863720"/>
                <a:ext cx="11631240" cy="463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388558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B8C4DA-80D7-4D02-AAB3-948383F7D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FF699-378E-41B7-B8F1-889FFB7D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99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00F2CBD-DC6F-4FA1-AAAA-A7083550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 - Algorithm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E2D494-3920-42B5-A462-6D61E1F2C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005" y="969767"/>
            <a:ext cx="8445618" cy="178657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CE52BA8-DFF4-4203-83C9-9F0031B86A51}"/>
              </a:ext>
            </a:extLst>
          </p:cNvPr>
          <p:cNvSpPr/>
          <p:nvPr/>
        </p:nvSpPr>
        <p:spPr>
          <a:xfrm>
            <a:off x="5983280" y="5889209"/>
            <a:ext cx="133024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DEEC35-8410-4B5D-9D2C-77473CEC86BC}"/>
              </a:ext>
            </a:extLst>
          </p:cNvPr>
          <p:cNvSpPr/>
          <p:nvPr/>
        </p:nvSpPr>
        <p:spPr>
          <a:xfrm>
            <a:off x="6176010" y="5889209"/>
            <a:ext cx="153611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7225FA8-D282-4D4C-B1DD-B3068C60A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008" y="3197404"/>
            <a:ext cx="6345613" cy="307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8667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B8C4DA-80D7-4D02-AAB3-948383F7D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7FF699-378E-41B7-B8F1-889FFB7DE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00F2CBD-DC6F-4FA1-AAAA-A7083550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 - Algorithm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E2D494-3920-42B5-A462-6D61E1F2C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005" y="969767"/>
            <a:ext cx="8445618" cy="178657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CE52BA8-DFF4-4203-83C9-9F0031B86A51}"/>
              </a:ext>
            </a:extLst>
          </p:cNvPr>
          <p:cNvSpPr/>
          <p:nvPr/>
        </p:nvSpPr>
        <p:spPr>
          <a:xfrm>
            <a:off x="5983280" y="5889209"/>
            <a:ext cx="133024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2DEEC35-8410-4B5D-9D2C-77473CEC86BC}"/>
              </a:ext>
            </a:extLst>
          </p:cNvPr>
          <p:cNvSpPr/>
          <p:nvPr/>
        </p:nvSpPr>
        <p:spPr>
          <a:xfrm>
            <a:off x="6176010" y="5889209"/>
            <a:ext cx="153611" cy="32051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7225FA8-D282-4D4C-B1DD-B3068C60A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0008" y="3197404"/>
            <a:ext cx="6345613" cy="30784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F27D08F-5645-42AC-AD9C-5D98E59845AA}"/>
              </a:ext>
            </a:extLst>
          </p:cNvPr>
          <p:cNvSpPr/>
          <p:nvPr/>
        </p:nvSpPr>
        <p:spPr>
          <a:xfrm>
            <a:off x="3489870" y="2735739"/>
            <a:ext cx="521226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 Complexity : O(V+E) – Same as DFS</a:t>
            </a:r>
          </a:p>
        </p:txBody>
      </p:sp>
    </p:spTree>
    <p:extLst>
      <p:ext uri="{BB962C8B-B14F-4D97-AF65-F5344CB8AC3E}">
        <p14:creationId xmlns:p14="http://schemas.microsoft.com/office/powerpoint/2010/main" val="212149547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E2D686-DBC0-4F86-AAC1-7D5808D5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47315-58FE-494C-9851-EA585ED21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8CDA5-4625-472D-A280-831668E1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C30165-26EF-4BB6-B894-FA9E9283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 Algorithm (In Degree Method)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155705B-130F-4839-90BA-DBE5B610607E}"/>
              </a:ext>
            </a:extLst>
          </p:cNvPr>
          <p:cNvSpPr/>
          <p:nvPr/>
        </p:nvSpPr>
        <p:spPr>
          <a:xfrm>
            <a:off x="3581400" y="2244615"/>
            <a:ext cx="145430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undershorts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17C8DB-0F92-4CA2-A62C-44330712B68B}"/>
              </a:ext>
            </a:extLst>
          </p:cNvPr>
          <p:cNvSpPr/>
          <p:nvPr/>
        </p:nvSpPr>
        <p:spPr>
          <a:xfrm>
            <a:off x="3766510" y="3197790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pants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596B1E-65BA-400D-BE0B-6FD29BA04919}"/>
              </a:ext>
            </a:extLst>
          </p:cNvPr>
          <p:cNvSpPr/>
          <p:nvPr/>
        </p:nvSpPr>
        <p:spPr>
          <a:xfrm>
            <a:off x="3742106" y="463470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belt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2EC219-DE92-4119-9B02-83254C8E1259}"/>
              </a:ext>
            </a:extLst>
          </p:cNvPr>
          <p:cNvSpPr/>
          <p:nvPr/>
        </p:nvSpPr>
        <p:spPr>
          <a:xfrm>
            <a:off x="6368434" y="336369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6D05470-14A8-4CFF-9F31-7794714037A3}"/>
              </a:ext>
            </a:extLst>
          </p:cNvPr>
          <p:cNvSpPr/>
          <p:nvPr/>
        </p:nvSpPr>
        <p:spPr>
          <a:xfrm>
            <a:off x="6368434" y="2611601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4873F51-BF65-4BE0-8E27-8A7C14D62535}"/>
              </a:ext>
            </a:extLst>
          </p:cNvPr>
          <p:cNvSpPr/>
          <p:nvPr/>
        </p:nvSpPr>
        <p:spPr>
          <a:xfrm>
            <a:off x="5508844" y="4038804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shirt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4EBB1F-9C11-45FD-A7C4-4BB3CEAE1B31}"/>
              </a:ext>
            </a:extLst>
          </p:cNvPr>
          <p:cNvSpPr/>
          <p:nvPr/>
        </p:nvSpPr>
        <p:spPr>
          <a:xfrm>
            <a:off x="5499418" y="4674192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FB4C2D0-B898-48F9-AD66-77125D1E8121}"/>
              </a:ext>
            </a:extLst>
          </p:cNvPr>
          <p:cNvSpPr/>
          <p:nvPr/>
        </p:nvSpPr>
        <p:spPr>
          <a:xfrm>
            <a:off x="5414755" y="5309580"/>
            <a:ext cx="857839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jacket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FD3E1E4-4932-497D-A1C5-356CB21C42D9}"/>
              </a:ext>
            </a:extLst>
          </p:cNvPr>
          <p:cNvSpPr/>
          <p:nvPr/>
        </p:nvSpPr>
        <p:spPr>
          <a:xfrm>
            <a:off x="8068892" y="3085376"/>
            <a:ext cx="86098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watch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CC5E4F4-C7BC-478B-BE64-155C18CBF8B5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4308551" y="2565126"/>
            <a:ext cx="1" cy="6326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2C6F25-4302-4407-A17C-73B5B970BE64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4284148" y="3518301"/>
            <a:ext cx="24404" cy="11164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FBCE20F-7D64-4325-A7BC-67781D062DB7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5035702" y="2404871"/>
            <a:ext cx="1332732" cy="11190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A8B21FB-76B0-4C43-89A8-53D22064A97C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4850593" y="3358046"/>
            <a:ext cx="1517841" cy="1659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4E631F-FCA4-4D4A-AF8C-47DA8D1EDCE9}"/>
              </a:ext>
            </a:extLst>
          </p:cNvPr>
          <p:cNvCxnSpPr>
            <a:cxnSpLocks/>
            <a:stCxn id="22" idx="2"/>
            <a:endCxn id="21" idx="0"/>
          </p:cNvCxnSpPr>
          <p:nvPr/>
        </p:nvCxnSpPr>
        <p:spPr>
          <a:xfrm>
            <a:off x="6910476" y="2932112"/>
            <a:ext cx="0" cy="4315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5DD4ED2-FC75-4D04-8B76-F370B6F46FC2}"/>
              </a:ext>
            </a:extLst>
          </p:cNvPr>
          <p:cNvCxnSpPr>
            <a:cxnSpLocks/>
            <a:stCxn id="23" idx="1"/>
            <a:endCxn id="20" idx="0"/>
          </p:cNvCxnSpPr>
          <p:nvPr/>
        </p:nvCxnSpPr>
        <p:spPr>
          <a:xfrm flipH="1">
            <a:off x="4284148" y="4199060"/>
            <a:ext cx="1224696" cy="435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3682C4F-9169-44DD-A021-1188409E3ED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5838873" y="4359315"/>
            <a:ext cx="9426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73EB7DC-3BE6-45A7-AA18-224C8763436F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5838873" y="4994703"/>
            <a:ext cx="4802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73E9869-7683-4FD6-92E0-23289C019C1E}"/>
              </a:ext>
            </a:extLst>
          </p:cNvPr>
          <p:cNvCxnSpPr>
            <a:cxnSpLocks/>
            <a:stCxn id="20" idx="2"/>
            <a:endCxn id="25" idx="1"/>
          </p:cNvCxnSpPr>
          <p:nvPr/>
        </p:nvCxnSpPr>
        <p:spPr>
          <a:xfrm>
            <a:off x="4284148" y="4955219"/>
            <a:ext cx="1130607" cy="5146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755637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E2D686-DBC0-4F86-AAC1-7D5808D5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47315-58FE-494C-9851-EA585ED21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8CDA5-4625-472D-A280-831668E1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C30165-26EF-4BB6-B894-FA9E9283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 Algorithm (In Degree Method)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155705B-130F-4839-90BA-DBE5B610607E}"/>
              </a:ext>
            </a:extLst>
          </p:cNvPr>
          <p:cNvSpPr/>
          <p:nvPr/>
        </p:nvSpPr>
        <p:spPr>
          <a:xfrm>
            <a:off x="3581400" y="2244615"/>
            <a:ext cx="145430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undershorts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17C8DB-0F92-4CA2-A62C-44330712B68B}"/>
              </a:ext>
            </a:extLst>
          </p:cNvPr>
          <p:cNvSpPr/>
          <p:nvPr/>
        </p:nvSpPr>
        <p:spPr>
          <a:xfrm>
            <a:off x="3766510" y="3197790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pants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596B1E-65BA-400D-BE0B-6FD29BA04919}"/>
              </a:ext>
            </a:extLst>
          </p:cNvPr>
          <p:cNvSpPr/>
          <p:nvPr/>
        </p:nvSpPr>
        <p:spPr>
          <a:xfrm>
            <a:off x="3742106" y="463470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belt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2EC219-DE92-4119-9B02-83254C8E1259}"/>
              </a:ext>
            </a:extLst>
          </p:cNvPr>
          <p:cNvSpPr/>
          <p:nvPr/>
        </p:nvSpPr>
        <p:spPr>
          <a:xfrm>
            <a:off x="6368434" y="336369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6D05470-14A8-4CFF-9F31-7794714037A3}"/>
              </a:ext>
            </a:extLst>
          </p:cNvPr>
          <p:cNvSpPr/>
          <p:nvPr/>
        </p:nvSpPr>
        <p:spPr>
          <a:xfrm>
            <a:off x="6368434" y="2611601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4873F51-BF65-4BE0-8E27-8A7C14D62535}"/>
              </a:ext>
            </a:extLst>
          </p:cNvPr>
          <p:cNvSpPr/>
          <p:nvPr/>
        </p:nvSpPr>
        <p:spPr>
          <a:xfrm>
            <a:off x="5508844" y="4038804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shirt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4EBB1F-9C11-45FD-A7C4-4BB3CEAE1B31}"/>
              </a:ext>
            </a:extLst>
          </p:cNvPr>
          <p:cNvSpPr/>
          <p:nvPr/>
        </p:nvSpPr>
        <p:spPr>
          <a:xfrm>
            <a:off x="5499418" y="4674192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FB4C2D0-B898-48F9-AD66-77125D1E8121}"/>
              </a:ext>
            </a:extLst>
          </p:cNvPr>
          <p:cNvSpPr/>
          <p:nvPr/>
        </p:nvSpPr>
        <p:spPr>
          <a:xfrm>
            <a:off x="5414755" y="5309580"/>
            <a:ext cx="857839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jacket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FD3E1E4-4932-497D-A1C5-356CB21C42D9}"/>
              </a:ext>
            </a:extLst>
          </p:cNvPr>
          <p:cNvSpPr/>
          <p:nvPr/>
        </p:nvSpPr>
        <p:spPr>
          <a:xfrm>
            <a:off x="8068892" y="3085376"/>
            <a:ext cx="86098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watch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CC5E4F4-C7BC-478B-BE64-155C18CBF8B5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4308551" y="2565126"/>
            <a:ext cx="1" cy="6326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2C6F25-4302-4407-A17C-73B5B970BE64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4284148" y="3518301"/>
            <a:ext cx="24404" cy="11164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FBCE20F-7D64-4325-A7BC-67781D062DB7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5035702" y="2404871"/>
            <a:ext cx="1332732" cy="11190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A8B21FB-76B0-4C43-89A8-53D22064A97C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4850593" y="3358046"/>
            <a:ext cx="1517841" cy="1659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4E631F-FCA4-4D4A-AF8C-47DA8D1EDCE9}"/>
              </a:ext>
            </a:extLst>
          </p:cNvPr>
          <p:cNvCxnSpPr>
            <a:cxnSpLocks/>
            <a:stCxn id="22" idx="2"/>
            <a:endCxn id="21" idx="0"/>
          </p:cNvCxnSpPr>
          <p:nvPr/>
        </p:nvCxnSpPr>
        <p:spPr>
          <a:xfrm>
            <a:off x="6910476" y="2932112"/>
            <a:ext cx="0" cy="4315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5DD4ED2-FC75-4D04-8B76-F370B6F46FC2}"/>
              </a:ext>
            </a:extLst>
          </p:cNvPr>
          <p:cNvCxnSpPr>
            <a:cxnSpLocks/>
            <a:stCxn id="23" idx="1"/>
            <a:endCxn id="20" idx="0"/>
          </p:cNvCxnSpPr>
          <p:nvPr/>
        </p:nvCxnSpPr>
        <p:spPr>
          <a:xfrm flipH="1">
            <a:off x="4284148" y="4199060"/>
            <a:ext cx="1224696" cy="435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3682C4F-9169-44DD-A021-1188409E3ED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5838873" y="4359315"/>
            <a:ext cx="9426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73EB7DC-3BE6-45A7-AA18-224C8763436F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5838873" y="4994703"/>
            <a:ext cx="4802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73E9869-7683-4FD6-92E0-23289C019C1E}"/>
              </a:ext>
            </a:extLst>
          </p:cNvPr>
          <p:cNvCxnSpPr>
            <a:cxnSpLocks/>
            <a:stCxn id="20" idx="2"/>
            <a:endCxn id="25" idx="1"/>
          </p:cNvCxnSpPr>
          <p:nvPr/>
        </p:nvCxnSpPr>
        <p:spPr>
          <a:xfrm>
            <a:off x="4284148" y="4955219"/>
            <a:ext cx="1130607" cy="5146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F3EB655-01C0-4530-AA9B-AA07AA12E828}"/>
              </a:ext>
            </a:extLst>
          </p:cNvPr>
          <p:cNvSpPr/>
          <p:nvPr/>
        </p:nvSpPr>
        <p:spPr>
          <a:xfrm>
            <a:off x="3054285" y="191364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FC45986-AE03-45AA-9170-F537A1253C50}"/>
              </a:ext>
            </a:extLst>
          </p:cNvPr>
          <p:cNvSpPr/>
          <p:nvPr/>
        </p:nvSpPr>
        <p:spPr>
          <a:xfrm>
            <a:off x="3039360" y="2943973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8DC5DA-64C5-47CC-BD23-80F25FCDCCFB}"/>
              </a:ext>
            </a:extLst>
          </p:cNvPr>
          <p:cNvSpPr/>
          <p:nvPr/>
        </p:nvSpPr>
        <p:spPr>
          <a:xfrm>
            <a:off x="3029883" y="4303734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DFBD42-F6A0-46D9-813A-A64784D0E4C3}"/>
              </a:ext>
            </a:extLst>
          </p:cNvPr>
          <p:cNvSpPr/>
          <p:nvPr/>
        </p:nvSpPr>
        <p:spPr>
          <a:xfrm>
            <a:off x="6629185" y="2112314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41BDA7-07F2-4B48-A988-F1116FA1990B}"/>
              </a:ext>
            </a:extLst>
          </p:cNvPr>
          <p:cNvSpPr/>
          <p:nvPr/>
        </p:nvSpPr>
        <p:spPr>
          <a:xfrm>
            <a:off x="6855040" y="378446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89FB61-4EC7-4966-91F7-FBC5231AB573}"/>
              </a:ext>
            </a:extLst>
          </p:cNvPr>
          <p:cNvSpPr/>
          <p:nvPr/>
        </p:nvSpPr>
        <p:spPr>
          <a:xfrm>
            <a:off x="5609513" y="3684209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8376B0-EF7E-43E1-B9FE-8B898DF1E771}"/>
              </a:ext>
            </a:extLst>
          </p:cNvPr>
          <p:cNvSpPr/>
          <p:nvPr/>
        </p:nvSpPr>
        <p:spPr>
          <a:xfrm>
            <a:off x="8235825" y="271597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3721DF-D6E7-43DB-B724-4958BBE7BA51}"/>
              </a:ext>
            </a:extLst>
          </p:cNvPr>
          <p:cNvSpPr/>
          <p:nvPr/>
        </p:nvSpPr>
        <p:spPr>
          <a:xfrm>
            <a:off x="6365627" y="463470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7019FC-E74A-47F5-9CB5-4BEFE6146246}"/>
              </a:ext>
            </a:extLst>
          </p:cNvPr>
          <p:cNvSpPr/>
          <p:nvPr/>
        </p:nvSpPr>
        <p:spPr>
          <a:xfrm>
            <a:off x="6365627" y="531946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38662868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E2D686-DBC0-4F86-AAC1-7D5808D5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47315-58FE-494C-9851-EA585ED21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8CDA5-4625-472D-A280-831668E1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103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C30165-26EF-4BB6-B894-FA9E9283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 Algorithm (In Degree Method)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155705B-130F-4839-90BA-DBE5B610607E}"/>
              </a:ext>
            </a:extLst>
          </p:cNvPr>
          <p:cNvSpPr/>
          <p:nvPr/>
        </p:nvSpPr>
        <p:spPr>
          <a:xfrm>
            <a:off x="3581400" y="2244615"/>
            <a:ext cx="145430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undershorts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17C8DB-0F92-4CA2-A62C-44330712B68B}"/>
              </a:ext>
            </a:extLst>
          </p:cNvPr>
          <p:cNvSpPr/>
          <p:nvPr/>
        </p:nvSpPr>
        <p:spPr>
          <a:xfrm>
            <a:off x="3766510" y="3197790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pants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596B1E-65BA-400D-BE0B-6FD29BA04919}"/>
              </a:ext>
            </a:extLst>
          </p:cNvPr>
          <p:cNvSpPr/>
          <p:nvPr/>
        </p:nvSpPr>
        <p:spPr>
          <a:xfrm>
            <a:off x="3742106" y="463470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belt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2EC219-DE92-4119-9B02-83254C8E1259}"/>
              </a:ext>
            </a:extLst>
          </p:cNvPr>
          <p:cNvSpPr/>
          <p:nvPr/>
        </p:nvSpPr>
        <p:spPr>
          <a:xfrm>
            <a:off x="6368434" y="336369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6D05470-14A8-4CFF-9F31-7794714037A3}"/>
              </a:ext>
            </a:extLst>
          </p:cNvPr>
          <p:cNvSpPr/>
          <p:nvPr/>
        </p:nvSpPr>
        <p:spPr>
          <a:xfrm>
            <a:off x="6368434" y="2611601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4873F51-BF65-4BE0-8E27-8A7C14D62535}"/>
              </a:ext>
            </a:extLst>
          </p:cNvPr>
          <p:cNvSpPr/>
          <p:nvPr/>
        </p:nvSpPr>
        <p:spPr>
          <a:xfrm>
            <a:off x="5508844" y="4038804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shirt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4EBB1F-9C11-45FD-A7C4-4BB3CEAE1B31}"/>
              </a:ext>
            </a:extLst>
          </p:cNvPr>
          <p:cNvSpPr/>
          <p:nvPr/>
        </p:nvSpPr>
        <p:spPr>
          <a:xfrm>
            <a:off x="5499418" y="4674192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FB4C2D0-B898-48F9-AD66-77125D1E8121}"/>
              </a:ext>
            </a:extLst>
          </p:cNvPr>
          <p:cNvSpPr/>
          <p:nvPr/>
        </p:nvSpPr>
        <p:spPr>
          <a:xfrm>
            <a:off x="5414755" y="5309580"/>
            <a:ext cx="857839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jacket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FD3E1E4-4932-497D-A1C5-356CB21C42D9}"/>
              </a:ext>
            </a:extLst>
          </p:cNvPr>
          <p:cNvSpPr/>
          <p:nvPr/>
        </p:nvSpPr>
        <p:spPr>
          <a:xfrm>
            <a:off x="8068892" y="3085376"/>
            <a:ext cx="86098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watch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CC5E4F4-C7BC-478B-BE64-155C18CBF8B5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4308551" y="2565126"/>
            <a:ext cx="1" cy="6326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2C6F25-4302-4407-A17C-73B5B970BE64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4284148" y="3518301"/>
            <a:ext cx="24404" cy="11164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FBCE20F-7D64-4325-A7BC-67781D062DB7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5035702" y="2404871"/>
            <a:ext cx="1332732" cy="11190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A8B21FB-76B0-4C43-89A8-53D22064A97C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4850593" y="3358046"/>
            <a:ext cx="1517841" cy="1659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4E631F-FCA4-4D4A-AF8C-47DA8D1EDCE9}"/>
              </a:ext>
            </a:extLst>
          </p:cNvPr>
          <p:cNvCxnSpPr>
            <a:cxnSpLocks/>
            <a:stCxn id="22" idx="2"/>
            <a:endCxn id="21" idx="0"/>
          </p:cNvCxnSpPr>
          <p:nvPr/>
        </p:nvCxnSpPr>
        <p:spPr>
          <a:xfrm>
            <a:off x="6910476" y="2932112"/>
            <a:ext cx="0" cy="4315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5DD4ED2-FC75-4D04-8B76-F370B6F46FC2}"/>
              </a:ext>
            </a:extLst>
          </p:cNvPr>
          <p:cNvCxnSpPr>
            <a:cxnSpLocks/>
            <a:stCxn id="23" idx="1"/>
            <a:endCxn id="20" idx="0"/>
          </p:cNvCxnSpPr>
          <p:nvPr/>
        </p:nvCxnSpPr>
        <p:spPr>
          <a:xfrm flipH="1">
            <a:off x="4284148" y="4199060"/>
            <a:ext cx="1224696" cy="435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3682C4F-9169-44DD-A021-1188409E3ED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5838873" y="4359315"/>
            <a:ext cx="9426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73EB7DC-3BE6-45A7-AA18-224C8763436F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5838873" y="4994703"/>
            <a:ext cx="4802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73E9869-7683-4FD6-92E0-23289C019C1E}"/>
              </a:ext>
            </a:extLst>
          </p:cNvPr>
          <p:cNvCxnSpPr>
            <a:cxnSpLocks/>
            <a:stCxn id="20" idx="2"/>
            <a:endCxn id="25" idx="1"/>
          </p:cNvCxnSpPr>
          <p:nvPr/>
        </p:nvCxnSpPr>
        <p:spPr>
          <a:xfrm>
            <a:off x="4284148" y="4955219"/>
            <a:ext cx="1130607" cy="5146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1F3EB655-01C0-4530-AA9B-AA07AA12E828}"/>
              </a:ext>
            </a:extLst>
          </p:cNvPr>
          <p:cNvSpPr/>
          <p:nvPr/>
        </p:nvSpPr>
        <p:spPr>
          <a:xfrm>
            <a:off x="3054285" y="1913641"/>
            <a:ext cx="527115" cy="330974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FC45986-AE03-45AA-9170-F537A1253C50}"/>
              </a:ext>
            </a:extLst>
          </p:cNvPr>
          <p:cNvSpPr/>
          <p:nvPr/>
        </p:nvSpPr>
        <p:spPr>
          <a:xfrm>
            <a:off x="3039360" y="2943973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8DC5DA-64C5-47CC-BD23-80F25FCDCCFB}"/>
              </a:ext>
            </a:extLst>
          </p:cNvPr>
          <p:cNvSpPr/>
          <p:nvPr/>
        </p:nvSpPr>
        <p:spPr>
          <a:xfrm>
            <a:off x="3029883" y="4303734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DFBD42-F6A0-46D9-813A-A64784D0E4C3}"/>
              </a:ext>
            </a:extLst>
          </p:cNvPr>
          <p:cNvSpPr/>
          <p:nvPr/>
        </p:nvSpPr>
        <p:spPr>
          <a:xfrm>
            <a:off x="6629185" y="2112314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41BDA7-07F2-4B48-A988-F1116FA1990B}"/>
              </a:ext>
            </a:extLst>
          </p:cNvPr>
          <p:cNvSpPr/>
          <p:nvPr/>
        </p:nvSpPr>
        <p:spPr>
          <a:xfrm>
            <a:off x="6855040" y="378446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89FB61-4EC7-4966-91F7-FBC5231AB573}"/>
              </a:ext>
            </a:extLst>
          </p:cNvPr>
          <p:cNvSpPr/>
          <p:nvPr/>
        </p:nvSpPr>
        <p:spPr>
          <a:xfrm>
            <a:off x="5609513" y="3684209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8376B0-EF7E-43E1-B9FE-8B898DF1E771}"/>
              </a:ext>
            </a:extLst>
          </p:cNvPr>
          <p:cNvSpPr/>
          <p:nvPr/>
        </p:nvSpPr>
        <p:spPr>
          <a:xfrm>
            <a:off x="8235825" y="271597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3721DF-D6E7-43DB-B724-4958BBE7BA51}"/>
              </a:ext>
            </a:extLst>
          </p:cNvPr>
          <p:cNvSpPr/>
          <p:nvPr/>
        </p:nvSpPr>
        <p:spPr>
          <a:xfrm>
            <a:off x="6365627" y="463470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7019FC-E74A-47F5-9CB5-4BEFE6146246}"/>
              </a:ext>
            </a:extLst>
          </p:cNvPr>
          <p:cNvSpPr/>
          <p:nvPr/>
        </p:nvSpPr>
        <p:spPr>
          <a:xfrm>
            <a:off x="6365627" y="531946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79520251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E2D686-DBC0-4F86-AAC1-7D5808D5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47315-58FE-494C-9851-EA585ED21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8CDA5-4625-472D-A280-831668E1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104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C30165-26EF-4BB6-B894-FA9E9283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 Algorithm (In Degree Method)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17C8DB-0F92-4CA2-A62C-44330712B68B}"/>
              </a:ext>
            </a:extLst>
          </p:cNvPr>
          <p:cNvSpPr/>
          <p:nvPr/>
        </p:nvSpPr>
        <p:spPr>
          <a:xfrm>
            <a:off x="3766510" y="3197790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pants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596B1E-65BA-400D-BE0B-6FD29BA04919}"/>
              </a:ext>
            </a:extLst>
          </p:cNvPr>
          <p:cNvSpPr/>
          <p:nvPr/>
        </p:nvSpPr>
        <p:spPr>
          <a:xfrm>
            <a:off x="3742106" y="463470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belt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2EC219-DE92-4119-9B02-83254C8E1259}"/>
              </a:ext>
            </a:extLst>
          </p:cNvPr>
          <p:cNvSpPr/>
          <p:nvPr/>
        </p:nvSpPr>
        <p:spPr>
          <a:xfrm>
            <a:off x="6368434" y="336369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6D05470-14A8-4CFF-9F31-7794714037A3}"/>
              </a:ext>
            </a:extLst>
          </p:cNvPr>
          <p:cNvSpPr/>
          <p:nvPr/>
        </p:nvSpPr>
        <p:spPr>
          <a:xfrm>
            <a:off x="6368434" y="2611601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4873F51-BF65-4BE0-8E27-8A7C14D62535}"/>
              </a:ext>
            </a:extLst>
          </p:cNvPr>
          <p:cNvSpPr/>
          <p:nvPr/>
        </p:nvSpPr>
        <p:spPr>
          <a:xfrm>
            <a:off x="5508844" y="4038804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shirt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4EBB1F-9C11-45FD-A7C4-4BB3CEAE1B31}"/>
              </a:ext>
            </a:extLst>
          </p:cNvPr>
          <p:cNvSpPr/>
          <p:nvPr/>
        </p:nvSpPr>
        <p:spPr>
          <a:xfrm>
            <a:off x="5499418" y="4674192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FB4C2D0-B898-48F9-AD66-77125D1E8121}"/>
              </a:ext>
            </a:extLst>
          </p:cNvPr>
          <p:cNvSpPr/>
          <p:nvPr/>
        </p:nvSpPr>
        <p:spPr>
          <a:xfrm>
            <a:off x="5414755" y="5309580"/>
            <a:ext cx="857839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jacket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FD3E1E4-4932-497D-A1C5-356CB21C42D9}"/>
              </a:ext>
            </a:extLst>
          </p:cNvPr>
          <p:cNvSpPr/>
          <p:nvPr/>
        </p:nvSpPr>
        <p:spPr>
          <a:xfrm>
            <a:off x="8068892" y="3085376"/>
            <a:ext cx="86098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watch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CC5E4F4-C7BC-478B-BE64-155C18CBF8B5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4308551" y="2565126"/>
            <a:ext cx="1" cy="6326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2C6F25-4302-4407-A17C-73B5B970BE64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4284148" y="3518301"/>
            <a:ext cx="24404" cy="11164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FBCE20F-7D64-4325-A7BC-67781D062DB7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5035702" y="2404871"/>
            <a:ext cx="1332732" cy="111908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A8B21FB-76B0-4C43-89A8-53D22064A97C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4850593" y="3358046"/>
            <a:ext cx="1517841" cy="1659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4E631F-FCA4-4D4A-AF8C-47DA8D1EDCE9}"/>
              </a:ext>
            </a:extLst>
          </p:cNvPr>
          <p:cNvCxnSpPr>
            <a:cxnSpLocks/>
            <a:stCxn id="22" idx="2"/>
            <a:endCxn id="21" idx="0"/>
          </p:cNvCxnSpPr>
          <p:nvPr/>
        </p:nvCxnSpPr>
        <p:spPr>
          <a:xfrm>
            <a:off x="6910476" y="2932112"/>
            <a:ext cx="0" cy="4315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5DD4ED2-FC75-4D04-8B76-F370B6F46FC2}"/>
              </a:ext>
            </a:extLst>
          </p:cNvPr>
          <p:cNvCxnSpPr>
            <a:cxnSpLocks/>
            <a:stCxn id="23" idx="1"/>
            <a:endCxn id="20" idx="0"/>
          </p:cNvCxnSpPr>
          <p:nvPr/>
        </p:nvCxnSpPr>
        <p:spPr>
          <a:xfrm flipH="1">
            <a:off x="4284148" y="4199060"/>
            <a:ext cx="1224696" cy="435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3682C4F-9169-44DD-A021-1188409E3ED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5838873" y="4359315"/>
            <a:ext cx="9426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73EB7DC-3BE6-45A7-AA18-224C8763436F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5838873" y="4994703"/>
            <a:ext cx="4802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73E9869-7683-4FD6-92E0-23289C019C1E}"/>
              </a:ext>
            </a:extLst>
          </p:cNvPr>
          <p:cNvCxnSpPr>
            <a:cxnSpLocks/>
            <a:stCxn id="20" idx="2"/>
            <a:endCxn id="25" idx="1"/>
          </p:cNvCxnSpPr>
          <p:nvPr/>
        </p:nvCxnSpPr>
        <p:spPr>
          <a:xfrm>
            <a:off x="4284148" y="4955219"/>
            <a:ext cx="1130607" cy="5146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FC45986-AE03-45AA-9170-F537A1253C50}"/>
              </a:ext>
            </a:extLst>
          </p:cNvPr>
          <p:cNvSpPr/>
          <p:nvPr/>
        </p:nvSpPr>
        <p:spPr>
          <a:xfrm>
            <a:off x="3039360" y="2943973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8DC5DA-64C5-47CC-BD23-80F25FCDCCFB}"/>
              </a:ext>
            </a:extLst>
          </p:cNvPr>
          <p:cNvSpPr/>
          <p:nvPr/>
        </p:nvSpPr>
        <p:spPr>
          <a:xfrm>
            <a:off x="3029883" y="4303734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DFBD42-F6A0-46D9-813A-A64784D0E4C3}"/>
              </a:ext>
            </a:extLst>
          </p:cNvPr>
          <p:cNvSpPr/>
          <p:nvPr/>
        </p:nvSpPr>
        <p:spPr>
          <a:xfrm>
            <a:off x="6629185" y="2112314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41BDA7-07F2-4B48-A988-F1116FA1990B}"/>
              </a:ext>
            </a:extLst>
          </p:cNvPr>
          <p:cNvSpPr/>
          <p:nvPr/>
        </p:nvSpPr>
        <p:spPr>
          <a:xfrm>
            <a:off x="6855040" y="378446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89FB61-4EC7-4966-91F7-FBC5231AB573}"/>
              </a:ext>
            </a:extLst>
          </p:cNvPr>
          <p:cNvSpPr/>
          <p:nvPr/>
        </p:nvSpPr>
        <p:spPr>
          <a:xfrm>
            <a:off x="5609513" y="3684209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8376B0-EF7E-43E1-B9FE-8B898DF1E771}"/>
              </a:ext>
            </a:extLst>
          </p:cNvPr>
          <p:cNvSpPr/>
          <p:nvPr/>
        </p:nvSpPr>
        <p:spPr>
          <a:xfrm>
            <a:off x="8235825" y="271597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3721DF-D6E7-43DB-B724-4958BBE7BA51}"/>
              </a:ext>
            </a:extLst>
          </p:cNvPr>
          <p:cNvSpPr/>
          <p:nvPr/>
        </p:nvSpPr>
        <p:spPr>
          <a:xfrm>
            <a:off x="6365627" y="463470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7019FC-E74A-47F5-9CB5-4BEFE6146246}"/>
              </a:ext>
            </a:extLst>
          </p:cNvPr>
          <p:cNvSpPr/>
          <p:nvPr/>
        </p:nvSpPr>
        <p:spPr>
          <a:xfrm>
            <a:off x="6365627" y="531946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A6897E4-2C0C-4528-A288-6D09B3135050}"/>
              </a:ext>
            </a:extLst>
          </p:cNvPr>
          <p:cNvSpPr/>
          <p:nvPr/>
        </p:nvSpPr>
        <p:spPr>
          <a:xfrm>
            <a:off x="1482649" y="6014408"/>
            <a:ext cx="145430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undershorts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E74CAA-ABF1-42B3-88B8-3E2CA91EAB0E}"/>
                  </a:ext>
                </a:extLst>
              </p14:cNvPr>
              <p14:cNvContentPartPr/>
              <p14:nvPr/>
            </p14:nvContentPartPr>
            <p14:xfrm>
              <a:off x="2880720" y="3010680"/>
              <a:ext cx="4889520" cy="1179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1E74CAA-ABF1-42B3-88B8-3E2CA91EAB0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71360" y="3001320"/>
                <a:ext cx="4908240" cy="119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8441921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E2D686-DBC0-4F86-AAC1-7D5808D5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47315-58FE-494C-9851-EA585ED21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8CDA5-4625-472D-A280-831668E1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105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C30165-26EF-4BB6-B894-FA9E9283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 Algorithm (In Degree Method)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17C8DB-0F92-4CA2-A62C-44330712B68B}"/>
              </a:ext>
            </a:extLst>
          </p:cNvPr>
          <p:cNvSpPr/>
          <p:nvPr/>
        </p:nvSpPr>
        <p:spPr>
          <a:xfrm>
            <a:off x="3766510" y="3197790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pants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596B1E-65BA-400D-BE0B-6FD29BA04919}"/>
              </a:ext>
            </a:extLst>
          </p:cNvPr>
          <p:cNvSpPr/>
          <p:nvPr/>
        </p:nvSpPr>
        <p:spPr>
          <a:xfrm>
            <a:off x="3742106" y="463470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belt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2EC219-DE92-4119-9B02-83254C8E1259}"/>
              </a:ext>
            </a:extLst>
          </p:cNvPr>
          <p:cNvSpPr/>
          <p:nvPr/>
        </p:nvSpPr>
        <p:spPr>
          <a:xfrm>
            <a:off x="6368434" y="336369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6D05470-14A8-4CFF-9F31-7794714037A3}"/>
              </a:ext>
            </a:extLst>
          </p:cNvPr>
          <p:cNvSpPr/>
          <p:nvPr/>
        </p:nvSpPr>
        <p:spPr>
          <a:xfrm>
            <a:off x="6368434" y="2611601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4873F51-BF65-4BE0-8E27-8A7C14D62535}"/>
              </a:ext>
            </a:extLst>
          </p:cNvPr>
          <p:cNvSpPr/>
          <p:nvPr/>
        </p:nvSpPr>
        <p:spPr>
          <a:xfrm>
            <a:off x="5508844" y="4038804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shirt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4EBB1F-9C11-45FD-A7C4-4BB3CEAE1B31}"/>
              </a:ext>
            </a:extLst>
          </p:cNvPr>
          <p:cNvSpPr/>
          <p:nvPr/>
        </p:nvSpPr>
        <p:spPr>
          <a:xfrm>
            <a:off x="5499418" y="4674192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FB4C2D0-B898-48F9-AD66-77125D1E8121}"/>
              </a:ext>
            </a:extLst>
          </p:cNvPr>
          <p:cNvSpPr/>
          <p:nvPr/>
        </p:nvSpPr>
        <p:spPr>
          <a:xfrm>
            <a:off x="5414755" y="5309580"/>
            <a:ext cx="857839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jacket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FD3E1E4-4932-497D-A1C5-356CB21C42D9}"/>
              </a:ext>
            </a:extLst>
          </p:cNvPr>
          <p:cNvSpPr/>
          <p:nvPr/>
        </p:nvSpPr>
        <p:spPr>
          <a:xfrm>
            <a:off x="8068892" y="3085376"/>
            <a:ext cx="86098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watch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2C6F25-4302-4407-A17C-73B5B970BE64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4284148" y="3518301"/>
            <a:ext cx="24404" cy="11164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A8B21FB-76B0-4C43-89A8-53D22064A97C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4850593" y="3358046"/>
            <a:ext cx="1517841" cy="1659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4E631F-FCA4-4D4A-AF8C-47DA8D1EDCE9}"/>
              </a:ext>
            </a:extLst>
          </p:cNvPr>
          <p:cNvCxnSpPr>
            <a:cxnSpLocks/>
            <a:stCxn id="22" idx="2"/>
            <a:endCxn id="21" idx="0"/>
          </p:cNvCxnSpPr>
          <p:nvPr/>
        </p:nvCxnSpPr>
        <p:spPr>
          <a:xfrm>
            <a:off x="6910476" y="2932112"/>
            <a:ext cx="0" cy="4315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5DD4ED2-FC75-4D04-8B76-F370B6F46FC2}"/>
              </a:ext>
            </a:extLst>
          </p:cNvPr>
          <p:cNvCxnSpPr>
            <a:cxnSpLocks/>
            <a:stCxn id="23" idx="1"/>
            <a:endCxn id="20" idx="0"/>
          </p:cNvCxnSpPr>
          <p:nvPr/>
        </p:nvCxnSpPr>
        <p:spPr>
          <a:xfrm flipH="1">
            <a:off x="4284148" y="4199060"/>
            <a:ext cx="1224696" cy="435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3682C4F-9169-44DD-A021-1188409E3ED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5838873" y="4359315"/>
            <a:ext cx="9426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73EB7DC-3BE6-45A7-AA18-224C8763436F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5838873" y="4994703"/>
            <a:ext cx="4802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73E9869-7683-4FD6-92E0-23289C019C1E}"/>
              </a:ext>
            </a:extLst>
          </p:cNvPr>
          <p:cNvCxnSpPr>
            <a:cxnSpLocks/>
            <a:stCxn id="20" idx="2"/>
            <a:endCxn id="25" idx="1"/>
          </p:cNvCxnSpPr>
          <p:nvPr/>
        </p:nvCxnSpPr>
        <p:spPr>
          <a:xfrm>
            <a:off x="4284148" y="4955219"/>
            <a:ext cx="1130607" cy="5146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FC45986-AE03-45AA-9170-F537A1253C50}"/>
              </a:ext>
            </a:extLst>
          </p:cNvPr>
          <p:cNvSpPr/>
          <p:nvPr/>
        </p:nvSpPr>
        <p:spPr>
          <a:xfrm>
            <a:off x="3039360" y="2943973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8DC5DA-64C5-47CC-BD23-80F25FCDCCFB}"/>
              </a:ext>
            </a:extLst>
          </p:cNvPr>
          <p:cNvSpPr/>
          <p:nvPr/>
        </p:nvSpPr>
        <p:spPr>
          <a:xfrm>
            <a:off x="3029883" y="4303734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DFBD42-F6A0-46D9-813A-A64784D0E4C3}"/>
              </a:ext>
            </a:extLst>
          </p:cNvPr>
          <p:cNvSpPr/>
          <p:nvPr/>
        </p:nvSpPr>
        <p:spPr>
          <a:xfrm>
            <a:off x="6629185" y="2112314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41BDA7-07F2-4B48-A988-F1116FA1990B}"/>
              </a:ext>
            </a:extLst>
          </p:cNvPr>
          <p:cNvSpPr/>
          <p:nvPr/>
        </p:nvSpPr>
        <p:spPr>
          <a:xfrm>
            <a:off x="6855040" y="378446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89FB61-4EC7-4966-91F7-FBC5231AB573}"/>
              </a:ext>
            </a:extLst>
          </p:cNvPr>
          <p:cNvSpPr/>
          <p:nvPr/>
        </p:nvSpPr>
        <p:spPr>
          <a:xfrm>
            <a:off x="5609513" y="3684209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8376B0-EF7E-43E1-B9FE-8B898DF1E771}"/>
              </a:ext>
            </a:extLst>
          </p:cNvPr>
          <p:cNvSpPr/>
          <p:nvPr/>
        </p:nvSpPr>
        <p:spPr>
          <a:xfrm>
            <a:off x="8235825" y="271597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3721DF-D6E7-43DB-B724-4958BBE7BA51}"/>
              </a:ext>
            </a:extLst>
          </p:cNvPr>
          <p:cNvSpPr/>
          <p:nvPr/>
        </p:nvSpPr>
        <p:spPr>
          <a:xfrm>
            <a:off x="6365627" y="463470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7019FC-E74A-47F5-9CB5-4BEFE6146246}"/>
              </a:ext>
            </a:extLst>
          </p:cNvPr>
          <p:cNvSpPr/>
          <p:nvPr/>
        </p:nvSpPr>
        <p:spPr>
          <a:xfrm>
            <a:off x="6365627" y="531946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A6897E4-2C0C-4528-A288-6D09B3135050}"/>
              </a:ext>
            </a:extLst>
          </p:cNvPr>
          <p:cNvSpPr/>
          <p:nvPr/>
        </p:nvSpPr>
        <p:spPr>
          <a:xfrm>
            <a:off x="1482649" y="6014408"/>
            <a:ext cx="145430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undershorts</a:t>
            </a:r>
          </a:p>
        </p:txBody>
      </p:sp>
    </p:spTree>
    <p:extLst>
      <p:ext uri="{BB962C8B-B14F-4D97-AF65-F5344CB8AC3E}">
        <p14:creationId xmlns:p14="http://schemas.microsoft.com/office/powerpoint/2010/main" val="26713913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E2D686-DBC0-4F86-AAC1-7D5808D5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47315-58FE-494C-9851-EA585ED21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8CDA5-4625-472D-A280-831668E1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106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C30165-26EF-4BB6-B894-FA9E9283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 Algorithm (In Degree Method)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17C8DB-0F92-4CA2-A62C-44330712B68B}"/>
              </a:ext>
            </a:extLst>
          </p:cNvPr>
          <p:cNvSpPr/>
          <p:nvPr/>
        </p:nvSpPr>
        <p:spPr>
          <a:xfrm>
            <a:off x="3766510" y="3197790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pants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596B1E-65BA-400D-BE0B-6FD29BA04919}"/>
              </a:ext>
            </a:extLst>
          </p:cNvPr>
          <p:cNvSpPr/>
          <p:nvPr/>
        </p:nvSpPr>
        <p:spPr>
          <a:xfrm>
            <a:off x="3742106" y="463470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belt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2EC219-DE92-4119-9B02-83254C8E1259}"/>
              </a:ext>
            </a:extLst>
          </p:cNvPr>
          <p:cNvSpPr/>
          <p:nvPr/>
        </p:nvSpPr>
        <p:spPr>
          <a:xfrm>
            <a:off x="6368434" y="336369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6D05470-14A8-4CFF-9F31-7794714037A3}"/>
              </a:ext>
            </a:extLst>
          </p:cNvPr>
          <p:cNvSpPr/>
          <p:nvPr/>
        </p:nvSpPr>
        <p:spPr>
          <a:xfrm>
            <a:off x="6368434" y="2611601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4873F51-BF65-4BE0-8E27-8A7C14D62535}"/>
              </a:ext>
            </a:extLst>
          </p:cNvPr>
          <p:cNvSpPr/>
          <p:nvPr/>
        </p:nvSpPr>
        <p:spPr>
          <a:xfrm>
            <a:off x="5508844" y="4038804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shirt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4EBB1F-9C11-45FD-A7C4-4BB3CEAE1B31}"/>
              </a:ext>
            </a:extLst>
          </p:cNvPr>
          <p:cNvSpPr/>
          <p:nvPr/>
        </p:nvSpPr>
        <p:spPr>
          <a:xfrm>
            <a:off x="5499418" y="4674192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FB4C2D0-B898-48F9-AD66-77125D1E8121}"/>
              </a:ext>
            </a:extLst>
          </p:cNvPr>
          <p:cNvSpPr/>
          <p:nvPr/>
        </p:nvSpPr>
        <p:spPr>
          <a:xfrm>
            <a:off x="5414755" y="5309580"/>
            <a:ext cx="857839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jacket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FD3E1E4-4932-497D-A1C5-356CB21C42D9}"/>
              </a:ext>
            </a:extLst>
          </p:cNvPr>
          <p:cNvSpPr/>
          <p:nvPr/>
        </p:nvSpPr>
        <p:spPr>
          <a:xfrm>
            <a:off x="8068892" y="3085376"/>
            <a:ext cx="86098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watch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2C6F25-4302-4407-A17C-73B5B970BE64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4284148" y="3518301"/>
            <a:ext cx="24404" cy="11164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A8B21FB-76B0-4C43-89A8-53D22064A97C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4850593" y="3358046"/>
            <a:ext cx="1517841" cy="1659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4E631F-FCA4-4D4A-AF8C-47DA8D1EDCE9}"/>
              </a:ext>
            </a:extLst>
          </p:cNvPr>
          <p:cNvCxnSpPr>
            <a:cxnSpLocks/>
            <a:stCxn id="22" idx="2"/>
            <a:endCxn id="21" idx="0"/>
          </p:cNvCxnSpPr>
          <p:nvPr/>
        </p:nvCxnSpPr>
        <p:spPr>
          <a:xfrm>
            <a:off x="6910476" y="2932112"/>
            <a:ext cx="0" cy="4315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5DD4ED2-FC75-4D04-8B76-F370B6F46FC2}"/>
              </a:ext>
            </a:extLst>
          </p:cNvPr>
          <p:cNvCxnSpPr>
            <a:cxnSpLocks/>
            <a:stCxn id="23" idx="1"/>
            <a:endCxn id="20" idx="0"/>
          </p:cNvCxnSpPr>
          <p:nvPr/>
        </p:nvCxnSpPr>
        <p:spPr>
          <a:xfrm flipH="1">
            <a:off x="4284148" y="4199060"/>
            <a:ext cx="1224696" cy="435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3682C4F-9169-44DD-A021-1188409E3ED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5838873" y="4359315"/>
            <a:ext cx="9426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73EB7DC-3BE6-45A7-AA18-224C8763436F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5838873" y="4994703"/>
            <a:ext cx="4802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73E9869-7683-4FD6-92E0-23289C019C1E}"/>
              </a:ext>
            </a:extLst>
          </p:cNvPr>
          <p:cNvCxnSpPr>
            <a:cxnSpLocks/>
            <a:stCxn id="20" idx="2"/>
            <a:endCxn id="25" idx="1"/>
          </p:cNvCxnSpPr>
          <p:nvPr/>
        </p:nvCxnSpPr>
        <p:spPr>
          <a:xfrm>
            <a:off x="4284148" y="4955219"/>
            <a:ext cx="1130607" cy="5146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FC45986-AE03-45AA-9170-F537A1253C50}"/>
              </a:ext>
            </a:extLst>
          </p:cNvPr>
          <p:cNvSpPr/>
          <p:nvPr/>
        </p:nvSpPr>
        <p:spPr>
          <a:xfrm>
            <a:off x="3039360" y="2943973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8DC5DA-64C5-47CC-BD23-80F25FCDCCFB}"/>
              </a:ext>
            </a:extLst>
          </p:cNvPr>
          <p:cNvSpPr/>
          <p:nvPr/>
        </p:nvSpPr>
        <p:spPr>
          <a:xfrm>
            <a:off x="3029883" y="4303734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DFBD42-F6A0-46D9-813A-A64784D0E4C3}"/>
              </a:ext>
            </a:extLst>
          </p:cNvPr>
          <p:cNvSpPr/>
          <p:nvPr/>
        </p:nvSpPr>
        <p:spPr>
          <a:xfrm>
            <a:off x="6629185" y="2112314"/>
            <a:ext cx="527115" cy="330974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41BDA7-07F2-4B48-A988-F1116FA1990B}"/>
              </a:ext>
            </a:extLst>
          </p:cNvPr>
          <p:cNvSpPr/>
          <p:nvPr/>
        </p:nvSpPr>
        <p:spPr>
          <a:xfrm>
            <a:off x="6855040" y="378446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89FB61-4EC7-4966-91F7-FBC5231AB573}"/>
              </a:ext>
            </a:extLst>
          </p:cNvPr>
          <p:cNvSpPr/>
          <p:nvPr/>
        </p:nvSpPr>
        <p:spPr>
          <a:xfrm>
            <a:off x="5609513" y="3684209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8376B0-EF7E-43E1-B9FE-8B898DF1E771}"/>
              </a:ext>
            </a:extLst>
          </p:cNvPr>
          <p:cNvSpPr/>
          <p:nvPr/>
        </p:nvSpPr>
        <p:spPr>
          <a:xfrm>
            <a:off x="8235825" y="271597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3721DF-D6E7-43DB-B724-4958BBE7BA51}"/>
              </a:ext>
            </a:extLst>
          </p:cNvPr>
          <p:cNvSpPr/>
          <p:nvPr/>
        </p:nvSpPr>
        <p:spPr>
          <a:xfrm>
            <a:off x="6365627" y="463470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7019FC-E74A-47F5-9CB5-4BEFE6146246}"/>
              </a:ext>
            </a:extLst>
          </p:cNvPr>
          <p:cNvSpPr/>
          <p:nvPr/>
        </p:nvSpPr>
        <p:spPr>
          <a:xfrm>
            <a:off x="6365627" y="531946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A6897E4-2C0C-4528-A288-6D09B3135050}"/>
              </a:ext>
            </a:extLst>
          </p:cNvPr>
          <p:cNvSpPr/>
          <p:nvPr/>
        </p:nvSpPr>
        <p:spPr>
          <a:xfrm>
            <a:off x="1482649" y="6014408"/>
            <a:ext cx="145430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undershorts</a:t>
            </a:r>
          </a:p>
        </p:txBody>
      </p:sp>
    </p:spTree>
    <p:extLst>
      <p:ext uri="{BB962C8B-B14F-4D97-AF65-F5344CB8AC3E}">
        <p14:creationId xmlns:p14="http://schemas.microsoft.com/office/powerpoint/2010/main" val="290464723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E2D686-DBC0-4F86-AAC1-7D5808D5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47315-58FE-494C-9851-EA585ED21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8CDA5-4625-472D-A280-831668E1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107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C30165-26EF-4BB6-B894-FA9E9283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 Algorithm (In Degree Method)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17C8DB-0F92-4CA2-A62C-44330712B68B}"/>
              </a:ext>
            </a:extLst>
          </p:cNvPr>
          <p:cNvSpPr/>
          <p:nvPr/>
        </p:nvSpPr>
        <p:spPr>
          <a:xfrm>
            <a:off x="3766510" y="3197790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pants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596B1E-65BA-400D-BE0B-6FD29BA04919}"/>
              </a:ext>
            </a:extLst>
          </p:cNvPr>
          <p:cNvSpPr/>
          <p:nvPr/>
        </p:nvSpPr>
        <p:spPr>
          <a:xfrm>
            <a:off x="3742106" y="463470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belt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2EC219-DE92-4119-9B02-83254C8E1259}"/>
              </a:ext>
            </a:extLst>
          </p:cNvPr>
          <p:cNvSpPr/>
          <p:nvPr/>
        </p:nvSpPr>
        <p:spPr>
          <a:xfrm>
            <a:off x="6368434" y="336369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4873F51-BF65-4BE0-8E27-8A7C14D62535}"/>
              </a:ext>
            </a:extLst>
          </p:cNvPr>
          <p:cNvSpPr/>
          <p:nvPr/>
        </p:nvSpPr>
        <p:spPr>
          <a:xfrm>
            <a:off x="5508844" y="4038804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shirt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4EBB1F-9C11-45FD-A7C4-4BB3CEAE1B31}"/>
              </a:ext>
            </a:extLst>
          </p:cNvPr>
          <p:cNvSpPr/>
          <p:nvPr/>
        </p:nvSpPr>
        <p:spPr>
          <a:xfrm>
            <a:off x="5499418" y="4674192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FB4C2D0-B898-48F9-AD66-77125D1E8121}"/>
              </a:ext>
            </a:extLst>
          </p:cNvPr>
          <p:cNvSpPr/>
          <p:nvPr/>
        </p:nvSpPr>
        <p:spPr>
          <a:xfrm>
            <a:off x="5414755" y="5309580"/>
            <a:ext cx="857839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jacket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FD3E1E4-4932-497D-A1C5-356CB21C42D9}"/>
              </a:ext>
            </a:extLst>
          </p:cNvPr>
          <p:cNvSpPr/>
          <p:nvPr/>
        </p:nvSpPr>
        <p:spPr>
          <a:xfrm>
            <a:off x="8068892" y="3085376"/>
            <a:ext cx="86098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watch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2C6F25-4302-4407-A17C-73B5B970BE64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4284148" y="3518301"/>
            <a:ext cx="24404" cy="11164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A8B21FB-76B0-4C43-89A8-53D22064A97C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4850593" y="3358046"/>
            <a:ext cx="1517841" cy="1659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4E631F-FCA4-4D4A-AF8C-47DA8D1EDCE9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6910476" y="2932112"/>
            <a:ext cx="0" cy="43158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5DD4ED2-FC75-4D04-8B76-F370B6F46FC2}"/>
              </a:ext>
            </a:extLst>
          </p:cNvPr>
          <p:cNvCxnSpPr>
            <a:cxnSpLocks/>
            <a:stCxn id="23" idx="1"/>
            <a:endCxn id="20" idx="0"/>
          </p:cNvCxnSpPr>
          <p:nvPr/>
        </p:nvCxnSpPr>
        <p:spPr>
          <a:xfrm flipH="1">
            <a:off x="4284148" y="4199060"/>
            <a:ext cx="1224696" cy="435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3682C4F-9169-44DD-A021-1188409E3ED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5838873" y="4359315"/>
            <a:ext cx="9426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73EB7DC-3BE6-45A7-AA18-224C8763436F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5838873" y="4994703"/>
            <a:ext cx="4802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73E9869-7683-4FD6-92E0-23289C019C1E}"/>
              </a:ext>
            </a:extLst>
          </p:cNvPr>
          <p:cNvCxnSpPr>
            <a:cxnSpLocks/>
            <a:stCxn id="20" idx="2"/>
            <a:endCxn id="25" idx="1"/>
          </p:cNvCxnSpPr>
          <p:nvPr/>
        </p:nvCxnSpPr>
        <p:spPr>
          <a:xfrm>
            <a:off x="4284148" y="4955219"/>
            <a:ext cx="1130607" cy="5146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FC45986-AE03-45AA-9170-F537A1253C50}"/>
              </a:ext>
            </a:extLst>
          </p:cNvPr>
          <p:cNvSpPr/>
          <p:nvPr/>
        </p:nvSpPr>
        <p:spPr>
          <a:xfrm>
            <a:off x="3039360" y="2943973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8DC5DA-64C5-47CC-BD23-80F25FCDCCFB}"/>
              </a:ext>
            </a:extLst>
          </p:cNvPr>
          <p:cNvSpPr/>
          <p:nvPr/>
        </p:nvSpPr>
        <p:spPr>
          <a:xfrm>
            <a:off x="3029883" y="4303734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4DFBD42-F6A0-46D9-813A-A64784D0E4C3}"/>
              </a:ext>
            </a:extLst>
          </p:cNvPr>
          <p:cNvSpPr/>
          <p:nvPr/>
        </p:nvSpPr>
        <p:spPr>
          <a:xfrm>
            <a:off x="6629185" y="2112314"/>
            <a:ext cx="527115" cy="330974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41BDA7-07F2-4B48-A988-F1116FA1990B}"/>
              </a:ext>
            </a:extLst>
          </p:cNvPr>
          <p:cNvSpPr/>
          <p:nvPr/>
        </p:nvSpPr>
        <p:spPr>
          <a:xfrm>
            <a:off x="6855040" y="378446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89FB61-4EC7-4966-91F7-FBC5231AB573}"/>
              </a:ext>
            </a:extLst>
          </p:cNvPr>
          <p:cNvSpPr/>
          <p:nvPr/>
        </p:nvSpPr>
        <p:spPr>
          <a:xfrm>
            <a:off x="5609513" y="3684209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8376B0-EF7E-43E1-B9FE-8B898DF1E771}"/>
              </a:ext>
            </a:extLst>
          </p:cNvPr>
          <p:cNvSpPr/>
          <p:nvPr/>
        </p:nvSpPr>
        <p:spPr>
          <a:xfrm>
            <a:off x="8235825" y="271597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3721DF-D6E7-43DB-B724-4958BBE7BA51}"/>
              </a:ext>
            </a:extLst>
          </p:cNvPr>
          <p:cNvSpPr/>
          <p:nvPr/>
        </p:nvSpPr>
        <p:spPr>
          <a:xfrm>
            <a:off x="6365627" y="463470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7019FC-E74A-47F5-9CB5-4BEFE6146246}"/>
              </a:ext>
            </a:extLst>
          </p:cNvPr>
          <p:cNvSpPr/>
          <p:nvPr/>
        </p:nvSpPr>
        <p:spPr>
          <a:xfrm>
            <a:off x="6365627" y="531946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A6897E4-2C0C-4528-A288-6D09B3135050}"/>
              </a:ext>
            </a:extLst>
          </p:cNvPr>
          <p:cNvSpPr/>
          <p:nvPr/>
        </p:nvSpPr>
        <p:spPr>
          <a:xfrm>
            <a:off x="1482649" y="6014408"/>
            <a:ext cx="145430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undershorts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4943334-C378-47DD-AD33-2E25E7E3588C}"/>
              </a:ext>
            </a:extLst>
          </p:cNvPr>
          <p:cNvSpPr/>
          <p:nvPr/>
        </p:nvSpPr>
        <p:spPr>
          <a:xfrm>
            <a:off x="3293440" y="6033815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1AEA024-C178-4B31-89CB-A41BBAA855A1}"/>
                  </a:ext>
                </a:extLst>
              </p14:cNvPr>
              <p14:cNvContentPartPr/>
              <p14:nvPr/>
            </p14:nvContentPartPr>
            <p14:xfrm>
              <a:off x="6732360" y="3048840"/>
              <a:ext cx="939960" cy="1091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1AEA024-C178-4B31-89CB-A41BBAA855A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23000" y="3039480"/>
                <a:ext cx="958680" cy="111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3990185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E2D686-DBC0-4F86-AAC1-7D5808D5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47315-58FE-494C-9851-EA585ED21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8CDA5-4625-472D-A280-831668E1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108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C30165-26EF-4BB6-B894-FA9E9283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 Algorithm (In Degree Method)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17C8DB-0F92-4CA2-A62C-44330712B68B}"/>
              </a:ext>
            </a:extLst>
          </p:cNvPr>
          <p:cNvSpPr/>
          <p:nvPr/>
        </p:nvSpPr>
        <p:spPr>
          <a:xfrm>
            <a:off x="3766510" y="3197790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pants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596B1E-65BA-400D-BE0B-6FD29BA04919}"/>
              </a:ext>
            </a:extLst>
          </p:cNvPr>
          <p:cNvSpPr/>
          <p:nvPr/>
        </p:nvSpPr>
        <p:spPr>
          <a:xfrm>
            <a:off x="3742106" y="463470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belt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2EC219-DE92-4119-9B02-83254C8E1259}"/>
              </a:ext>
            </a:extLst>
          </p:cNvPr>
          <p:cNvSpPr/>
          <p:nvPr/>
        </p:nvSpPr>
        <p:spPr>
          <a:xfrm>
            <a:off x="6368434" y="336369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4873F51-BF65-4BE0-8E27-8A7C14D62535}"/>
              </a:ext>
            </a:extLst>
          </p:cNvPr>
          <p:cNvSpPr/>
          <p:nvPr/>
        </p:nvSpPr>
        <p:spPr>
          <a:xfrm>
            <a:off x="5508844" y="4038804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shirt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4EBB1F-9C11-45FD-A7C4-4BB3CEAE1B31}"/>
              </a:ext>
            </a:extLst>
          </p:cNvPr>
          <p:cNvSpPr/>
          <p:nvPr/>
        </p:nvSpPr>
        <p:spPr>
          <a:xfrm>
            <a:off x="5499418" y="4674192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FB4C2D0-B898-48F9-AD66-77125D1E8121}"/>
              </a:ext>
            </a:extLst>
          </p:cNvPr>
          <p:cNvSpPr/>
          <p:nvPr/>
        </p:nvSpPr>
        <p:spPr>
          <a:xfrm>
            <a:off x="5414755" y="5309580"/>
            <a:ext cx="857839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jacket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FD3E1E4-4932-497D-A1C5-356CB21C42D9}"/>
              </a:ext>
            </a:extLst>
          </p:cNvPr>
          <p:cNvSpPr/>
          <p:nvPr/>
        </p:nvSpPr>
        <p:spPr>
          <a:xfrm>
            <a:off x="8068892" y="3085376"/>
            <a:ext cx="86098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watch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2C6F25-4302-4407-A17C-73B5B970BE64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4284148" y="3518301"/>
            <a:ext cx="24404" cy="11164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A8B21FB-76B0-4C43-89A8-53D22064A97C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4850593" y="3358046"/>
            <a:ext cx="1517841" cy="1659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5DD4ED2-FC75-4D04-8B76-F370B6F46FC2}"/>
              </a:ext>
            </a:extLst>
          </p:cNvPr>
          <p:cNvCxnSpPr>
            <a:cxnSpLocks/>
            <a:stCxn id="23" idx="1"/>
            <a:endCxn id="20" idx="0"/>
          </p:cNvCxnSpPr>
          <p:nvPr/>
        </p:nvCxnSpPr>
        <p:spPr>
          <a:xfrm flipH="1">
            <a:off x="4284148" y="4199060"/>
            <a:ext cx="1224696" cy="435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3682C4F-9169-44DD-A021-1188409E3ED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5838873" y="4359315"/>
            <a:ext cx="9426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73EB7DC-3BE6-45A7-AA18-224C8763436F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5838873" y="4994703"/>
            <a:ext cx="4802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73E9869-7683-4FD6-92E0-23289C019C1E}"/>
              </a:ext>
            </a:extLst>
          </p:cNvPr>
          <p:cNvCxnSpPr>
            <a:cxnSpLocks/>
            <a:stCxn id="20" idx="2"/>
            <a:endCxn id="25" idx="1"/>
          </p:cNvCxnSpPr>
          <p:nvPr/>
        </p:nvCxnSpPr>
        <p:spPr>
          <a:xfrm>
            <a:off x="4284148" y="4955219"/>
            <a:ext cx="1130607" cy="5146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FC45986-AE03-45AA-9170-F537A1253C50}"/>
              </a:ext>
            </a:extLst>
          </p:cNvPr>
          <p:cNvSpPr/>
          <p:nvPr/>
        </p:nvSpPr>
        <p:spPr>
          <a:xfrm>
            <a:off x="3039360" y="2943973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8DC5DA-64C5-47CC-BD23-80F25FCDCCFB}"/>
              </a:ext>
            </a:extLst>
          </p:cNvPr>
          <p:cNvSpPr/>
          <p:nvPr/>
        </p:nvSpPr>
        <p:spPr>
          <a:xfrm>
            <a:off x="3029883" y="4303734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41BDA7-07F2-4B48-A988-F1116FA1990B}"/>
              </a:ext>
            </a:extLst>
          </p:cNvPr>
          <p:cNvSpPr/>
          <p:nvPr/>
        </p:nvSpPr>
        <p:spPr>
          <a:xfrm>
            <a:off x="6855040" y="378446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89FB61-4EC7-4966-91F7-FBC5231AB573}"/>
              </a:ext>
            </a:extLst>
          </p:cNvPr>
          <p:cNvSpPr/>
          <p:nvPr/>
        </p:nvSpPr>
        <p:spPr>
          <a:xfrm>
            <a:off x="5609513" y="3684209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8376B0-EF7E-43E1-B9FE-8B898DF1E771}"/>
              </a:ext>
            </a:extLst>
          </p:cNvPr>
          <p:cNvSpPr/>
          <p:nvPr/>
        </p:nvSpPr>
        <p:spPr>
          <a:xfrm>
            <a:off x="8235825" y="271597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3721DF-D6E7-43DB-B724-4958BBE7BA51}"/>
              </a:ext>
            </a:extLst>
          </p:cNvPr>
          <p:cNvSpPr/>
          <p:nvPr/>
        </p:nvSpPr>
        <p:spPr>
          <a:xfrm>
            <a:off x="6365627" y="463470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7019FC-E74A-47F5-9CB5-4BEFE6146246}"/>
              </a:ext>
            </a:extLst>
          </p:cNvPr>
          <p:cNvSpPr/>
          <p:nvPr/>
        </p:nvSpPr>
        <p:spPr>
          <a:xfrm>
            <a:off x="6365627" y="531946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A6897E4-2C0C-4528-A288-6D09B3135050}"/>
              </a:ext>
            </a:extLst>
          </p:cNvPr>
          <p:cNvSpPr/>
          <p:nvPr/>
        </p:nvSpPr>
        <p:spPr>
          <a:xfrm>
            <a:off x="293810" y="6014408"/>
            <a:ext cx="145430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undershorts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4943334-C378-47DD-AD33-2E25E7E3588C}"/>
              </a:ext>
            </a:extLst>
          </p:cNvPr>
          <p:cNvSpPr/>
          <p:nvPr/>
        </p:nvSpPr>
        <p:spPr>
          <a:xfrm>
            <a:off x="2101842" y="6014407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socks</a:t>
            </a:r>
          </a:p>
        </p:txBody>
      </p:sp>
    </p:spTree>
    <p:extLst>
      <p:ext uri="{BB962C8B-B14F-4D97-AF65-F5344CB8AC3E}">
        <p14:creationId xmlns:p14="http://schemas.microsoft.com/office/powerpoint/2010/main" val="123029316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E2D686-DBC0-4F86-AAC1-7D5808D5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47315-58FE-494C-9851-EA585ED21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8CDA5-4625-472D-A280-831668E1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109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C30165-26EF-4BB6-B894-FA9E9283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 Algorithm (In Degree Method)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17C8DB-0F92-4CA2-A62C-44330712B68B}"/>
              </a:ext>
            </a:extLst>
          </p:cNvPr>
          <p:cNvSpPr/>
          <p:nvPr/>
        </p:nvSpPr>
        <p:spPr>
          <a:xfrm>
            <a:off x="3766510" y="3197790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pants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596B1E-65BA-400D-BE0B-6FD29BA04919}"/>
              </a:ext>
            </a:extLst>
          </p:cNvPr>
          <p:cNvSpPr/>
          <p:nvPr/>
        </p:nvSpPr>
        <p:spPr>
          <a:xfrm>
            <a:off x="3742106" y="463470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belt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2EC219-DE92-4119-9B02-83254C8E1259}"/>
              </a:ext>
            </a:extLst>
          </p:cNvPr>
          <p:cNvSpPr/>
          <p:nvPr/>
        </p:nvSpPr>
        <p:spPr>
          <a:xfrm>
            <a:off x="6368434" y="336369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4873F51-BF65-4BE0-8E27-8A7C14D62535}"/>
              </a:ext>
            </a:extLst>
          </p:cNvPr>
          <p:cNvSpPr/>
          <p:nvPr/>
        </p:nvSpPr>
        <p:spPr>
          <a:xfrm>
            <a:off x="5508844" y="4038804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shirt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4EBB1F-9C11-45FD-A7C4-4BB3CEAE1B31}"/>
              </a:ext>
            </a:extLst>
          </p:cNvPr>
          <p:cNvSpPr/>
          <p:nvPr/>
        </p:nvSpPr>
        <p:spPr>
          <a:xfrm>
            <a:off x="5499418" y="4674192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FB4C2D0-B898-48F9-AD66-77125D1E8121}"/>
              </a:ext>
            </a:extLst>
          </p:cNvPr>
          <p:cNvSpPr/>
          <p:nvPr/>
        </p:nvSpPr>
        <p:spPr>
          <a:xfrm>
            <a:off x="5414755" y="5309580"/>
            <a:ext cx="857839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jacket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FD3E1E4-4932-497D-A1C5-356CB21C42D9}"/>
              </a:ext>
            </a:extLst>
          </p:cNvPr>
          <p:cNvSpPr/>
          <p:nvPr/>
        </p:nvSpPr>
        <p:spPr>
          <a:xfrm>
            <a:off x="8068892" y="3085376"/>
            <a:ext cx="86098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watch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2C6F25-4302-4407-A17C-73B5B970BE64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4284148" y="3518301"/>
            <a:ext cx="24404" cy="11164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A8B21FB-76B0-4C43-89A8-53D22064A97C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4850593" y="3358046"/>
            <a:ext cx="1517841" cy="1659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5DD4ED2-FC75-4D04-8B76-F370B6F46FC2}"/>
              </a:ext>
            </a:extLst>
          </p:cNvPr>
          <p:cNvCxnSpPr>
            <a:cxnSpLocks/>
            <a:stCxn id="23" idx="1"/>
            <a:endCxn id="20" idx="0"/>
          </p:cNvCxnSpPr>
          <p:nvPr/>
        </p:nvCxnSpPr>
        <p:spPr>
          <a:xfrm flipH="1">
            <a:off x="4284148" y="4199060"/>
            <a:ext cx="1224696" cy="435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3682C4F-9169-44DD-A021-1188409E3ED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5838873" y="4359315"/>
            <a:ext cx="9426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73EB7DC-3BE6-45A7-AA18-224C8763436F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5838873" y="4994703"/>
            <a:ext cx="4802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73E9869-7683-4FD6-92E0-23289C019C1E}"/>
              </a:ext>
            </a:extLst>
          </p:cNvPr>
          <p:cNvCxnSpPr>
            <a:cxnSpLocks/>
            <a:stCxn id="20" idx="2"/>
            <a:endCxn id="25" idx="1"/>
          </p:cNvCxnSpPr>
          <p:nvPr/>
        </p:nvCxnSpPr>
        <p:spPr>
          <a:xfrm>
            <a:off x="4284148" y="4955219"/>
            <a:ext cx="1130607" cy="5146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FC45986-AE03-45AA-9170-F537A1253C50}"/>
              </a:ext>
            </a:extLst>
          </p:cNvPr>
          <p:cNvSpPr/>
          <p:nvPr/>
        </p:nvSpPr>
        <p:spPr>
          <a:xfrm>
            <a:off x="3039360" y="2943973"/>
            <a:ext cx="527115" cy="330974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8DC5DA-64C5-47CC-BD23-80F25FCDCCFB}"/>
              </a:ext>
            </a:extLst>
          </p:cNvPr>
          <p:cNvSpPr/>
          <p:nvPr/>
        </p:nvSpPr>
        <p:spPr>
          <a:xfrm>
            <a:off x="3029883" y="4303734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41BDA7-07F2-4B48-A988-F1116FA1990B}"/>
              </a:ext>
            </a:extLst>
          </p:cNvPr>
          <p:cNvSpPr/>
          <p:nvPr/>
        </p:nvSpPr>
        <p:spPr>
          <a:xfrm>
            <a:off x="6855040" y="378446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89FB61-4EC7-4966-91F7-FBC5231AB573}"/>
              </a:ext>
            </a:extLst>
          </p:cNvPr>
          <p:cNvSpPr/>
          <p:nvPr/>
        </p:nvSpPr>
        <p:spPr>
          <a:xfrm>
            <a:off x="5609513" y="3684209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8376B0-EF7E-43E1-B9FE-8B898DF1E771}"/>
              </a:ext>
            </a:extLst>
          </p:cNvPr>
          <p:cNvSpPr/>
          <p:nvPr/>
        </p:nvSpPr>
        <p:spPr>
          <a:xfrm>
            <a:off x="8235825" y="271597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3721DF-D6E7-43DB-B724-4958BBE7BA51}"/>
              </a:ext>
            </a:extLst>
          </p:cNvPr>
          <p:cNvSpPr/>
          <p:nvPr/>
        </p:nvSpPr>
        <p:spPr>
          <a:xfrm>
            <a:off x="6365627" y="463470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7019FC-E74A-47F5-9CB5-4BEFE6146246}"/>
              </a:ext>
            </a:extLst>
          </p:cNvPr>
          <p:cNvSpPr/>
          <p:nvPr/>
        </p:nvSpPr>
        <p:spPr>
          <a:xfrm>
            <a:off x="6365627" y="531946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A6897E4-2C0C-4528-A288-6D09B3135050}"/>
              </a:ext>
            </a:extLst>
          </p:cNvPr>
          <p:cNvSpPr/>
          <p:nvPr/>
        </p:nvSpPr>
        <p:spPr>
          <a:xfrm>
            <a:off x="293810" y="6014408"/>
            <a:ext cx="145430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undershorts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4943334-C378-47DD-AD33-2E25E7E3588C}"/>
              </a:ext>
            </a:extLst>
          </p:cNvPr>
          <p:cNvSpPr/>
          <p:nvPr/>
        </p:nvSpPr>
        <p:spPr>
          <a:xfrm>
            <a:off x="2101842" y="6014407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045729F-3259-4109-BE37-037678D1F3C5}"/>
                  </a:ext>
                </a:extLst>
              </p14:cNvPr>
              <p14:cNvContentPartPr/>
              <p14:nvPr/>
            </p14:nvContentPartPr>
            <p14:xfrm>
              <a:off x="3202200" y="3228840"/>
              <a:ext cx="4414680" cy="1859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045729F-3259-4109-BE37-037678D1F3C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2840" y="3219480"/>
                <a:ext cx="4433400" cy="1878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08631172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E2D686-DBC0-4F86-AAC1-7D5808D5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47315-58FE-494C-9851-EA585ED21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8CDA5-4625-472D-A280-831668E1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110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C30165-26EF-4BB6-B894-FA9E9283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 Algorithm (In Degree Method)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596B1E-65BA-400D-BE0B-6FD29BA04919}"/>
              </a:ext>
            </a:extLst>
          </p:cNvPr>
          <p:cNvSpPr/>
          <p:nvPr/>
        </p:nvSpPr>
        <p:spPr>
          <a:xfrm>
            <a:off x="3742106" y="463470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belt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2EC219-DE92-4119-9B02-83254C8E1259}"/>
              </a:ext>
            </a:extLst>
          </p:cNvPr>
          <p:cNvSpPr/>
          <p:nvPr/>
        </p:nvSpPr>
        <p:spPr>
          <a:xfrm>
            <a:off x="6368434" y="336369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4873F51-BF65-4BE0-8E27-8A7C14D62535}"/>
              </a:ext>
            </a:extLst>
          </p:cNvPr>
          <p:cNvSpPr/>
          <p:nvPr/>
        </p:nvSpPr>
        <p:spPr>
          <a:xfrm>
            <a:off x="5508844" y="4038804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shirt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4EBB1F-9C11-45FD-A7C4-4BB3CEAE1B31}"/>
              </a:ext>
            </a:extLst>
          </p:cNvPr>
          <p:cNvSpPr/>
          <p:nvPr/>
        </p:nvSpPr>
        <p:spPr>
          <a:xfrm>
            <a:off x="5499418" y="4674192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FB4C2D0-B898-48F9-AD66-77125D1E8121}"/>
              </a:ext>
            </a:extLst>
          </p:cNvPr>
          <p:cNvSpPr/>
          <p:nvPr/>
        </p:nvSpPr>
        <p:spPr>
          <a:xfrm>
            <a:off x="5414755" y="5309580"/>
            <a:ext cx="857839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jacket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FD3E1E4-4932-497D-A1C5-356CB21C42D9}"/>
              </a:ext>
            </a:extLst>
          </p:cNvPr>
          <p:cNvSpPr/>
          <p:nvPr/>
        </p:nvSpPr>
        <p:spPr>
          <a:xfrm>
            <a:off x="8068892" y="3085376"/>
            <a:ext cx="86098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watch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A2C6F25-4302-4407-A17C-73B5B970BE64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4284148" y="3518301"/>
            <a:ext cx="24404" cy="11164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A8B21FB-76B0-4C43-89A8-53D22064A97C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4850593" y="3358046"/>
            <a:ext cx="1517841" cy="1659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5DD4ED2-FC75-4D04-8B76-F370B6F46FC2}"/>
              </a:ext>
            </a:extLst>
          </p:cNvPr>
          <p:cNvCxnSpPr>
            <a:cxnSpLocks/>
            <a:stCxn id="23" idx="1"/>
            <a:endCxn id="20" idx="0"/>
          </p:cNvCxnSpPr>
          <p:nvPr/>
        </p:nvCxnSpPr>
        <p:spPr>
          <a:xfrm flipH="1">
            <a:off x="4284148" y="4199060"/>
            <a:ext cx="1224696" cy="435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3682C4F-9169-44DD-A021-1188409E3ED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5838873" y="4359315"/>
            <a:ext cx="9426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73EB7DC-3BE6-45A7-AA18-224C8763436F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5838873" y="4994703"/>
            <a:ext cx="4802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73E9869-7683-4FD6-92E0-23289C019C1E}"/>
              </a:ext>
            </a:extLst>
          </p:cNvPr>
          <p:cNvCxnSpPr>
            <a:cxnSpLocks/>
            <a:stCxn id="20" idx="2"/>
            <a:endCxn id="25" idx="1"/>
          </p:cNvCxnSpPr>
          <p:nvPr/>
        </p:nvCxnSpPr>
        <p:spPr>
          <a:xfrm>
            <a:off x="4284148" y="4955219"/>
            <a:ext cx="1130607" cy="5146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5FC45986-AE03-45AA-9170-F537A1253C50}"/>
              </a:ext>
            </a:extLst>
          </p:cNvPr>
          <p:cNvSpPr/>
          <p:nvPr/>
        </p:nvSpPr>
        <p:spPr>
          <a:xfrm>
            <a:off x="3039360" y="2943973"/>
            <a:ext cx="527115" cy="330974"/>
          </a:xfrm>
          <a:prstGeom prst="rect">
            <a:avLst/>
          </a:prstGeom>
          <a:solidFill>
            <a:schemeClr val="accent2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C8DC5DA-64C5-47CC-BD23-80F25FCDCCFB}"/>
              </a:ext>
            </a:extLst>
          </p:cNvPr>
          <p:cNvSpPr/>
          <p:nvPr/>
        </p:nvSpPr>
        <p:spPr>
          <a:xfrm>
            <a:off x="3029883" y="4303734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41BDA7-07F2-4B48-A988-F1116FA1990B}"/>
              </a:ext>
            </a:extLst>
          </p:cNvPr>
          <p:cNvSpPr/>
          <p:nvPr/>
        </p:nvSpPr>
        <p:spPr>
          <a:xfrm>
            <a:off x="6855040" y="378446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89FB61-4EC7-4966-91F7-FBC5231AB573}"/>
              </a:ext>
            </a:extLst>
          </p:cNvPr>
          <p:cNvSpPr/>
          <p:nvPr/>
        </p:nvSpPr>
        <p:spPr>
          <a:xfrm>
            <a:off x="5609513" y="3684209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8376B0-EF7E-43E1-B9FE-8B898DF1E771}"/>
              </a:ext>
            </a:extLst>
          </p:cNvPr>
          <p:cNvSpPr/>
          <p:nvPr/>
        </p:nvSpPr>
        <p:spPr>
          <a:xfrm>
            <a:off x="8235825" y="271597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3721DF-D6E7-43DB-B724-4958BBE7BA51}"/>
              </a:ext>
            </a:extLst>
          </p:cNvPr>
          <p:cNvSpPr/>
          <p:nvPr/>
        </p:nvSpPr>
        <p:spPr>
          <a:xfrm>
            <a:off x="6365627" y="463470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7019FC-E74A-47F5-9CB5-4BEFE6146246}"/>
              </a:ext>
            </a:extLst>
          </p:cNvPr>
          <p:cNvSpPr/>
          <p:nvPr/>
        </p:nvSpPr>
        <p:spPr>
          <a:xfrm>
            <a:off x="6365627" y="531946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A6897E4-2C0C-4528-A288-6D09B3135050}"/>
              </a:ext>
            </a:extLst>
          </p:cNvPr>
          <p:cNvSpPr/>
          <p:nvPr/>
        </p:nvSpPr>
        <p:spPr>
          <a:xfrm>
            <a:off x="293810" y="6014408"/>
            <a:ext cx="145430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undershorts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4943334-C378-47DD-AD33-2E25E7E3588C}"/>
              </a:ext>
            </a:extLst>
          </p:cNvPr>
          <p:cNvSpPr/>
          <p:nvPr/>
        </p:nvSpPr>
        <p:spPr>
          <a:xfrm>
            <a:off x="2101842" y="6014407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2AEDA42-1979-4C37-8086-EF2349F3D4B0}"/>
              </a:ext>
            </a:extLst>
          </p:cNvPr>
          <p:cNvSpPr/>
          <p:nvPr/>
        </p:nvSpPr>
        <p:spPr>
          <a:xfrm>
            <a:off x="3581400" y="6014406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pants</a:t>
            </a:r>
          </a:p>
        </p:txBody>
      </p:sp>
    </p:spTree>
    <p:extLst>
      <p:ext uri="{BB962C8B-B14F-4D97-AF65-F5344CB8AC3E}">
        <p14:creationId xmlns:p14="http://schemas.microsoft.com/office/powerpoint/2010/main" val="136416535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E2D686-DBC0-4F86-AAC1-7D5808D5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47315-58FE-494C-9851-EA585ED21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38CDA5-4625-472D-A280-831668E1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pPr/>
              <a:t>111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C30165-26EF-4BB6-B894-FA9E92838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 Algorithm (In Degree Method)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8596B1E-65BA-400D-BE0B-6FD29BA04919}"/>
              </a:ext>
            </a:extLst>
          </p:cNvPr>
          <p:cNvSpPr/>
          <p:nvPr/>
        </p:nvSpPr>
        <p:spPr>
          <a:xfrm>
            <a:off x="3742106" y="463470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belt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A2EC219-DE92-4119-9B02-83254C8E1259}"/>
              </a:ext>
            </a:extLst>
          </p:cNvPr>
          <p:cNvSpPr/>
          <p:nvPr/>
        </p:nvSpPr>
        <p:spPr>
          <a:xfrm>
            <a:off x="6368434" y="3363698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shoes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4873F51-BF65-4BE0-8E27-8A7C14D62535}"/>
              </a:ext>
            </a:extLst>
          </p:cNvPr>
          <p:cNvSpPr/>
          <p:nvPr/>
        </p:nvSpPr>
        <p:spPr>
          <a:xfrm>
            <a:off x="5508844" y="4038804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shirt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4EBB1F-9C11-45FD-A7C4-4BB3CEAE1B31}"/>
              </a:ext>
            </a:extLst>
          </p:cNvPr>
          <p:cNvSpPr/>
          <p:nvPr/>
        </p:nvSpPr>
        <p:spPr>
          <a:xfrm>
            <a:off x="5499418" y="4674192"/>
            <a:ext cx="678910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tie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FB4C2D0-B898-48F9-AD66-77125D1E8121}"/>
              </a:ext>
            </a:extLst>
          </p:cNvPr>
          <p:cNvSpPr/>
          <p:nvPr/>
        </p:nvSpPr>
        <p:spPr>
          <a:xfrm>
            <a:off x="5414755" y="5309580"/>
            <a:ext cx="857839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jacket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FD3E1E4-4932-497D-A1C5-356CB21C42D9}"/>
              </a:ext>
            </a:extLst>
          </p:cNvPr>
          <p:cNvSpPr/>
          <p:nvPr/>
        </p:nvSpPr>
        <p:spPr>
          <a:xfrm>
            <a:off x="8068892" y="3085376"/>
            <a:ext cx="86098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watch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5DD4ED2-FC75-4D04-8B76-F370B6F46FC2}"/>
              </a:ext>
            </a:extLst>
          </p:cNvPr>
          <p:cNvCxnSpPr>
            <a:cxnSpLocks/>
            <a:stCxn id="23" idx="1"/>
            <a:endCxn id="20" idx="0"/>
          </p:cNvCxnSpPr>
          <p:nvPr/>
        </p:nvCxnSpPr>
        <p:spPr>
          <a:xfrm flipH="1">
            <a:off x="4284148" y="4199060"/>
            <a:ext cx="1224696" cy="43564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3682C4F-9169-44DD-A021-1188409E3EDF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flipH="1">
            <a:off x="5838873" y="4359315"/>
            <a:ext cx="9426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73EB7DC-3BE6-45A7-AA18-224C8763436F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5838873" y="4994703"/>
            <a:ext cx="4802" cy="3148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73E9869-7683-4FD6-92E0-23289C019C1E}"/>
              </a:ext>
            </a:extLst>
          </p:cNvPr>
          <p:cNvCxnSpPr>
            <a:cxnSpLocks/>
            <a:stCxn id="20" idx="2"/>
            <a:endCxn id="25" idx="1"/>
          </p:cNvCxnSpPr>
          <p:nvPr/>
        </p:nvCxnSpPr>
        <p:spPr>
          <a:xfrm>
            <a:off x="4284148" y="4955219"/>
            <a:ext cx="1130607" cy="5146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AC8DC5DA-64C5-47CC-BD23-80F25FCDCCFB}"/>
              </a:ext>
            </a:extLst>
          </p:cNvPr>
          <p:cNvSpPr/>
          <p:nvPr/>
        </p:nvSpPr>
        <p:spPr>
          <a:xfrm>
            <a:off x="3029883" y="4303734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41BDA7-07F2-4B48-A988-F1116FA1990B}"/>
              </a:ext>
            </a:extLst>
          </p:cNvPr>
          <p:cNvSpPr/>
          <p:nvPr/>
        </p:nvSpPr>
        <p:spPr>
          <a:xfrm>
            <a:off x="6855040" y="378446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89FB61-4EC7-4966-91F7-FBC5231AB573}"/>
              </a:ext>
            </a:extLst>
          </p:cNvPr>
          <p:cNvSpPr/>
          <p:nvPr/>
        </p:nvSpPr>
        <p:spPr>
          <a:xfrm>
            <a:off x="5609513" y="3684209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18376B0-EF7E-43E1-B9FE-8B898DF1E771}"/>
              </a:ext>
            </a:extLst>
          </p:cNvPr>
          <p:cNvSpPr/>
          <p:nvPr/>
        </p:nvSpPr>
        <p:spPr>
          <a:xfrm>
            <a:off x="8235825" y="271597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93721DF-D6E7-43DB-B724-4958BBE7BA51}"/>
              </a:ext>
            </a:extLst>
          </p:cNvPr>
          <p:cNvSpPr/>
          <p:nvPr/>
        </p:nvSpPr>
        <p:spPr>
          <a:xfrm>
            <a:off x="6365627" y="4634708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77019FC-E74A-47F5-9CB5-4BEFE6146246}"/>
              </a:ext>
            </a:extLst>
          </p:cNvPr>
          <p:cNvSpPr/>
          <p:nvPr/>
        </p:nvSpPr>
        <p:spPr>
          <a:xfrm>
            <a:off x="6365627" y="5319461"/>
            <a:ext cx="527115" cy="33097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A6897E4-2C0C-4528-A288-6D09B3135050}"/>
              </a:ext>
            </a:extLst>
          </p:cNvPr>
          <p:cNvSpPr/>
          <p:nvPr/>
        </p:nvSpPr>
        <p:spPr>
          <a:xfrm>
            <a:off x="293810" y="6014408"/>
            <a:ext cx="1454302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undershorts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4943334-C378-47DD-AD33-2E25E7E3588C}"/>
              </a:ext>
            </a:extLst>
          </p:cNvPr>
          <p:cNvSpPr/>
          <p:nvPr/>
        </p:nvSpPr>
        <p:spPr>
          <a:xfrm>
            <a:off x="2101842" y="6014407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socks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2AEDA42-1979-4C37-8086-EF2349F3D4B0}"/>
              </a:ext>
            </a:extLst>
          </p:cNvPr>
          <p:cNvSpPr/>
          <p:nvPr/>
        </p:nvSpPr>
        <p:spPr>
          <a:xfrm>
            <a:off x="3581400" y="6014406"/>
            <a:ext cx="1084083" cy="3205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8911C5-8D7B-4640-BC5C-38407AF91649}"/>
              </a:ext>
            </a:extLst>
          </p:cNvPr>
          <p:cNvSpPr txBox="1"/>
          <p:nvPr/>
        </p:nvSpPr>
        <p:spPr>
          <a:xfrm>
            <a:off x="3742106" y="1707372"/>
            <a:ext cx="57555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Keep on going like this until every vertex is </a:t>
            </a:r>
          </a:p>
          <a:p>
            <a:r>
              <a:rPr lang="en-US" sz="2400" dirty="0">
                <a:solidFill>
                  <a:srgbClr val="FF0000"/>
                </a:solidFill>
              </a:rPr>
              <a:t>removed and inserted in to the tail of the list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5FC4181A-B639-4313-9EC6-8E3E801C3781}"/>
                  </a:ext>
                </a:extLst>
              </p14:cNvPr>
              <p14:cNvContentPartPr/>
              <p14:nvPr/>
            </p14:nvContentPartPr>
            <p14:xfrm>
              <a:off x="1718640" y="2819520"/>
              <a:ext cx="9424080" cy="3981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5FC4181A-B639-4313-9EC6-8E3E801C37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9280" y="2810160"/>
                <a:ext cx="9442800" cy="400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217569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Lec Tahmid Mosaddeque, Dept of CSE, UIU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5953E-1603-40E8-8E85-DFDB9F0553F9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404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5343</TotalTime>
  <Words>9637</Words>
  <Application>Microsoft Office PowerPoint</Application>
  <PresentationFormat>Widescreen</PresentationFormat>
  <Paragraphs>4014</Paragraphs>
  <Slides>112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21" baseType="lpstr">
      <vt:lpstr>Arial</vt:lpstr>
      <vt:lpstr>Calibri</vt:lpstr>
      <vt:lpstr>Calibri Light</vt:lpstr>
      <vt:lpstr>Courier New</vt:lpstr>
      <vt:lpstr>Monotype Sorts</vt:lpstr>
      <vt:lpstr>Symbol</vt:lpstr>
      <vt:lpstr>Times</vt:lpstr>
      <vt:lpstr>Times New Roman</vt:lpstr>
      <vt:lpstr>Office Theme</vt:lpstr>
      <vt:lpstr>BFS and DFS</vt:lpstr>
      <vt:lpstr>topics</vt:lpstr>
      <vt:lpstr>Breadth First SEarch</vt:lpstr>
      <vt:lpstr>Graph Searching</vt:lpstr>
      <vt:lpstr>Breadth-First Search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Simulation</vt:lpstr>
      <vt:lpstr>BFS Discovery Pattern</vt:lpstr>
      <vt:lpstr>Breadth-First Search: Properties</vt:lpstr>
      <vt:lpstr>Let us Formulate the BFS Pseudocode</vt:lpstr>
      <vt:lpstr>Level order traversal</vt:lpstr>
      <vt:lpstr>Level order traversal</vt:lpstr>
      <vt:lpstr>Depth First Search</vt:lpstr>
      <vt:lpstr>Depth First Search</vt:lpstr>
      <vt:lpstr>Depth-First Search</vt:lpstr>
      <vt:lpstr>DFS Simulation</vt:lpstr>
      <vt:lpstr>DFS Simulation</vt:lpstr>
      <vt:lpstr>DFS Simulation</vt:lpstr>
      <vt:lpstr>DFS Simulation</vt:lpstr>
      <vt:lpstr>DFS Simulation</vt:lpstr>
      <vt:lpstr>DFS Simulation</vt:lpstr>
      <vt:lpstr>DFS Simulation</vt:lpstr>
      <vt:lpstr>DFS Simulation</vt:lpstr>
      <vt:lpstr>DFS Simulation</vt:lpstr>
      <vt:lpstr>DFS Simulation</vt:lpstr>
      <vt:lpstr>DFS Simulation</vt:lpstr>
      <vt:lpstr>DFS Simulation</vt:lpstr>
      <vt:lpstr>DFS Simulation</vt:lpstr>
      <vt:lpstr>DFS Simulation</vt:lpstr>
      <vt:lpstr>DFS Simulation</vt:lpstr>
      <vt:lpstr>DFS Simulation</vt:lpstr>
      <vt:lpstr>DFS Simulation</vt:lpstr>
      <vt:lpstr>DFS Simulation</vt:lpstr>
      <vt:lpstr>DFS Simulation</vt:lpstr>
      <vt:lpstr>DFS Simulation</vt:lpstr>
      <vt:lpstr>DFS Simulation</vt:lpstr>
      <vt:lpstr>DFS Simulation</vt:lpstr>
      <vt:lpstr>DFS Simulation</vt:lpstr>
      <vt:lpstr>Directed acyclic graph and topological sorting</vt:lpstr>
      <vt:lpstr>Directed Acyclic Graphs</vt:lpstr>
      <vt:lpstr>Topological Sort</vt:lpstr>
      <vt:lpstr>Topological Sort</vt:lpstr>
      <vt:lpstr>Topological Sort</vt:lpstr>
      <vt:lpstr>Topological Sort</vt:lpstr>
      <vt:lpstr>Topological Sort</vt:lpstr>
      <vt:lpstr>Topological Sort</vt:lpstr>
      <vt:lpstr>Topological Sort - Algorithm</vt:lpstr>
      <vt:lpstr>Topological Sort - Algorithm</vt:lpstr>
      <vt:lpstr>Topological Sort - Algorithm</vt:lpstr>
      <vt:lpstr>Topological Sort - Algorithm</vt:lpstr>
      <vt:lpstr>Topological Sort Algorithm (In Degree Method)</vt:lpstr>
      <vt:lpstr>Topological Sort Algorithm (In Degree Method)</vt:lpstr>
      <vt:lpstr>Topological Sort Algorithm (In Degree Method)</vt:lpstr>
      <vt:lpstr>Topological Sort Algorithm (In Degree Method)</vt:lpstr>
      <vt:lpstr>Topological Sort Algorithm (In Degree Method)</vt:lpstr>
      <vt:lpstr>Topological Sort Algorithm (In Degree Method)</vt:lpstr>
      <vt:lpstr>Topological Sort Algorithm (In Degree Method)</vt:lpstr>
      <vt:lpstr>Topological Sort Algorithm (In Degree Method)</vt:lpstr>
      <vt:lpstr>Topological Sort Algorithm (In Degree Method)</vt:lpstr>
      <vt:lpstr>Topological Sort Algorithm (In Degree Method)</vt:lpstr>
      <vt:lpstr>Topological Sort Algorithm (In Degree Method)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Tahmid Mosaddeque</cp:lastModifiedBy>
  <cp:revision>4262</cp:revision>
  <dcterms:created xsi:type="dcterms:W3CDTF">2023-03-19T03:25:32Z</dcterms:created>
  <dcterms:modified xsi:type="dcterms:W3CDTF">2025-01-10T19:37:16Z</dcterms:modified>
</cp:coreProperties>
</file>